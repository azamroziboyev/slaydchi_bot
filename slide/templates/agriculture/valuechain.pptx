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2" r:id="rId6"/>
  </p:sldIdLst>
  <p:sldSz cx="18288000" cy="10287000"/>
  <p:notesSz cx="6858000" cy="9144000"/>
  <p:embeddedFontLst>
    <p:embeddedFont>
      <p:font typeface="Barlow" panose="00000500000000000000" pitchFamily="2" charset="0"/>
      <p:regular r:id="rId8"/>
      <p:bold r:id="rId9"/>
      <p:italic r:id="rId10"/>
      <p:boldItalic r:id="rId11"/>
    </p:embeddedFont>
    <p:embeddedFont>
      <p:font typeface="Barlow Black" panose="00000A00000000000000" pitchFamily="2" charset="0"/>
      <p:bold r:id="rId12"/>
      <p:boldItalic r:id="rId13"/>
    </p:embeddedFont>
    <p:embeddedFont>
      <p:font typeface="Barlow ExtraBold" panose="00000900000000000000" pitchFamily="2" charset="0"/>
      <p:bold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376187" y="-563459"/>
            <a:ext cx="6059555" cy="6037520"/>
          </a:xfrm>
          <a:custGeom>
            <a:avLst/>
            <a:gdLst/>
            <a:ahLst/>
            <a:cxnLst/>
            <a:rect l="l" t="t" r="r" b="b"/>
            <a:pathLst>
              <a:path w="6059555" h="6037520" extrusionOk="0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12604632" y="-563459"/>
            <a:ext cx="6059555" cy="6037520"/>
          </a:xfrm>
          <a:custGeom>
            <a:avLst/>
            <a:gdLst/>
            <a:ahLst/>
            <a:cxnLst/>
            <a:rect l="l" t="t" r="r" b="b"/>
            <a:pathLst>
              <a:path w="6059555" h="6037520" extrusionOk="0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" name="Google Shape;23;p4"/>
          <p:cNvSpPr/>
          <p:nvPr/>
        </p:nvSpPr>
        <p:spPr>
          <a:xfrm>
            <a:off x="9144000" y="1969526"/>
            <a:ext cx="10641253" cy="8317474"/>
          </a:xfrm>
          <a:custGeom>
            <a:avLst/>
            <a:gdLst/>
            <a:ahLst/>
            <a:cxnLst/>
            <a:rect l="l" t="t" r="r" b="b"/>
            <a:pathLst>
              <a:path w="10641253" h="8317474" extrusionOk="0">
                <a:moveTo>
                  <a:pt x="0" y="0"/>
                </a:moveTo>
                <a:lnTo>
                  <a:pt x="10641253" y="0"/>
                </a:lnTo>
                <a:lnTo>
                  <a:pt x="10641253" y="8317474"/>
                </a:lnTo>
                <a:lnTo>
                  <a:pt x="0" y="8317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 flipH="1">
            <a:off x="-1497253" y="1969526"/>
            <a:ext cx="10641253" cy="8317474"/>
          </a:xfrm>
          <a:custGeom>
            <a:avLst/>
            <a:gdLst/>
            <a:ahLst/>
            <a:cxnLst/>
            <a:rect l="l" t="t" r="r" b="b"/>
            <a:pathLst>
              <a:path w="10641253" h="8317474" extrusionOk="0">
                <a:moveTo>
                  <a:pt x="10641253" y="0"/>
                </a:moveTo>
                <a:lnTo>
                  <a:pt x="0" y="0"/>
                </a:lnTo>
                <a:lnTo>
                  <a:pt x="0" y="8317474"/>
                </a:lnTo>
                <a:lnTo>
                  <a:pt x="10641253" y="8317474"/>
                </a:lnTo>
                <a:lnTo>
                  <a:pt x="1064125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-887242" y="-1958912"/>
            <a:ext cx="6059555" cy="6037520"/>
          </a:xfrm>
          <a:custGeom>
            <a:avLst/>
            <a:gdLst/>
            <a:ahLst/>
            <a:cxnLst/>
            <a:rect l="l" t="t" r="r" b="b"/>
            <a:pathLst>
              <a:path w="6059555" h="6037520" extrusionOk="0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1153170" y="4297683"/>
            <a:ext cx="2858576" cy="2644336"/>
          </a:xfrm>
          <a:custGeom>
            <a:avLst/>
            <a:gdLst/>
            <a:ahLst/>
            <a:cxnLst/>
            <a:rect l="l" t="t" r="r" b="b"/>
            <a:pathLst>
              <a:path w="2858576" h="2644336" extrusionOk="0">
                <a:moveTo>
                  <a:pt x="0" y="0"/>
                </a:moveTo>
                <a:lnTo>
                  <a:pt x="2858576" y="0"/>
                </a:lnTo>
                <a:lnTo>
                  <a:pt x="2858576" y="2644336"/>
                </a:lnTo>
                <a:lnTo>
                  <a:pt x="0" y="2644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8" name="Google Shape;28;p5"/>
          <p:cNvSpPr/>
          <p:nvPr/>
        </p:nvSpPr>
        <p:spPr>
          <a:xfrm>
            <a:off x="5426103" y="2189068"/>
            <a:ext cx="3227386" cy="3430783"/>
          </a:xfrm>
          <a:custGeom>
            <a:avLst/>
            <a:gdLst/>
            <a:ahLst/>
            <a:cxnLst/>
            <a:rect l="l" t="t" r="r" b="b"/>
            <a:pathLst>
              <a:path w="3227386" h="3430783" extrusionOk="0">
                <a:moveTo>
                  <a:pt x="0" y="0"/>
                </a:moveTo>
                <a:lnTo>
                  <a:pt x="3227386" y="0"/>
                </a:lnTo>
                <a:lnTo>
                  <a:pt x="3227386" y="3430783"/>
                </a:lnTo>
                <a:lnTo>
                  <a:pt x="0" y="3430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" name="Google Shape;29;p5"/>
          <p:cNvSpPr/>
          <p:nvPr/>
        </p:nvSpPr>
        <p:spPr>
          <a:xfrm>
            <a:off x="10227060" y="1214025"/>
            <a:ext cx="2471011" cy="3272862"/>
          </a:xfrm>
          <a:custGeom>
            <a:avLst/>
            <a:gdLst/>
            <a:ahLst/>
            <a:cxnLst/>
            <a:rect l="l" t="t" r="r" b="b"/>
            <a:pathLst>
              <a:path w="2471011" h="3272862" extrusionOk="0">
                <a:moveTo>
                  <a:pt x="0" y="0"/>
                </a:moveTo>
                <a:lnTo>
                  <a:pt x="2471011" y="0"/>
                </a:lnTo>
                <a:lnTo>
                  <a:pt x="2471011" y="3272862"/>
                </a:lnTo>
                <a:lnTo>
                  <a:pt x="0" y="3272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0" name="Google Shape;30;p5"/>
          <p:cNvSpPr/>
          <p:nvPr/>
        </p:nvSpPr>
        <p:spPr>
          <a:xfrm>
            <a:off x="14396639" y="476351"/>
            <a:ext cx="3044603" cy="2940291"/>
          </a:xfrm>
          <a:custGeom>
            <a:avLst/>
            <a:gdLst/>
            <a:ahLst/>
            <a:cxnLst/>
            <a:rect l="l" t="t" r="r" b="b"/>
            <a:pathLst>
              <a:path w="3044603" h="2940291" extrusionOk="0">
                <a:moveTo>
                  <a:pt x="0" y="0"/>
                </a:moveTo>
                <a:lnTo>
                  <a:pt x="3044603" y="0"/>
                </a:lnTo>
                <a:lnTo>
                  <a:pt x="3044603" y="2940291"/>
                </a:lnTo>
                <a:lnTo>
                  <a:pt x="0" y="2940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31" name="Google Shape;31;p5"/>
          <p:cNvCxnSpPr/>
          <p:nvPr/>
        </p:nvCxnSpPr>
        <p:spPr>
          <a:xfrm rot="10800000" flipH="1">
            <a:off x="-175850" y="6022775"/>
            <a:ext cx="9539700" cy="1318800"/>
          </a:xfrm>
          <a:prstGeom prst="bentConnector3">
            <a:avLst>
              <a:gd name="adj1" fmla="val 50000"/>
            </a:avLst>
          </a:prstGeom>
          <a:noFill/>
          <a:ln w="76200" cap="flat" cmpd="sng">
            <a:solidFill>
              <a:srgbClr val="7959A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5"/>
          <p:cNvCxnSpPr/>
          <p:nvPr/>
        </p:nvCxnSpPr>
        <p:spPr>
          <a:xfrm rot="10800000" flipH="1">
            <a:off x="9363850" y="3668850"/>
            <a:ext cx="9539700" cy="1318800"/>
          </a:xfrm>
          <a:prstGeom prst="bentConnector3">
            <a:avLst>
              <a:gd name="adj1" fmla="val 50000"/>
            </a:avLst>
          </a:prstGeom>
          <a:noFill/>
          <a:ln w="76200" cap="flat" cmpd="sng">
            <a:solidFill>
              <a:srgbClr val="7959A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33;p5"/>
          <p:cNvCxnSpPr/>
          <p:nvPr/>
        </p:nvCxnSpPr>
        <p:spPr>
          <a:xfrm>
            <a:off x="9363800" y="4948625"/>
            <a:ext cx="0" cy="1110000"/>
          </a:xfrm>
          <a:prstGeom prst="straightConnector1">
            <a:avLst/>
          </a:prstGeom>
          <a:noFill/>
          <a:ln w="76200" cap="flat" cmpd="sng">
            <a:solidFill>
              <a:srgbClr val="7959A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5964056" y="6867326"/>
            <a:ext cx="5935824" cy="3779507"/>
          </a:xfrm>
          <a:custGeom>
            <a:avLst/>
            <a:gdLst/>
            <a:ahLst/>
            <a:cxnLst/>
            <a:rect l="l" t="t" r="r" b="b"/>
            <a:pathLst>
              <a:path w="5935824" h="3779507" extrusionOk="0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208213" r="-115489"/>
            </a:stretch>
          </a:blipFill>
          <a:ln>
            <a:noFill/>
          </a:ln>
        </p:spPr>
      </p:sp>
      <p:sp>
        <p:nvSpPr>
          <p:cNvPr id="36" name="Google Shape;36;p6"/>
          <p:cNvSpPr/>
          <p:nvPr/>
        </p:nvSpPr>
        <p:spPr>
          <a:xfrm>
            <a:off x="-424064" y="6867326"/>
            <a:ext cx="5935824" cy="3779507"/>
          </a:xfrm>
          <a:custGeom>
            <a:avLst/>
            <a:gdLst/>
            <a:ahLst/>
            <a:cxnLst/>
            <a:rect l="l" t="t" r="r" b="b"/>
            <a:pathLst>
              <a:path w="5935824" h="3779507" extrusionOk="0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208213" r="-115489"/>
            </a:stretch>
          </a:blipFill>
          <a:ln>
            <a:noFill/>
          </a:ln>
        </p:spPr>
      </p:sp>
      <p:sp>
        <p:nvSpPr>
          <p:cNvPr id="37" name="Google Shape;37;p6"/>
          <p:cNvSpPr/>
          <p:nvPr/>
        </p:nvSpPr>
        <p:spPr>
          <a:xfrm>
            <a:off x="12352176" y="6867326"/>
            <a:ext cx="5935824" cy="3779507"/>
          </a:xfrm>
          <a:custGeom>
            <a:avLst/>
            <a:gdLst/>
            <a:ahLst/>
            <a:cxnLst/>
            <a:rect l="l" t="t" r="r" b="b"/>
            <a:pathLst>
              <a:path w="5935824" h="3779507" extrusionOk="0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208213" r="-115489"/>
            </a:stretch>
          </a:blipFill>
          <a:ln>
            <a:noFill/>
          </a:ln>
        </p:spPr>
      </p:sp>
      <p:sp>
        <p:nvSpPr>
          <p:cNvPr id="38" name="Google Shape;38;p6"/>
          <p:cNvSpPr/>
          <p:nvPr/>
        </p:nvSpPr>
        <p:spPr>
          <a:xfrm>
            <a:off x="10687311" y="-1045791"/>
            <a:ext cx="8525129" cy="8494128"/>
          </a:xfrm>
          <a:custGeom>
            <a:avLst/>
            <a:gdLst/>
            <a:ahLst/>
            <a:cxnLst/>
            <a:rect l="l" t="t" r="r" b="b"/>
            <a:pathLst>
              <a:path w="8525129" h="8494128" extrusionOk="0">
                <a:moveTo>
                  <a:pt x="0" y="0"/>
                </a:moveTo>
                <a:lnTo>
                  <a:pt x="8525129" y="0"/>
                </a:lnTo>
                <a:lnTo>
                  <a:pt x="8525129" y="8494128"/>
                </a:lnTo>
                <a:lnTo>
                  <a:pt x="0" y="8494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" name="Google Shape;39;p6"/>
          <p:cNvSpPr/>
          <p:nvPr/>
        </p:nvSpPr>
        <p:spPr>
          <a:xfrm>
            <a:off x="8284138" y="1328246"/>
            <a:ext cx="9566467" cy="9525585"/>
          </a:xfrm>
          <a:custGeom>
            <a:avLst/>
            <a:gdLst/>
            <a:ahLst/>
            <a:cxnLst/>
            <a:rect l="l" t="t" r="r" b="b"/>
            <a:pathLst>
              <a:path w="9566467" h="9525585" extrusionOk="0">
                <a:moveTo>
                  <a:pt x="0" y="0"/>
                </a:moveTo>
                <a:lnTo>
                  <a:pt x="9566467" y="0"/>
                </a:lnTo>
                <a:lnTo>
                  <a:pt x="9566467" y="9525585"/>
                </a:lnTo>
                <a:lnTo>
                  <a:pt x="0" y="9525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" name="Google Shape;40;p6"/>
          <p:cNvGrpSpPr/>
          <p:nvPr/>
        </p:nvGrpSpPr>
        <p:grpSpPr>
          <a:xfrm>
            <a:off x="557004" y="575065"/>
            <a:ext cx="4362216" cy="4362216"/>
            <a:chOff x="0" y="0"/>
            <a:chExt cx="812800" cy="812800"/>
          </a:xfrm>
        </p:grpSpPr>
        <p:sp>
          <p:nvSpPr>
            <p:cNvPr id="41" name="Google Shape;41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6"/>
          <p:cNvGrpSpPr/>
          <p:nvPr/>
        </p:nvGrpSpPr>
        <p:grpSpPr>
          <a:xfrm>
            <a:off x="5320219" y="575065"/>
            <a:ext cx="4362216" cy="4362216"/>
            <a:chOff x="0" y="0"/>
            <a:chExt cx="812800" cy="812800"/>
          </a:xfrm>
        </p:grpSpPr>
        <p:sp>
          <p:nvSpPr>
            <p:cNvPr id="44" name="Google Shape;44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6"/>
          <p:cNvGrpSpPr/>
          <p:nvPr/>
        </p:nvGrpSpPr>
        <p:grpSpPr>
          <a:xfrm>
            <a:off x="2820601" y="4896063"/>
            <a:ext cx="4362216" cy="4362216"/>
            <a:chOff x="0" y="0"/>
            <a:chExt cx="812800" cy="812800"/>
          </a:xfrm>
        </p:grpSpPr>
        <p:sp>
          <p:nvSpPr>
            <p:cNvPr id="47" name="Google Shape;47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7"/>
          <p:cNvGrpSpPr/>
          <p:nvPr/>
        </p:nvGrpSpPr>
        <p:grpSpPr>
          <a:xfrm>
            <a:off x="2791098" y="552900"/>
            <a:ext cx="14633632" cy="6599832"/>
            <a:chOff x="0" y="-47625"/>
            <a:chExt cx="3854100" cy="1738216"/>
          </a:xfrm>
        </p:grpSpPr>
        <p:sp>
          <p:nvSpPr>
            <p:cNvPr id="51" name="Google Shape;51;p7"/>
            <p:cNvSpPr/>
            <p:nvPr/>
          </p:nvSpPr>
          <p:spPr>
            <a:xfrm>
              <a:off x="0" y="0"/>
              <a:ext cx="3854001" cy="1690591"/>
            </a:xfrm>
            <a:custGeom>
              <a:avLst/>
              <a:gdLst/>
              <a:ahLst/>
              <a:cxnLst/>
              <a:rect l="l" t="t" r="r" b="b"/>
              <a:pathLst>
                <a:path w="3854001" h="1690591" extrusionOk="0">
                  <a:moveTo>
                    <a:pt x="26982" y="0"/>
                  </a:moveTo>
                  <a:lnTo>
                    <a:pt x="3827019" y="0"/>
                  </a:lnTo>
                  <a:cubicBezTo>
                    <a:pt x="3841921" y="0"/>
                    <a:pt x="3854001" y="12080"/>
                    <a:pt x="3854001" y="26982"/>
                  </a:cubicBezTo>
                  <a:lnTo>
                    <a:pt x="3854001" y="1663608"/>
                  </a:lnTo>
                  <a:cubicBezTo>
                    <a:pt x="3854001" y="1670764"/>
                    <a:pt x="3851158" y="1677627"/>
                    <a:pt x="3846098" y="1682688"/>
                  </a:cubicBezTo>
                  <a:cubicBezTo>
                    <a:pt x="3841038" y="1687748"/>
                    <a:pt x="3834175" y="1690591"/>
                    <a:pt x="3827019" y="1690591"/>
                  </a:cubicBezTo>
                  <a:lnTo>
                    <a:pt x="26982" y="1690591"/>
                  </a:lnTo>
                  <a:cubicBezTo>
                    <a:pt x="19826" y="1690591"/>
                    <a:pt x="12963" y="1687748"/>
                    <a:pt x="7903" y="1682688"/>
                  </a:cubicBezTo>
                  <a:cubicBezTo>
                    <a:pt x="2843" y="1677627"/>
                    <a:pt x="0" y="1670764"/>
                    <a:pt x="0" y="1663608"/>
                  </a:cubicBezTo>
                  <a:lnTo>
                    <a:pt x="0" y="26982"/>
                  </a:lnTo>
                  <a:cubicBezTo>
                    <a:pt x="0" y="19826"/>
                    <a:pt x="2843" y="12963"/>
                    <a:pt x="7903" y="7903"/>
                  </a:cubicBezTo>
                  <a:cubicBezTo>
                    <a:pt x="12963" y="2843"/>
                    <a:pt x="19826" y="0"/>
                    <a:pt x="26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7"/>
            <p:cNvSpPr txBox="1"/>
            <p:nvPr/>
          </p:nvSpPr>
          <p:spPr>
            <a:xfrm>
              <a:off x="0" y="-47625"/>
              <a:ext cx="3854100" cy="17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53;p7"/>
          <p:cNvSpPr/>
          <p:nvPr/>
        </p:nvSpPr>
        <p:spPr>
          <a:xfrm>
            <a:off x="129033" y="1040877"/>
            <a:ext cx="6041503" cy="5881949"/>
          </a:xfrm>
          <a:custGeom>
            <a:avLst/>
            <a:gdLst/>
            <a:ahLst/>
            <a:cxnLst/>
            <a:rect l="l" t="t" r="r" b="b"/>
            <a:pathLst>
              <a:path w="6041503" h="5881949" extrusionOk="0">
                <a:moveTo>
                  <a:pt x="0" y="0"/>
                </a:moveTo>
                <a:lnTo>
                  <a:pt x="6041503" y="0"/>
                </a:lnTo>
                <a:lnTo>
                  <a:pt x="6041503" y="5881948"/>
                </a:lnTo>
                <a:lnTo>
                  <a:pt x="0" y="58819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DFA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50"/>
            <a:ext cx="13896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Barlow ExtraBold"/>
              <a:buNone/>
              <a:defRPr sz="6400" i="0" u="none" strike="noStrike" cap="none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815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Barlow"/>
              <a:buChar char="•"/>
              <a:defRPr sz="33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41275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arlow"/>
              <a:buChar char="–"/>
              <a:defRPr sz="29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Char char="•"/>
              <a:defRPr sz="25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–"/>
              <a:defRPr sz="21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»"/>
              <a:defRPr sz="21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sz="21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sz="21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sz="21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sz="21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DFA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9756380" y="-928333"/>
            <a:ext cx="7771686" cy="7743426"/>
          </a:xfrm>
          <a:custGeom>
            <a:avLst/>
            <a:gdLst/>
            <a:ahLst/>
            <a:cxnLst/>
            <a:rect l="l" t="t" r="r" b="b"/>
            <a:pathLst>
              <a:path w="7771686" h="7743426" extrusionOk="0">
                <a:moveTo>
                  <a:pt x="0" y="0"/>
                </a:moveTo>
                <a:lnTo>
                  <a:pt x="7771686" y="0"/>
                </a:lnTo>
                <a:lnTo>
                  <a:pt x="7771686" y="7743426"/>
                </a:lnTo>
                <a:lnTo>
                  <a:pt x="0" y="7743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9" name="Google Shape;59;p8"/>
          <p:cNvSpPr/>
          <p:nvPr/>
        </p:nvSpPr>
        <p:spPr>
          <a:xfrm>
            <a:off x="7707893" y="475155"/>
            <a:ext cx="11124714" cy="10131436"/>
          </a:xfrm>
          <a:custGeom>
            <a:avLst/>
            <a:gdLst/>
            <a:ahLst/>
            <a:cxnLst/>
            <a:rect l="l" t="t" r="r" b="b"/>
            <a:pathLst>
              <a:path w="11124714" h="10131436" extrusionOk="0">
                <a:moveTo>
                  <a:pt x="0" y="0"/>
                </a:moveTo>
                <a:lnTo>
                  <a:pt x="11124713" y="0"/>
                </a:lnTo>
                <a:lnTo>
                  <a:pt x="11124713" y="10131435"/>
                </a:lnTo>
                <a:lnTo>
                  <a:pt x="0" y="10131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0" name="Google Shape;60;p8"/>
          <p:cNvSpPr/>
          <p:nvPr/>
        </p:nvSpPr>
        <p:spPr>
          <a:xfrm>
            <a:off x="2366997" y="7319588"/>
            <a:ext cx="5162330" cy="3287002"/>
          </a:xfrm>
          <a:custGeom>
            <a:avLst/>
            <a:gdLst/>
            <a:ahLst/>
            <a:cxnLst/>
            <a:rect l="l" t="t" r="r" b="b"/>
            <a:pathLst>
              <a:path w="5162330" h="3287002" extrusionOk="0">
                <a:moveTo>
                  <a:pt x="0" y="0"/>
                </a:moveTo>
                <a:lnTo>
                  <a:pt x="5162330" y="0"/>
                </a:lnTo>
                <a:lnTo>
                  <a:pt x="5162330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08223" r="-115494"/>
            </a:stretch>
          </a:blipFill>
          <a:ln>
            <a:noFill/>
          </a:ln>
        </p:spPr>
      </p:sp>
      <p:sp>
        <p:nvSpPr>
          <p:cNvPr id="61" name="Google Shape;61;p8"/>
          <p:cNvSpPr/>
          <p:nvPr/>
        </p:nvSpPr>
        <p:spPr>
          <a:xfrm>
            <a:off x="-2976307" y="7319588"/>
            <a:ext cx="5162330" cy="3287002"/>
          </a:xfrm>
          <a:custGeom>
            <a:avLst/>
            <a:gdLst/>
            <a:ahLst/>
            <a:cxnLst/>
            <a:rect l="l" t="t" r="r" b="b"/>
            <a:pathLst>
              <a:path w="5162330" h="3287002" extrusionOk="0">
                <a:moveTo>
                  <a:pt x="0" y="0"/>
                </a:moveTo>
                <a:lnTo>
                  <a:pt x="5162329" y="0"/>
                </a:lnTo>
                <a:lnTo>
                  <a:pt x="5162329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08223" r="-115494"/>
            </a:stretch>
          </a:blipFill>
          <a:ln>
            <a:noFill/>
          </a:ln>
        </p:spPr>
      </p:sp>
      <p:sp>
        <p:nvSpPr>
          <p:cNvPr id="62" name="Google Shape;62;p8"/>
          <p:cNvSpPr txBox="1"/>
          <p:nvPr/>
        </p:nvSpPr>
        <p:spPr>
          <a:xfrm>
            <a:off x="1013021" y="1866295"/>
            <a:ext cx="10807525" cy="3435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45" b="1" i="0" u="none" strike="noStrike" cap="none" dirty="0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 </a:t>
            </a:r>
            <a:endParaRPr lang="en-US" dirty="0"/>
          </a:p>
        </p:txBody>
      </p:sp>
      <p:sp>
        <p:nvSpPr>
          <p:cNvPr id="63" name="Google Shape;63;p8"/>
          <p:cNvSpPr txBox="1"/>
          <p:nvPr/>
        </p:nvSpPr>
        <p:spPr>
          <a:xfrm>
            <a:off x="539321" y="2032774"/>
            <a:ext cx="79923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" name="Google Shape;64;p8"/>
          <p:cNvSpPr txBox="1"/>
          <p:nvPr/>
        </p:nvSpPr>
        <p:spPr>
          <a:xfrm>
            <a:off x="1028700" y="5657793"/>
            <a:ext cx="90213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DFA4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376186" y="-563459"/>
            <a:ext cx="2921498" cy="2910874"/>
          </a:xfrm>
          <a:custGeom>
            <a:avLst/>
            <a:gdLst/>
            <a:ahLst/>
            <a:cxnLst/>
            <a:rect l="l" t="t" r="r" b="b"/>
            <a:pathLst>
              <a:path w="6059555" h="6037520" extrusionOk="0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0" name="Google Shape;70;p9"/>
          <p:cNvSpPr/>
          <p:nvPr/>
        </p:nvSpPr>
        <p:spPr>
          <a:xfrm>
            <a:off x="16240836" y="-918300"/>
            <a:ext cx="3010205" cy="2951817"/>
          </a:xfrm>
          <a:custGeom>
            <a:avLst/>
            <a:gdLst/>
            <a:ahLst/>
            <a:cxnLst/>
            <a:rect l="l" t="t" r="r" b="b"/>
            <a:pathLst>
              <a:path w="6059555" h="6037520" extrusionOk="0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2" name="Google Shape;72;p9"/>
          <p:cNvSpPr/>
          <p:nvPr/>
        </p:nvSpPr>
        <p:spPr>
          <a:xfrm flipH="1">
            <a:off x="-2120170" y="4071281"/>
            <a:ext cx="10641253" cy="8317474"/>
          </a:xfrm>
          <a:custGeom>
            <a:avLst/>
            <a:gdLst/>
            <a:ahLst/>
            <a:cxnLst/>
            <a:rect l="l" t="t" r="r" b="b"/>
            <a:pathLst>
              <a:path w="10641253" h="8317474" extrusionOk="0">
                <a:moveTo>
                  <a:pt x="10641253" y="0"/>
                </a:moveTo>
                <a:lnTo>
                  <a:pt x="0" y="0"/>
                </a:lnTo>
                <a:lnTo>
                  <a:pt x="0" y="8317474"/>
                </a:lnTo>
                <a:lnTo>
                  <a:pt x="10641253" y="8317474"/>
                </a:lnTo>
                <a:lnTo>
                  <a:pt x="1064125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3" name="Google Shape;73;p9"/>
          <p:cNvSpPr txBox="1"/>
          <p:nvPr/>
        </p:nvSpPr>
        <p:spPr>
          <a:xfrm>
            <a:off x="4535887" y="873724"/>
            <a:ext cx="9263041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74" name="Google Shape;74;p9"/>
          <p:cNvSpPr txBox="1"/>
          <p:nvPr/>
        </p:nvSpPr>
        <p:spPr>
          <a:xfrm>
            <a:off x="8703411" y="3823521"/>
            <a:ext cx="8943144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DFA4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5954132" y="7590657"/>
            <a:ext cx="5935824" cy="3779507"/>
          </a:xfrm>
          <a:custGeom>
            <a:avLst/>
            <a:gdLst/>
            <a:ahLst/>
            <a:cxnLst/>
            <a:rect l="l" t="t" r="r" b="b"/>
            <a:pathLst>
              <a:path w="5935824" h="3779507" extrusionOk="0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08223" r="-115494"/>
            </a:stretch>
          </a:blipFill>
          <a:ln>
            <a:noFill/>
          </a:ln>
        </p:spPr>
      </p:sp>
      <p:sp>
        <p:nvSpPr>
          <p:cNvPr id="80" name="Google Shape;80;p10"/>
          <p:cNvSpPr/>
          <p:nvPr/>
        </p:nvSpPr>
        <p:spPr>
          <a:xfrm>
            <a:off x="-424064" y="7713487"/>
            <a:ext cx="5935824" cy="3779507"/>
          </a:xfrm>
          <a:custGeom>
            <a:avLst/>
            <a:gdLst/>
            <a:ahLst/>
            <a:cxnLst/>
            <a:rect l="l" t="t" r="r" b="b"/>
            <a:pathLst>
              <a:path w="5935824" h="3779507" extrusionOk="0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08223" r="-115494"/>
            </a:stretch>
          </a:blipFill>
          <a:ln>
            <a:noFill/>
          </a:ln>
        </p:spPr>
      </p:sp>
      <p:sp>
        <p:nvSpPr>
          <p:cNvPr id="81" name="Google Shape;81;p10"/>
          <p:cNvSpPr/>
          <p:nvPr/>
        </p:nvSpPr>
        <p:spPr>
          <a:xfrm>
            <a:off x="12352176" y="7590656"/>
            <a:ext cx="5935824" cy="3779507"/>
          </a:xfrm>
          <a:custGeom>
            <a:avLst/>
            <a:gdLst/>
            <a:ahLst/>
            <a:cxnLst/>
            <a:rect l="l" t="t" r="r" b="b"/>
            <a:pathLst>
              <a:path w="5935824" h="3779507" extrusionOk="0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08223" r="-115494"/>
            </a:stretch>
          </a:blipFill>
          <a:ln>
            <a:noFill/>
          </a:ln>
        </p:spPr>
      </p:sp>
      <p:sp>
        <p:nvSpPr>
          <p:cNvPr id="82" name="Google Shape;82;p10"/>
          <p:cNvSpPr/>
          <p:nvPr/>
        </p:nvSpPr>
        <p:spPr>
          <a:xfrm>
            <a:off x="14409697" y="-1045791"/>
            <a:ext cx="4802743" cy="4785278"/>
          </a:xfrm>
          <a:custGeom>
            <a:avLst/>
            <a:gdLst/>
            <a:ahLst/>
            <a:cxnLst/>
            <a:rect l="l" t="t" r="r" b="b"/>
            <a:pathLst>
              <a:path w="8525129" h="8494128" extrusionOk="0">
                <a:moveTo>
                  <a:pt x="0" y="0"/>
                </a:moveTo>
                <a:lnTo>
                  <a:pt x="8525129" y="0"/>
                </a:lnTo>
                <a:lnTo>
                  <a:pt x="8525129" y="8494128"/>
                </a:lnTo>
                <a:lnTo>
                  <a:pt x="0" y="8494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3" name="Google Shape;83;p10"/>
          <p:cNvSpPr/>
          <p:nvPr/>
        </p:nvSpPr>
        <p:spPr>
          <a:xfrm>
            <a:off x="12893738" y="4532609"/>
            <a:ext cx="5856482" cy="5831455"/>
          </a:xfrm>
          <a:custGeom>
            <a:avLst/>
            <a:gdLst/>
            <a:ahLst/>
            <a:cxnLst/>
            <a:rect l="l" t="t" r="r" b="b"/>
            <a:pathLst>
              <a:path w="9566467" h="9525585" extrusionOk="0">
                <a:moveTo>
                  <a:pt x="0" y="0"/>
                </a:moveTo>
                <a:lnTo>
                  <a:pt x="9566467" y="0"/>
                </a:lnTo>
                <a:lnTo>
                  <a:pt x="9566467" y="9525585"/>
                </a:lnTo>
                <a:lnTo>
                  <a:pt x="0" y="9525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10"/>
          <p:cNvSpPr txBox="1"/>
          <p:nvPr/>
        </p:nvSpPr>
        <p:spPr>
          <a:xfrm>
            <a:off x="1140782" y="533180"/>
            <a:ext cx="8671958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7906E8-7754-461D-8E02-5BCA98A26CBE}"/>
              </a:ext>
            </a:extLst>
          </p:cNvPr>
          <p:cNvSpPr txBox="1"/>
          <p:nvPr/>
        </p:nvSpPr>
        <p:spPr>
          <a:xfrm>
            <a:off x="1282889" y="3028961"/>
            <a:ext cx="85298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DFA4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2"/>
          <p:cNvGrpSpPr/>
          <p:nvPr/>
        </p:nvGrpSpPr>
        <p:grpSpPr>
          <a:xfrm>
            <a:off x="3045241" y="298754"/>
            <a:ext cx="14753809" cy="6599788"/>
            <a:chOff x="-285584" y="-34284"/>
            <a:chExt cx="3885777" cy="1738216"/>
          </a:xfrm>
        </p:grpSpPr>
        <p:sp>
          <p:nvSpPr>
            <p:cNvPr id="128" name="Google Shape;128;p12"/>
            <p:cNvSpPr/>
            <p:nvPr/>
          </p:nvSpPr>
          <p:spPr>
            <a:xfrm>
              <a:off x="-253808" y="-10471"/>
              <a:ext cx="3854001" cy="1690591"/>
            </a:xfrm>
            <a:custGeom>
              <a:avLst/>
              <a:gdLst/>
              <a:ahLst/>
              <a:cxnLst/>
              <a:rect l="l" t="t" r="r" b="b"/>
              <a:pathLst>
                <a:path w="3854001" h="1690591" extrusionOk="0">
                  <a:moveTo>
                    <a:pt x="26982" y="0"/>
                  </a:moveTo>
                  <a:lnTo>
                    <a:pt x="3827019" y="0"/>
                  </a:lnTo>
                  <a:cubicBezTo>
                    <a:pt x="3841921" y="0"/>
                    <a:pt x="3854001" y="12080"/>
                    <a:pt x="3854001" y="26982"/>
                  </a:cubicBezTo>
                  <a:lnTo>
                    <a:pt x="3854001" y="1663608"/>
                  </a:lnTo>
                  <a:cubicBezTo>
                    <a:pt x="3854001" y="1670764"/>
                    <a:pt x="3851158" y="1677627"/>
                    <a:pt x="3846098" y="1682688"/>
                  </a:cubicBezTo>
                  <a:cubicBezTo>
                    <a:pt x="3841038" y="1687748"/>
                    <a:pt x="3834175" y="1690591"/>
                    <a:pt x="3827019" y="1690591"/>
                  </a:cubicBezTo>
                  <a:lnTo>
                    <a:pt x="26982" y="1690591"/>
                  </a:lnTo>
                  <a:cubicBezTo>
                    <a:pt x="19826" y="1690591"/>
                    <a:pt x="12963" y="1687748"/>
                    <a:pt x="7903" y="1682688"/>
                  </a:cubicBezTo>
                  <a:cubicBezTo>
                    <a:pt x="2843" y="1677627"/>
                    <a:pt x="0" y="1670764"/>
                    <a:pt x="0" y="1663608"/>
                  </a:cubicBezTo>
                  <a:lnTo>
                    <a:pt x="0" y="26982"/>
                  </a:lnTo>
                  <a:cubicBezTo>
                    <a:pt x="0" y="19826"/>
                    <a:pt x="2843" y="12963"/>
                    <a:pt x="7903" y="7903"/>
                  </a:cubicBezTo>
                  <a:cubicBezTo>
                    <a:pt x="12963" y="2843"/>
                    <a:pt x="19826" y="0"/>
                    <a:pt x="26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2"/>
            <p:cNvSpPr txBox="1"/>
            <p:nvPr/>
          </p:nvSpPr>
          <p:spPr>
            <a:xfrm>
              <a:off x="-285584" y="-34284"/>
              <a:ext cx="3854001" cy="17382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12"/>
          <p:cNvSpPr txBox="1"/>
          <p:nvPr/>
        </p:nvSpPr>
        <p:spPr>
          <a:xfrm>
            <a:off x="844711" y="7968339"/>
            <a:ext cx="461672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12"/>
          <p:cNvSpPr txBox="1"/>
          <p:nvPr/>
        </p:nvSpPr>
        <p:spPr>
          <a:xfrm>
            <a:off x="6049784" y="7963853"/>
            <a:ext cx="5393100" cy="74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12"/>
          <p:cNvSpPr txBox="1"/>
          <p:nvPr/>
        </p:nvSpPr>
        <p:spPr>
          <a:xfrm>
            <a:off x="12031233" y="7963853"/>
            <a:ext cx="53931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DFA4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C50F16-6E15-4CB6-ADB5-A4CC42B04636}"/>
              </a:ext>
            </a:extLst>
          </p:cNvPr>
          <p:cNvSpPr txBox="1"/>
          <p:nvPr/>
        </p:nvSpPr>
        <p:spPr>
          <a:xfrm>
            <a:off x="4863548" y="1325218"/>
            <a:ext cx="8282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</Words>
  <Application>Microsoft Office PowerPoint</Application>
  <PresentationFormat>Custom</PresentationFormat>
  <Paragraphs>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Barlow ExtraBold</vt:lpstr>
      <vt:lpstr>Calibri</vt:lpstr>
      <vt:lpstr>Barlow Black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Azamjon Rozibayev</cp:lastModifiedBy>
  <cp:revision>4</cp:revision>
  <dcterms:modified xsi:type="dcterms:W3CDTF">2025-12-05T16:23:28Z</dcterms:modified>
</cp:coreProperties>
</file>