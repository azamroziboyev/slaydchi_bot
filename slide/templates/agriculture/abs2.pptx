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6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8" r:id="rId11"/>
    <p:sldId id="275" r:id="rId12"/>
  </p:sldIdLst>
  <p:sldSz cx="18288000" cy="10287000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Lato" panose="020B0604020202020204" charset="0"/>
      <p:regular r:id="rId18"/>
      <p:bold r:id="rId19"/>
      <p:italic r:id="rId20"/>
      <p:boldItalic r:id="rId21"/>
    </p:embeddedFont>
    <p:embeddedFont>
      <p:font typeface="League Spartan" panose="020B0604020202020204" charset="0"/>
      <p:regular r:id="rId22"/>
      <p:bold r:id="rId23"/>
    </p:embeddedFont>
    <p:embeddedFont>
      <p:font typeface="League Spartan Black" panose="020B0604020202020204" charset="0"/>
      <p:bold r:id="rId24"/>
    </p:embeddedFont>
    <p:embeddedFont>
      <p:font typeface="League Spartan ExtraBold" panose="020B0604020202020204" charset="0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23DC6D"/>
    <a:srgbClr val="4BA8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5" d="100"/>
          <a:sy n="25" d="100"/>
        </p:scale>
        <p:origin x="918" y="15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331506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CUSTOM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3"/>
          <p:cNvGrpSpPr/>
          <p:nvPr/>
        </p:nvGrpSpPr>
        <p:grpSpPr>
          <a:xfrm>
            <a:off x="-2209989" y="1051376"/>
            <a:ext cx="7707891" cy="1681911"/>
            <a:chOff x="0" y="0"/>
            <a:chExt cx="10277188" cy="2242548"/>
          </a:xfrm>
        </p:grpSpPr>
        <p:sp>
          <p:nvSpPr>
            <p:cNvPr id="11" name="Google Shape;11;p3"/>
            <p:cNvSpPr/>
            <p:nvPr/>
          </p:nvSpPr>
          <p:spPr>
            <a:xfrm>
              <a:off x="8034640" y="0"/>
              <a:ext cx="2242548" cy="2242548"/>
            </a:xfrm>
            <a:custGeom>
              <a:avLst/>
              <a:gdLst/>
              <a:ahLst/>
              <a:cxnLst/>
              <a:rect l="l" t="t" r="r" b="b"/>
              <a:pathLst>
                <a:path w="2242548" h="2242548" extrusionOk="0">
                  <a:moveTo>
                    <a:pt x="0" y="0"/>
                  </a:moveTo>
                  <a:lnTo>
                    <a:pt x="2242548" y="0"/>
                  </a:lnTo>
                  <a:lnTo>
                    <a:pt x="2242548" y="2242548"/>
                  </a:lnTo>
                  <a:lnTo>
                    <a:pt x="0" y="22425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2" name="Google Shape;12;p3"/>
            <p:cNvSpPr/>
            <p:nvPr/>
          </p:nvSpPr>
          <p:spPr>
            <a:xfrm>
              <a:off x="6427712" y="0"/>
              <a:ext cx="2242548" cy="2242548"/>
            </a:xfrm>
            <a:custGeom>
              <a:avLst/>
              <a:gdLst/>
              <a:ahLst/>
              <a:cxnLst/>
              <a:rect l="l" t="t" r="r" b="b"/>
              <a:pathLst>
                <a:path w="2242548" h="2242548" extrusionOk="0">
                  <a:moveTo>
                    <a:pt x="0" y="0"/>
                  </a:moveTo>
                  <a:lnTo>
                    <a:pt x="2242548" y="0"/>
                  </a:lnTo>
                  <a:lnTo>
                    <a:pt x="2242548" y="2242548"/>
                  </a:lnTo>
                  <a:lnTo>
                    <a:pt x="0" y="22425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3" name="Google Shape;13;p3"/>
            <p:cNvSpPr/>
            <p:nvPr/>
          </p:nvSpPr>
          <p:spPr>
            <a:xfrm>
              <a:off x="4820784" y="0"/>
              <a:ext cx="2242548" cy="2242548"/>
            </a:xfrm>
            <a:custGeom>
              <a:avLst/>
              <a:gdLst/>
              <a:ahLst/>
              <a:cxnLst/>
              <a:rect l="l" t="t" r="r" b="b"/>
              <a:pathLst>
                <a:path w="2242548" h="2242548" extrusionOk="0">
                  <a:moveTo>
                    <a:pt x="0" y="0"/>
                  </a:moveTo>
                  <a:lnTo>
                    <a:pt x="2242548" y="0"/>
                  </a:lnTo>
                  <a:lnTo>
                    <a:pt x="2242548" y="2242548"/>
                  </a:lnTo>
                  <a:lnTo>
                    <a:pt x="0" y="22425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4" name="Google Shape;14;p3"/>
            <p:cNvSpPr/>
            <p:nvPr/>
          </p:nvSpPr>
          <p:spPr>
            <a:xfrm>
              <a:off x="3213856" y="0"/>
              <a:ext cx="2242548" cy="2242548"/>
            </a:xfrm>
            <a:custGeom>
              <a:avLst/>
              <a:gdLst/>
              <a:ahLst/>
              <a:cxnLst/>
              <a:rect l="l" t="t" r="r" b="b"/>
              <a:pathLst>
                <a:path w="2242548" h="2242548" extrusionOk="0">
                  <a:moveTo>
                    <a:pt x="0" y="0"/>
                  </a:moveTo>
                  <a:lnTo>
                    <a:pt x="2242548" y="0"/>
                  </a:lnTo>
                  <a:lnTo>
                    <a:pt x="2242548" y="2242548"/>
                  </a:lnTo>
                  <a:lnTo>
                    <a:pt x="0" y="22425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5" name="Google Shape;15;p3"/>
            <p:cNvSpPr/>
            <p:nvPr/>
          </p:nvSpPr>
          <p:spPr>
            <a:xfrm>
              <a:off x="1606928" y="0"/>
              <a:ext cx="2242548" cy="2242548"/>
            </a:xfrm>
            <a:custGeom>
              <a:avLst/>
              <a:gdLst/>
              <a:ahLst/>
              <a:cxnLst/>
              <a:rect l="l" t="t" r="r" b="b"/>
              <a:pathLst>
                <a:path w="2242548" h="2242548" extrusionOk="0">
                  <a:moveTo>
                    <a:pt x="0" y="0"/>
                  </a:moveTo>
                  <a:lnTo>
                    <a:pt x="2242548" y="0"/>
                  </a:lnTo>
                  <a:lnTo>
                    <a:pt x="2242548" y="2242548"/>
                  </a:lnTo>
                  <a:lnTo>
                    <a:pt x="0" y="22425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6" name="Google Shape;16;p3"/>
            <p:cNvSpPr/>
            <p:nvPr/>
          </p:nvSpPr>
          <p:spPr>
            <a:xfrm>
              <a:off x="0" y="0"/>
              <a:ext cx="2242548" cy="2242548"/>
            </a:xfrm>
            <a:custGeom>
              <a:avLst/>
              <a:gdLst/>
              <a:ahLst/>
              <a:cxnLst/>
              <a:rect l="l" t="t" r="r" b="b"/>
              <a:pathLst>
                <a:path w="2242548" h="2242548" extrusionOk="0">
                  <a:moveTo>
                    <a:pt x="0" y="0"/>
                  </a:moveTo>
                  <a:lnTo>
                    <a:pt x="2242548" y="0"/>
                  </a:lnTo>
                  <a:lnTo>
                    <a:pt x="2242548" y="2242548"/>
                  </a:lnTo>
                  <a:lnTo>
                    <a:pt x="0" y="22425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  <p:sp>
        <p:nvSpPr>
          <p:cNvPr id="17" name="Google Shape;17;p3"/>
          <p:cNvSpPr/>
          <p:nvPr/>
        </p:nvSpPr>
        <p:spPr>
          <a:xfrm>
            <a:off x="14255314" y="5291450"/>
            <a:ext cx="6633646" cy="4535002"/>
          </a:xfrm>
          <a:custGeom>
            <a:avLst/>
            <a:gdLst/>
            <a:ahLst/>
            <a:cxnLst/>
            <a:rect l="l" t="t" r="r" b="b"/>
            <a:pathLst>
              <a:path w="6633646" h="4535002" extrusionOk="0">
                <a:moveTo>
                  <a:pt x="0" y="0"/>
                </a:moveTo>
                <a:lnTo>
                  <a:pt x="6633646" y="0"/>
                </a:lnTo>
                <a:lnTo>
                  <a:pt x="6633646" y="4535002"/>
                </a:lnTo>
                <a:lnTo>
                  <a:pt x="0" y="4535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8" name="Google Shape;18;p3"/>
          <p:cNvSpPr/>
          <p:nvPr/>
        </p:nvSpPr>
        <p:spPr>
          <a:xfrm>
            <a:off x="-4539537" y="6004963"/>
            <a:ext cx="8575663" cy="8564074"/>
          </a:xfrm>
          <a:custGeom>
            <a:avLst/>
            <a:gdLst/>
            <a:ahLst/>
            <a:cxnLst/>
            <a:rect l="l" t="t" r="r" b="b"/>
            <a:pathLst>
              <a:path w="8575663" h="8564074" extrusionOk="0">
                <a:moveTo>
                  <a:pt x="0" y="0"/>
                </a:moveTo>
                <a:lnTo>
                  <a:pt x="8575663" y="0"/>
                </a:lnTo>
                <a:lnTo>
                  <a:pt x="8575663" y="8564074"/>
                </a:lnTo>
                <a:lnTo>
                  <a:pt x="0" y="8564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9" name="Google Shape;19;p3"/>
          <p:cNvSpPr/>
          <p:nvPr/>
        </p:nvSpPr>
        <p:spPr>
          <a:xfrm rot="-5400000">
            <a:off x="13954816" y="-2575657"/>
            <a:ext cx="6439219" cy="6439219"/>
          </a:xfrm>
          <a:custGeom>
            <a:avLst/>
            <a:gdLst/>
            <a:ahLst/>
            <a:cxnLst/>
            <a:rect l="l" t="t" r="r" b="b"/>
            <a:pathLst>
              <a:path w="6439219" h="6439219" extrusionOk="0">
                <a:moveTo>
                  <a:pt x="0" y="0"/>
                </a:moveTo>
                <a:lnTo>
                  <a:pt x="6439218" y="0"/>
                </a:lnTo>
                <a:lnTo>
                  <a:pt x="6439218" y="6439219"/>
                </a:lnTo>
                <a:lnTo>
                  <a:pt x="0" y="64392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356150" y="2733275"/>
            <a:ext cx="17575800" cy="45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Clr>
                <a:srgbClr val="23DC6D"/>
              </a:buClr>
              <a:buSzPts val="16100"/>
              <a:buFont typeface="League Spartan ExtraBold"/>
              <a:buNone/>
              <a:defRPr sz="16100" i="0" u="none" strike="noStrike" cap="none">
                <a:solidFill>
                  <a:srgbClr val="23DC6D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3DC6D"/>
              </a:buClr>
              <a:buSzPts val="16100"/>
              <a:buNone/>
              <a:defRPr sz="16100">
                <a:solidFill>
                  <a:srgbClr val="23DC6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3DC6D"/>
              </a:buClr>
              <a:buSzPts val="16100"/>
              <a:buNone/>
              <a:defRPr sz="16100">
                <a:solidFill>
                  <a:srgbClr val="23DC6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3DC6D"/>
              </a:buClr>
              <a:buSzPts val="16100"/>
              <a:buNone/>
              <a:defRPr sz="16100">
                <a:solidFill>
                  <a:srgbClr val="23DC6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3DC6D"/>
              </a:buClr>
              <a:buSzPts val="16100"/>
              <a:buNone/>
              <a:defRPr sz="16100">
                <a:solidFill>
                  <a:srgbClr val="23DC6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3DC6D"/>
              </a:buClr>
              <a:buSzPts val="16100"/>
              <a:buNone/>
              <a:defRPr sz="16100">
                <a:solidFill>
                  <a:srgbClr val="23DC6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3DC6D"/>
              </a:buClr>
              <a:buSzPts val="16100"/>
              <a:buNone/>
              <a:defRPr sz="16100">
                <a:solidFill>
                  <a:srgbClr val="23DC6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3DC6D"/>
              </a:buClr>
              <a:buSzPts val="16100"/>
              <a:buNone/>
              <a:defRPr sz="16100">
                <a:solidFill>
                  <a:srgbClr val="23DC6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3DC6D"/>
              </a:buClr>
              <a:buSzPts val="16100"/>
              <a:buNone/>
              <a:defRPr sz="16100">
                <a:solidFill>
                  <a:srgbClr val="23DC6D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2931025" y="1571325"/>
            <a:ext cx="11324400" cy="642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5700"/>
              <a:buNone/>
              <a:defRPr sz="5700" b="1"/>
            </a:lvl1pPr>
            <a:lvl2pPr lvl="1" algn="ctr">
              <a:spcBef>
                <a:spcPts val="640"/>
              </a:spcBef>
              <a:spcAft>
                <a:spcPts val="0"/>
              </a:spcAft>
              <a:buSzPts val="5700"/>
              <a:buNone/>
              <a:defRPr sz="5700"/>
            </a:lvl2pPr>
            <a:lvl3pPr lvl="2" algn="ctr">
              <a:spcBef>
                <a:spcPts val="640"/>
              </a:spcBef>
              <a:spcAft>
                <a:spcPts val="0"/>
              </a:spcAft>
              <a:buSzPts val="5700"/>
              <a:buNone/>
              <a:defRPr sz="5700"/>
            </a:lvl3pPr>
            <a:lvl4pPr lvl="3" algn="ctr">
              <a:spcBef>
                <a:spcPts val="640"/>
              </a:spcBef>
              <a:spcAft>
                <a:spcPts val="0"/>
              </a:spcAft>
              <a:buSzPts val="5700"/>
              <a:buNone/>
              <a:defRPr sz="5700"/>
            </a:lvl4pPr>
            <a:lvl5pPr lvl="4" algn="ctr">
              <a:spcBef>
                <a:spcPts val="640"/>
              </a:spcBef>
              <a:spcAft>
                <a:spcPts val="0"/>
              </a:spcAft>
              <a:buSzPts val="5700"/>
              <a:buNone/>
              <a:defRPr sz="5700"/>
            </a:lvl5pPr>
            <a:lvl6pPr lvl="5" algn="ctr">
              <a:spcBef>
                <a:spcPts val="640"/>
              </a:spcBef>
              <a:spcAft>
                <a:spcPts val="0"/>
              </a:spcAft>
              <a:buSzPts val="5700"/>
              <a:buNone/>
              <a:defRPr sz="5700"/>
            </a:lvl6pPr>
            <a:lvl7pPr lvl="6" algn="ctr">
              <a:spcBef>
                <a:spcPts val="640"/>
              </a:spcBef>
              <a:spcAft>
                <a:spcPts val="0"/>
              </a:spcAft>
              <a:buSzPts val="5700"/>
              <a:buNone/>
              <a:defRPr sz="5700"/>
            </a:lvl7pPr>
            <a:lvl8pPr lvl="7" algn="ctr">
              <a:spcBef>
                <a:spcPts val="640"/>
              </a:spcBef>
              <a:spcAft>
                <a:spcPts val="0"/>
              </a:spcAft>
              <a:buSzPts val="5700"/>
              <a:buNone/>
              <a:defRPr sz="5700"/>
            </a:lvl8pPr>
            <a:lvl9pPr lvl="8" algn="ctr">
              <a:spcBef>
                <a:spcPts val="640"/>
              </a:spcBef>
              <a:spcAft>
                <a:spcPts val="0"/>
              </a:spcAft>
              <a:buSzPts val="5700"/>
              <a:buNone/>
              <a:defRPr sz="57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ubTitle" idx="2"/>
          </p:nvPr>
        </p:nvSpPr>
        <p:spPr>
          <a:xfrm>
            <a:off x="2931025" y="7638325"/>
            <a:ext cx="11324400" cy="642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 rtl="0">
              <a:spcBef>
                <a:spcPts val="640"/>
              </a:spcBef>
              <a:spcAft>
                <a:spcPts val="0"/>
              </a:spcAft>
              <a:buSzPts val="5700"/>
              <a:buNone/>
              <a:defRPr sz="5700" b="1"/>
            </a:lvl1pPr>
            <a:lvl2pPr lvl="1" algn="ctr" rtl="0">
              <a:spcBef>
                <a:spcPts val="640"/>
              </a:spcBef>
              <a:spcAft>
                <a:spcPts val="0"/>
              </a:spcAft>
              <a:buSzPts val="5700"/>
              <a:buNone/>
              <a:defRPr sz="5700"/>
            </a:lvl2pPr>
            <a:lvl3pPr lvl="2" algn="ctr" rtl="0">
              <a:spcBef>
                <a:spcPts val="640"/>
              </a:spcBef>
              <a:spcAft>
                <a:spcPts val="0"/>
              </a:spcAft>
              <a:buSzPts val="5700"/>
              <a:buNone/>
              <a:defRPr sz="5700"/>
            </a:lvl3pPr>
            <a:lvl4pPr lvl="3" algn="ctr" rtl="0">
              <a:spcBef>
                <a:spcPts val="640"/>
              </a:spcBef>
              <a:spcAft>
                <a:spcPts val="0"/>
              </a:spcAft>
              <a:buSzPts val="5700"/>
              <a:buNone/>
              <a:defRPr sz="5700"/>
            </a:lvl4pPr>
            <a:lvl5pPr lvl="4" algn="ctr" rtl="0">
              <a:spcBef>
                <a:spcPts val="640"/>
              </a:spcBef>
              <a:spcAft>
                <a:spcPts val="0"/>
              </a:spcAft>
              <a:buSzPts val="5700"/>
              <a:buNone/>
              <a:defRPr sz="5700"/>
            </a:lvl5pPr>
            <a:lvl6pPr lvl="5" algn="ctr" rtl="0">
              <a:spcBef>
                <a:spcPts val="640"/>
              </a:spcBef>
              <a:spcAft>
                <a:spcPts val="0"/>
              </a:spcAft>
              <a:buSzPts val="5700"/>
              <a:buNone/>
              <a:defRPr sz="5700"/>
            </a:lvl6pPr>
            <a:lvl7pPr lvl="6" algn="ctr" rtl="0">
              <a:spcBef>
                <a:spcPts val="640"/>
              </a:spcBef>
              <a:spcAft>
                <a:spcPts val="0"/>
              </a:spcAft>
              <a:buSzPts val="5700"/>
              <a:buNone/>
              <a:defRPr sz="5700"/>
            </a:lvl7pPr>
            <a:lvl8pPr lvl="7" algn="ctr" rtl="0">
              <a:spcBef>
                <a:spcPts val="640"/>
              </a:spcBef>
              <a:spcAft>
                <a:spcPts val="0"/>
              </a:spcAft>
              <a:buSzPts val="5700"/>
              <a:buNone/>
              <a:defRPr sz="5700"/>
            </a:lvl8pPr>
            <a:lvl9pPr lvl="8" algn="ctr" rtl="0">
              <a:spcBef>
                <a:spcPts val="640"/>
              </a:spcBef>
              <a:spcAft>
                <a:spcPts val="0"/>
              </a:spcAft>
              <a:buSzPts val="5700"/>
              <a:buNone/>
              <a:defRPr sz="5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>
  <p:cSld name="CUSTOM_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1497450" y="945600"/>
            <a:ext cx="6433200" cy="1166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  <a:defRPr sz="7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 rot="5400000">
            <a:off x="10217146" y="2107716"/>
            <a:ext cx="10287066" cy="6071634"/>
            <a:chOff x="0" y="-28575"/>
            <a:chExt cx="2709333" cy="1599103"/>
          </a:xfrm>
        </p:grpSpPr>
        <p:sp>
          <p:nvSpPr>
            <p:cNvPr id="26" name="Google Shape;26;p4"/>
            <p:cNvSpPr/>
            <p:nvPr/>
          </p:nvSpPr>
          <p:spPr>
            <a:xfrm>
              <a:off x="0" y="0"/>
              <a:ext cx="2709333" cy="1570528"/>
            </a:xfrm>
            <a:custGeom>
              <a:avLst/>
              <a:gdLst/>
              <a:ahLst/>
              <a:cxnLst/>
              <a:rect l="l" t="t" r="r" b="b"/>
              <a:pathLst>
                <a:path w="2709333" h="1570528" extrusionOk="0">
                  <a:moveTo>
                    <a:pt x="0" y="0"/>
                  </a:moveTo>
                  <a:lnTo>
                    <a:pt x="2709333" y="0"/>
                  </a:lnTo>
                  <a:lnTo>
                    <a:pt x="2709333" y="1570528"/>
                  </a:lnTo>
                  <a:lnTo>
                    <a:pt x="0" y="1570528"/>
                  </a:lnTo>
                  <a:close/>
                </a:path>
              </a:pathLst>
            </a:custGeom>
            <a:gradFill>
              <a:gsLst>
                <a:gs pos="0">
                  <a:srgbClr val="6AE870"/>
                </a:gs>
                <a:gs pos="100000">
                  <a:srgbClr val="000000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27" name="Google Shape;27;p4"/>
            <p:cNvSpPr txBox="1"/>
            <p:nvPr/>
          </p:nvSpPr>
          <p:spPr>
            <a:xfrm>
              <a:off x="0" y="-28575"/>
              <a:ext cx="2709300" cy="159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6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" name="Google Shape;28;p4"/>
          <p:cNvSpPr/>
          <p:nvPr/>
        </p:nvSpPr>
        <p:spPr>
          <a:xfrm>
            <a:off x="7565689" y="141999"/>
            <a:ext cx="3156622" cy="3215078"/>
          </a:xfrm>
          <a:custGeom>
            <a:avLst/>
            <a:gdLst/>
            <a:ahLst/>
            <a:cxnLst/>
            <a:rect l="l" t="t" r="r" b="b"/>
            <a:pathLst>
              <a:path w="3156622" h="3215078" extrusionOk="0">
                <a:moveTo>
                  <a:pt x="0" y="0"/>
                </a:moveTo>
                <a:lnTo>
                  <a:pt x="3156622" y="0"/>
                </a:lnTo>
                <a:lnTo>
                  <a:pt x="3156622" y="3215078"/>
                </a:lnTo>
                <a:lnTo>
                  <a:pt x="0" y="32150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9" name="Google Shape;29;p4"/>
          <p:cNvSpPr/>
          <p:nvPr/>
        </p:nvSpPr>
        <p:spPr>
          <a:xfrm>
            <a:off x="8101256" y="945590"/>
            <a:ext cx="8714962" cy="8714962"/>
          </a:xfrm>
          <a:custGeom>
            <a:avLst/>
            <a:gdLst/>
            <a:ahLst/>
            <a:cxnLst/>
            <a:rect l="l" t="t" r="r" b="b"/>
            <a:pathLst>
              <a:path w="8714962" h="8714962" extrusionOk="0">
                <a:moveTo>
                  <a:pt x="0" y="0"/>
                </a:moveTo>
                <a:lnTo>
                  <a:pt x="8714963" y="0"/>
                </a:lnTo>
                <a:lnTo>
                  <a:pt x="8714963" y="8714962"/>
                </a:lnTo>
                <a:lnTo>
                  <a:pt x="0" y="8714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3000"/>
            </a:blip>
            <a:stretch>
              <a:fillRect/>
            </a:stretch>
          </a:blipFill>
          <a:ln>
            <a:noFill/>
          </a:ln>
        </p:spPr>
      </p:sp>
      <p:sp>
        <p:nvSpPr>
          <p:cNvPr id="30" name="Google Shape;30;p4"/>
          <p:cNvSpPr>
            <a:spLocks noGrp="1"/>
          </p:cNvSpPr>
          <p:nvPr>
            <p:ph type="pic" idx="2"/>
          </p:nvPr>
        </p:nvSpPr>
        <p:spPr>
          <a:xfrm>
            <a:off x="9144000" y="1772050"/>
            <a:ext cx="6978000" cy="6742800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Google Shape;31;p4"/>
          <p:cNvSpPr txBox="1"/>
          <p:nvPr/>
        </p:nvSpPr>
        <p:spPr>
          <a:xfrm>
            <a:off x="1497457" y="2879402"/>
            <a:ext cx="629400" cy="60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99" b="1" i="0" u="none" strike="noStrike" cap="none">
                <a:solidFill>
                  <a:srgbClr val="23DC6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  <a:endParaRPr b="1"/>
          </a:p>
          <a:p>
            <a:pPr marL="0" marR="0" lvl="0" indent="0" algn="ctr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99" b="1" i="0" u="none" strike="noStrike" cap="none">
                <a:solidFill>
                  <a:srgbClr val="23DC6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  <a:endParaRPr b="1"/>
          </a:p>
          <a:p>
            <a:pPr marL="0" marR="0" lvl="0" indent="0" algn="ctr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99" b="1" i="0" u="none" strike="noStrike" cap="none">
                <a:solidFill>
                  <a:srgbClr val="23DC6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  <a:endParaRPr b="1"/>
          </a:p>
          <a:p>
            <a:pPr marL="0" marR="0" lvl="0" indent="0" algn="ctr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99" b="1" i="0" u="none" strike="noStrike" cap="none">
                <a:solidFill>
                  <a:srgbClr val="23DC6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  <a:endParaRPr b="1"/>
          </a:p>
          <a:p>
            <a:pPr marL="0" marR="0" lvl="0" indent="0" algn="ctr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99" b="1" i="0" u="none" strike="noStrike" cap="none">
                <a:solidFill>
                  <a:srgbClr val="23DC6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  <a:endParaRPr b="1"/>
          </a:p>
        </p:txBody>
      </p:sp>
      <p:sp>
        <p:nvSpPr>
          <p:cNvPr id="32" name="Google Shape;32;p4"/>
          <p:cNvSpPr txBox="1">
            <a:spLocks noGrp="1"/>
          </p:cNvSpPr>
          <p:nvPr>
            <p:ph type="subTitle" idx="1"/>
          </p:nvPr>
        </p:nvSpPr>
        <p:spPr>
          <a:xfrm>
            <a:off x="2319125" y="2891488"/>
            <a:ext cx="6433200" cy="538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spcBef>
                <a:spcPts val="640"/>
              </a:spcBef>
              <a:spcAft>
                <a:spcPts val="0"/>
              </a:spcAft>
              <a:buSzPts val="4750"/>
              <a:buNone/>
              <a:defRPr sz="4750"/>
            </a:lvl1pPr>
            <a:lvl2pPr lvl="1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2pPr>
            <a:lvl3pPr lvl="2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3pPr>
            <a:lvl4pPr lvl="3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4pPr>
            <a:lvl5pPr lvl="4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5pPr>
            <a:lvl6pPr lvl="5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6pPr>
            <a:lvl7pPr lvl="6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7pPr>
            <a:lvl8pPr lvl="7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8pPr>
            <a:lvl9pPr lvl="8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subTitle" idx="3"/>
          </p:nvPr>
        </p:nvSpPr>
        <p:spPr>
          <a:xfrm>
            <a:off x="2319125" y="4167837"/>
            <a:ext cx="6433200" cy="538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4750"/>
              <a:buNone/>
              <a:defRPr sz="4750"/>
            </a:lvl1pPr>
            <a:lvl2pPr lvl="1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2pPr>
            <a:lvl3pPr lvl="2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3pPr>
            <a:lvl4pPr lvl="3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4pPr>
            <a:lvl5pPr lvl="4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5pPr>
            <a:lvl6pPr lvl="5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6pPr>
            <a:lvl7pPr lvl="6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7pPr>
            <a:lvl8pPr lvl="7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8pPr>
            <a:lvl9pPr lvl="8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ubTitle" idx="4"/>
          </p:nvPr>
        </p:nvSpPr>
        <p:spPr>
          <a:xfrm>
            <a:off x="2319125" y="5492230"/>
            <a:ext cx="6433200" cy="538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4750"/>
              <a:buNone/>
              <a:defRPr sz="4750"/>
            </a:lvl1pPr>
            <a:lvl2pPr lvl="1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2pPr>
            <a:lvl3pPr lvl="2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3pPr>
            <a:lvl4pPr lvl="3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4pPr>
            <a:lvl5pPr lvl="4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5pPr>
            <a:lvl6pPr lvl="5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6pPr>
            <a:lvl7pPr lvl="6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7pPr>
            <a:lvl8pPr lvl="7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8pPr>
            <a:lvl9pPr lvl="8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subTitle" idx="5"/>
          </p:nvPr>
        </p:nvSpPr>
        <p:spPr>
          <a:xfrm>
            <a:off x="2319125" y="6831513"/>
            <a:ext cx="6433200" cy="538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4750"/>
              <a:buNone/>
              <a:defRPr sz="4750"/>
            </a:lvl1pPr>
            <a:lvl2pPr lvl="1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2pPr>
            <a:lvl3pPr lvl="2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3pPr>
            <a:lvl4pPr lvl="3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4pPr>
            <a:lvl5pPr lvl="4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5pPr>
            <a:lvl6pPr lvl="5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6pPr>
            <a:lvl7pPr lvl="6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7pPr>
            <a:lvl8pPr lvl="7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8pPr>
            <a:lvl9pPr lvl="8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ubTitle" idx="6"/>
          </p:nvPr>
        </p:nvSpPr>
        <p:spPr>
          <a:xfrm>
            <a:off x="2319125" y="8108693"/>
            <a:ext cx="6433200" cy="538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4750"/>
              <a:buNone/>
              <a:defRPr sz="4750"/>
            </a:lvl1pPr>
            <a:lvl2pPr lvl="1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2pPr>
            <a:lvl3pPr lvl="2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3pPr>
            <a:lvl4pPr lvl="3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4pPr>
            <a:lvl5pPr lvl="4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5pPr>
            <a:lvl6pPr lvl="5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6pPr>
            <a:lvl7pPr lvl="6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7pPr>
            <a:lvl8pPr lvl="7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8pPr>
            <a:lvl9pPr lvl="8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3">
  <p:cSld name="CUSTOM_2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5"/>
          <p:cNvGrpSpPr/>
          <p:nvPr/>
        </p:nvGrpSpPr>
        <p:grpSpPr>
          <a:xfrm rot="10800000">
            <a:off x="-118" y="5827157"/>
            <a:ext cx="18288118" cy="4657699"/>
            <a:chOff x="0" y="-28575"/>
            <a:chExt cx="4816592" cy="1226711"/>
          </a:xfrm>
        </p:grpSpPr>
        <p:sp>
          <p:nvSpPr>
            <p:cNvPr id="39" name="Google Shape;39;p5"/>
            <p:cNvSpPr/>
            <p:nvPr/>
          </p:nvSpPr>
          <p:spPr>
            <a:xfrm>
              <a:off x="0" y="0"/>
              <a:ext cx="4816592" cy="1198136"/>
            </a:xfrm>
            <a:custGeom>
              <a:avLst/>
              <a:gdLst/>
              <a:ahLst/>
              <a:cxnLst/>
              <a:rect l="l" t="t" r="r" b="b"/>
              <a:pathLst>
                <a:path w="4816592" h="1198136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198136"/>
                  </a:lnTo>
                  <a:lnTo>
                    <a:pt x="0" y="1198136"/>
                  </a:lnTo>
                  <a:close/>
                </a:path>
              </a:pathLst>
            </a:custGeom>
            <a:gradFill>
              <a:gsLst>
                <a:gs pos="0">
                  <a:srgbClr val="6AE870"/>
                </a:gs>
                <a:gs pos="100000">
                  <a:srgbClr val="000000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40" name="Google Shape;40;p5"/>
            <p:cNvSpPr txBox="1"/>
            <p:nvPr/>
          </p:nvSpPr>
          <p:spPr>
            <a:xfrm>
              <a:off x="0" y="-28575"/>
              <a:ext cx="4816500" cy="122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6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" name="Google Shape;41;p5"/>
          <p:cNvSpPr/>
          <p:nvPr/>
        </p:nvSpPr>
        <p:spPr>
          <a:xfrm>
            <a:off x="553794" y="528211"/>
            <a:ext cx="4122011" cy="3972120"/>
          </a:xfrm>
          <a:custGeom>
            <a:avLst/>
            <a:gdLst/>
            <a:ahLst/>
            <a:cxnLst/>
            <a:rect l="l" t="t" r="r" b="b"/>
            <a:pathLst>
              <a:path w="4122011" h="3972120" extrusionOk="0">
                <a:moveTo>
                  <a:pt x="0" y="0"/>
                </a:moveTo>
                <a:lnTo>
                  <a:pt x="4122011" y="0"/>
                </a:lnTo>
                <a:lnTo>
                  <a:pt x="4122011" y="3972120"/>
                </a:lnTo>
                <a:lnTo>
                  <a:pt x="0" y="39721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42" name="Google Shape;42;p5"/>
          <p:cNvGrpSpPr/>
          <p:nvPr/>
        </p:nvGrpSpPr>
        <p:grpSpPr>
          <a:xfrm>
            <a:off x="13046639" y="7179026"/>
            <a:ext cx="4594189" cy="4351950"/>
            <a:chOff x="0" y="0"/>
            <a:chExt cx="6125585" cy="5802600"/>
          </a:xfrm>
        </p:grpSpPr>
        <p:sp>
          <p:nvSpPr>
            <p:cNvPr id="43" name="Google Shape;43;p5"/>
            <p:cNvSpPr/>
            <p:nvPr/>
          </p:nvSpPr>
          <p:spPr>
            <a:xfrm>
              <a:off x="0" y="0"/>
              <a:ext cx="6125585" cy="5802600"/>
            </a:xfrm>
            <a:custGeom>
              <a:avLst/>
              <a:gdLst/>
              <a:ahLst/>
              <a:cxnLst/>
              <a:rect l="l" t="t" r="r" b="b"/>
              <a:pathLst>
                <a:path w="6125585" h="5802600" extrusionOk="0">
                  <a:moveTo>
                    <a:pt x="0" y="0"/>
                  </a:moveTo>
                  <a:lnTo>
                    <a:pt x="6125585" y="0"/>
                  </a:lnTo>
                  <a:lnTo>
                    <a:pt x="6125585" y="5802600"/>
                  </a:lnTo>
                  <a:lnTo>
                    <a:pt x="0" y="58026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44" name="Google Shape;44;p5"/>
            <p:cNvSpPr/>
            <p:nvPr/>
          </p:nvSpPr>
          <p:spPr>
            <a:xfrm>
              <a:off x="2699530" y="2538037"/>
              <a:ext cx="726526" cy="726526"/>
            </a:xfrm>
            <a:custGeom>
              <a:avLst/>
              <a:gdLst/>
              <a:ahLst/>
              <a:cxnLst/>
              <a:rect l="l" t="t" r="r" b="b"/>
              <a:pathLst>
                <a:path w="726526" h="726526" extrusionOk="0">
                  <a:moveTo>
                    <a:pt x="0" y="0"/>
                  </a:moveTo>
                  <a:lnTo>
                    <a:pt x="726526" y="0"/>
                  </a:lnTo>
                  <a:lnTo>
                    <a:pt x="726526" y="726526"/>
                  </a:lnTo>
                  <a:lnTo>
                    <a:pt x="0" y="72652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  <p:sp>
        <p:nvSpPr>
          <p:cNvPr id="45" name="Google Shape;45;p5"/>
          <p:cNvSpPr txBox="1">
            <a:spLocks noGrp="1"/>
          </p:cNvSpPr>
          <p:nvPr>
            <p:ph type="title"/>
          </p:nvPr>
        </p:nvSpPr>
        <p:spPr>
          <a:xfrm>
            <a:off x="1701975" y="2652575"/>
            <a:ext cx="14883900" cy="37458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0"/>
              <a:buNone/>
              <a:defRPr sz="14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body" idx="1"/>
          </p:nvPr>
        </p:nvSpPr>
        <p:spPr>
          <a:xfrm>
            <a:off x="3988050" y="7371525"/>
            <a:ext cx="10311900" cy="1263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5125" algn="ctr">
              <a:spcBef>
                <a:spcPts val="640"/>
              </a:spcBef>
              <a:spcAft>
                <a:spcPts val="0"/>
              </a:spcAft>
              <a:buSzPts val="2150"/>
              <a:buChar char="•"/>
              <a:defRPr/>
            </a:lvl1pPr>
            <a:lvl2pPr marL="914400" lvl="1" indent="-365125" algn="ctr">
              <a:spcBef>
                <a:spcPts val="640"/>
              </a:spcBef>
              <a:spcAft>
                <a:spcPts val="0"/>
              </a:spcAft>
              <a:buSzPts val="2150"/>
              <a:buChar char="–"/>
              <a:defRPr/>
            </a:lvl2pPr>
            <a:lvl3pPr marL="1371600" lvl="2" indent="-365125" algn="ctr">
              <a:spcBef>
                <a:spcPts val="640"/>
              </a:spcBef>
              <a:spcAft>
                <a:spcPts val="0"/>
              </a:spcAft>
              <a:buSzPts val="2150"/>
              <a:buChar char="•"/>
              <a:defRPr/>
            </a:lvl3pPr>
            <a:lvl4pPr marL="1828800" lvl="3" indent="-365125" algn="ctr">
              <a:spcBef>
                <a:spcPts val="640"/>
              </a:spcBef>
              <a:spcAft>
                <a:spcPts val="0"/>
              </a:spcAft>
              <a:buSzPts val="2150"/>
              <a:buChar char="–"/>
              <a:defRPr/>
            </a:lvl4pPr>
            <a:lvl5pPr marL="2286000" lvl="4" indent="-365125" algn="ctr">
              <a:spcBef>
                <a:spcPts val="640"/>
              </a:spcBef>
              <a:spcAft>
                <a:spcPts val="0"/>
              </a:spcAft>
              <a:buSzPts val="2150"/>
              <a:buChar char="»"/>
              <a:defRPr/>
            </a:lvl5pPr>
            <a:lvl6pPr marL="2743200" lvl="5" indent="-365125" algn="ctr">
              <a:spcBef>
                <a:spcPts val="640"/>
              </a:spcBef>
              <a:spcAft>
                <a:spcPts val="0"/>
              </a:spcAft>
              <a:buSzPts val="2150"/>
              <a:buChar char="•"/>
              <a:defRPr/>
            </a:lvl6pPr>
            <a:lvl7pPr marL="3200400" lvl="6" indent="-365125" algn="ctr">
              <a:spcBef>
                <a:spcPts val="640"/>
              </a:spcBef>
              <a:spcAft>
                <a:spcPts val="0"/>
              </a:spcAft>
              <a:buSzPts val="2150"/>
              <a:buChar char="•"/>
              <a:defRPr/>
            </a:lvl7pPr>
            <a:lvl8pPr marL="3657600" lvl="7" indent="-365125" algn="ctr">
              <a:spcBef>
                <a:spcPts val="640"/>
              </a:spcBef>
              <a:spcAft>
                <a:spcPts val="0"/>
              </a:spcAft>
              <a:buSzPts val="2150"/>
              <a:buChar char="•"/>
              <a:defRPr/>
            </a:lvl8pPr>
            <a:lvl9pPr marL="4114800" lvl="8" indent="-365125" algn="ctr">
              <a:spcBef>
                <a:spcPts val="640"/>
              </a:spcBef>
              <a:spcAft>
                <a:spcPts val="0"/>
              </a:spcAft>
              <a:buSzPts val="215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4">
  <p:cSld name="CUSTOM_3">
    <p:bg>
      <p:bgPr>
        <a:solidFill>
          <a:srgbClr val="23DC6D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/>
          <p:nvPr/>
        </p:nvSpPr>
        <p:spPr>
          <a:xfrm>
            <a:off x="14538907" y="-1026374"/>
            <a:ext cx="4149852" cy="4226702"/>
          </a:xfrm>
          <a:custGeom>
            <a:avLst/>
            <a:gdLst/>
            <a:ahLst/>
            <a:cxnLst/>
            <a:rect l="l" t="t" r="r" b="b"/>
            <a:pathLst>
              <a:path w="4149852" h="4226702" extrusionOk="0">
                <a:moveTo>
                  <a:pt x="0" y="0"/>
                </a:moveTo>
                <a:lnTo>
                  <a:pt x="4149853" y="0"/>
                </a:lnTo>
                <a:lnTo>
                  <a:pt x="4149853" y="4226702"/>
                </a:lnTo>
                <a:lnTo>
                  <a:pt x="0" y="42267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9" name="Google Shape;49;p6"/>
          <p:cNvSpPr/>
          <p:nvPr/>
        </p:nvSpPr>
        <p:spPr>
          <a:xfrm rot="-5400000">
            <a:off x="859256" y="8384552"/>
            <a:ext cx="3625028" cy="3804896"/>
          </a:xfrm>
          <a:custGeom>
            <a:avLst/>
            <a:gdLst/>
            <a:ahLst/>
            <a:cxnLst/>
            <a:rect l="l" t="t" r="r" b="b"/>
            <a:pathLst>
              <a:path w="3625028" h="3804896" extrusionOk="0">
                <a:moveTo>
                  <a:pt x="0" y="0"/>
                </a:moveTo>
                <a:lnTo>
                  <a:pt x="3625029" y="0"/>
                </a:lnTo>
                <a:lnTo>
                  <a:pt x="3625029" y="3804896"/>
                </a:lnTo>
                <a:lnTo>
                  <a:pt x="0" y="38048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0" name="Google Shape;50;p6"/>
          <p:cNvSpPr/>
          <p:nvPr/>
        </p:nvSpPr>
        <p:spPr>
          <a:xfrm>
            <a:off x="771232" y="1086977"/>
            <a:ext cx="19089519" cy="8113046"/>
          </a:xfrm>
          <a:custGeom>
            <a:avLst/>
            <a:gdLst/>
            <a:ahLst/>
            <a:cxnLst/>
            <a:rect l="l" t="t" r="r" b="b"/>
            <a:pathLst>
              <a:path w="19089519" h="8113046" extrusionOk="0">
                <a:moveTo>
                  <a:pt x="0" y="0"/>
                </a:moveTo>
                <a:lnTo>
                  <a:pt x="19089520" y="0"/>
                </a:lnTo>
                <a:lnTo>
                  <a:pt x="19089520" y="8113046"/>
                </a:lnTo>
                <a:lnTo>
                  <a:pt x="0" y="81130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1" name="Google Shape;51;p6"/>
          <p:cNvSpPr txBox="1">
            <a:spLocks noGrp="1"/>
          </p:cNvSpPr>
          <p:nvPr>
            <p:ph type="body" idx="1"/>
          </p:nvPr>
        </p:nvSpPr>
        <p:spPr>
          <a:xfrm>
            <a:off x="1780775" y="3103950"/>
            <a:ext cx="14639400" cy="4079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654050" algn="ctr">
              <a:spcBef>
                <a:spcPts val="640"/>
              </a:spcBef>
              <a:spcAft>
                <a:spcPts val="0"/>
              </a:spcAft>
              <a:buSzPts val="6700"/>
              <a:buFont typeface="League Spartan"/>
              <a:buChar char="•"/>
              <a:defRPr sz="6700" b="1"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marL="914400" lvl="1" indent="-654050" algn="ctr">
              <a:spcBef>
                <a:spcPts val="640"/>
              </a:spcBef>
              <a:spcAft>
                <a:spcPts val="0"/>
              </a:spcAft>
              <a:buSzPts val="6700"/>
              <a:buFont typeface="League Spartan"/>
              <a:buChar char="–"/>
              <a:defRPr sz="6700" b="1">
                <a:latin typeface="League Spartan"/>
                <a:ea typeface="League Spartan"/>
                <a:cs typeface="League Spartan"/>
                <a:sym typeface="League Spartan"/>
              </a:defRPr>
            </a:lvl2pPr>
            <a:lvl3pPr marL="1371600" lvl="2" indent="-654050" algn="ctr">
              <a:spcBef>
                <a:spcPts val="640"/>
              </a:spcBef>
              <a:spcAft>
                <a:spcPts val="0"/>
              </a:spcAft>
              <a:buSzPts val="6700"/>
              <a:buFont typeface="League Spartan"/>
              <a:buChar char="•"/>
              <a:defRPr sz="6700" b="1">
                <a:latin typeface="League Spartan"/>
                <a:ea typeface="League Spartan"/>
                <a:cs typeface="League Spartan"/>
                <a:sym typeface="League Spartan"/>
              </a:defRPr>
            </a:lvl3pPr>
            <a:lvl4pPr marL="1828800" lvl="3" indent="-654050" algn="ctr">
              <a:spcBef>
                <a:spcPts val="640"/>
              </a:spcBef>
              <a:spcAft>
                <a:spcPts val="0"/>
              </a:spcAft>
              <a:buSzPts val="6700"/>
              <a:buFont typeface="League Spartan"/>
              <a:buChar char="–"/>
              <a:defRPr sz="6700" b="1">
                <a:latin typeface="League Spartan"/>
                <a:ea typeface="League Spartan"/>
                <a:cs typeface="League Spartan"/>
                <a:sym typeface="League Spartan"/>
              </a:defRPr>
            </a:lvl4pPr>
            <a:lvl5pPr marL="2286000" lvl="4" indent="-654050" algn="ctr">
              <a:spcBef>
                <a:spcPts val="640"/>
              </a:spcBef>
              <a:spcAft>
                <a:spcPts val="0"/>
              </a:spcAft>
              <a:buSzPts val="6700"/>
              <a:buFont typeface="League Spartan"/>
              <a:buChar char="»"/>
              <a:defRPr sz="6700" b="1">
                <a:latin typeface="League Spartan"/>
                <a:ea typeface="League Spartan"/>
                <a:cs typeface="League Spartan"/>
                <a:sym typeface="League Spartan"/>
              </a:defRPr>
            </a:lvl5pPr>
            <a:lvl6pPr marL="2743200" lvl="5" indent="-654050" algn="ctr">
              <a:spcBef>
                <a:spcPts val="640"/>
              </a:spcBef>
              <a:spcAft>
                <a:spcPts val="0"/>
              </a:spcAft>
              <a:buSzPts val="6700"/>
              <a:buFont typeface="League Spartan"/>
              <a:buChar char="•"/>
              <a:defRPr sz="6700" b="1">
                <a:latin typeface="League Spartan"/>
                <a:ea typeface="League Spartan"/>
                <a:cs typeface="League Spartan"/>
                <a:sym typeface="League Spartan"/>
              </a:defRPr>
            </a:lvl6pPr>
            <a:lvl7pPr marL="3200400" lvl="6" indent="-654050" algn="ctr">
              <a:spcBef>
                <a:spcPts val="640"/>
              </a:spcBef>
              <a:spcAft>
                <a:spcPts val="0"/>
              </a:spcAft>
              <a:buSzPts val="6700"/>
              <a:buFont typeface="League Spartan"/>
              <a:buChar char="•"/>
              <a:defRPr sz="6700" b="1">
                <a:latin typeface="League Spartan"/>
                <a:ea typeface="League Spartan"/>
                <a:cs typeface="League Spartan"/>
                <a:sym typeface="League Spartan"/>
              </a:defRPr>
            </a:lvl7pPr>
            <a:lvl8pPr marL="3657600" lvl="7" indent="-654050" algn="ctr">
              <a:spcBef>
                <a:spcPts val="640"/>
              </a:spcBef>
              <a:spcAft>
                <a:spcPts val="0"/>
              </a:spcAft>
              <a:buSzPts val="6700"/>
              <a:buFont typeface="League Spartan"/>
              <a:buChar char="•"/>
              <a:defRPr sz="6700" b="1">
                <a:latin typeface="League Spartan"/>
                <a:ea typeface="League Spartan"/>
                <a:cs typeface="League Spartan"/>
                <a:sym typeface="League Spartan"/>
              </a:defRPr>
            </a:lvl8pPr>
            <a:lvl9pPr marL="4114800" lvl="8" indent="-654050" algn="ctr">
              <a:spcBef>
                <a:spcPts val="640"/>
              </a:spcBef>
              <a:spcAft>
                <a:spcPts val="0"/>
              </a:spcAft>
              <a:buSzPts val="6700"/>
              <a:buFont typeface="League Spartan"/>
              <a:buChar char="•"/>
              <a:defRPr sz="6700" b="1">
                <a:latin typeface="League Spartan"/>
                <a:ea typeface="League Spartan"/>
                <a:cs typeface="League Spartan"/>
                <a:sym typeface="League Sparta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5">
  <p:cSld name="CUSTOM_4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1028700" y="1881850"/>
            <a:ext cx="7502400" cy="3141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54" name="Google Shape;54;p7"/>
          <p:cNvGrpSpPr/>
          <p:nvPr/>
        </p:nvGrpSpPr>
        <p:grpSpPr>
          <a:xfrm>
            <a:off x="13144500" y="920204"/>
            <a:ext cx="4114826" cy="4223672"/>
            <a:chOff x="0" y="-28575"/>
            <a:chExt cx="1083733" cy="1112400"/>
          </a:xfrm>
        </p:grpSpPr>
        <p:sp>
          <p:nvSpPr>
            <p:cNvPr id="55" name="Google Shape;55;p7"/>
            <p:cNvSpPr/>
            <p:nvPr/>
          </p:nvSpPr>
          <p:spPr>
            <a:xfrm>
              <a:off x="0" y="0"/>
              <a:ext cx="1083733" cy="1083733"/>
            </a:xfrm>
            <a:custGeom>
              <a:avLst/>
              <a:gdLst/>
              <a:ahLst/>
              <a:cxnLst/>
              <a:rect l="l" t="t" r="r" b="b"/>
              <a:pathLst>
                <a:path w="1083733" h="1083733" extrusionOk="0">
                  <a:moveTo>
                    <a:pt x="0" y="0"/>
                  </a:moveTo>
                  <a:lnTo>
                    <a:pt x="1083733" y="0"/>
                  </a:lnTo>
                  <a:lnTo>
                    <a:pt x="1083733" y="1083733"/>
                  </a:lnTo>
                  <a:lnTo>
                    <a:pt x="0" y="10837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56" name="Google Shape;56;p7"/>
            <p:cNvSpPr txBox="1"/>
            <p:nvPr/>
          </p:nvSpPr>
          <p:spPr>
            <a:xfrm>
              <a:off x="0" y="-28575"/>
              <a:ext cx="1083600" cy="111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6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" name="Google Shape;57;p7"/>
          <p:cNvGrpSpPr/>
          <p:nvPr/>
        </p:nvGrpSpPr>
        <p:grpSpPr>
          <a:xfrm>
            <a:off x="9029700" y="5035004"/>
            <a:ext cx="4114826" cy="4223672"/>
            <a:chOff x="0" y="-28575"/>
            <a:chExt cx="1083733" cy="1112400"/>
          </a:xfrm>
        </p:grpSpPr>
        <p:sp>
          <p:nvSpPr>
            <p:cNvPr id="58" name="Google Shape;58;p7"/>
            <p:cNvSpPr/>
            <p:nvPr/>
          </p:nvSpPr>
          <p:spPr>
            <a:xfrm>
              <a:off x="0" y="0"/>
              <a:ext cx="1083733" cy="1083733"/>
            </a:xfrm>
            <a:custGeom>
              <a:avLst/>
              <a:gdLst/>
              <a:ahLst/>
              <a:cxnLst/>
              <a:rect l="l" t="t" r="r" b="b"/>
              <a:pathLst>
                <a:path w="1083733" h="1083733" extrusionOk="0">
                  <a:moveTo>
                    <a:pt x="0" y="0"/>
                  </a:moveTo>
                  <a:lnTo>
                    <a:pt x="1083733" y="0"/>
                  </a:lnTo>
                  <a:lnTo>
                    <a:pt x="1083733" y="1083733"/>
                  </a:lnTo>
                  <a:lnTo>
                    <a:pt x="0" y="10837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59" name="Google Shape;59;p7"/>
            <p:cNvSpPr txBox="1"/>
            <p:nvPr/>
          </p:nvSpPr>
          <p:spPr>
            <a:xfrm>
              <a:off x="0" y="-28575"/>
              <a:ext cx="1083600" cy="111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6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" name="Google Shape;60;p7"/>
          <p:cNvSpPr/>
          <p:nvPr/>
        </p:nvSpPr>
        <p:spPr>
          <a:xfrm>
            <a:off x="9029700" y="10287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 extrusionOk="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61" name="Google Shape;61;p7"/>
          <p:cNvSpPr/>
          <p:nvPr/>
        </p:nvSpPr>
        <p:spPr>
          <a:xfrm>
            <a:off x="13144500" y="51435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 extrusionOk="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62" name="Google Shape;62;p7"/>
          <p:cNvSpPr txBox="1">
            <a:spLocks noGrp="1"/>
          </p:cNvSpPr>
          <p:nvPr>
            <p:ph type="body" idx="1"/>
          </p:nvPr>
        </p:nvSpPr>
        <p:spPr>
          <a:xfrm>
            <a:off x="1028700" y="5464850"/>
            <a:ext cx="5963400" cy="294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5125">
              <a:spcBef>
                <a:spcPts val="640"/>
              </a:spcBef>
              <a:spcAft>
                <a:spcPts val="0"/>
              </a:spcAft>
              <a:buSzPts val="2150"/>
              <a:buChar char="•"/>
              <a:defRPr/>
            </a:lvl1pPr>
            <a:lvl2pPr marL="914400" lvl="1" indent="-365125">
              <a:spcBef>
                <a:spcPts val="640"/>
              </a:spcBef>
              <a:spcAft>
                <a:spcPts val="0"/>
              </a:spcAft>
              <a:buSzPts val="2150"/>
              <a:buChar char="–"/>
              <a:defRPr/>
            </a:lvl2pPr>
            <a:lvl3pPr marL="1371600" lvl="2" indent="-365125">
              <a:spcBef>
                <a:spcPts val="640"/>
              </a:spcBef>
              <a:spcAft>
                <a:spcPts val="0"/>
              </a:spcAft>
              <a:buSzPts val="2150"/>
              <a:buChar char="•"/>
              <a:defRPr/>
            </a:lvl3pPr>
            <a:lvl4pPr marL="1828800" lvl="3" indent="-365125">
              <a:spcBef>
                <a:spcPts val="640"/>
              </a:spcBef>
              <a:spcAft>
                <a:spcPts val="0"/>
              </a:spcAft>
              <a:buSzPts val="2150"/>
              <a:buChar char="–"/>
              <a:defRPr/>
            </a:lvl4pPr>
            <a:lvl5pPr marL="2286000" lvl="4" indent="-365125">
              <a:spcBef>
                <a:spcPts val="640"/>
              </a:spcBef>
              <a:spcAft>
                <a:spcPts val="0"/>
              </a:spcAft>
              <a:buSzPts val="2150"/>
              <a:buChar char="»"/>
              <a:defRPr/>
            </a:lvl5pPr>
            <a:lvl6pPr marL="2743200" lvl="5" indent="-365125">
              <a:spcBef>
                <a:spcPts val="640"/>
              </a:spcBef>
              <a:spcAft>
                <a:spcPts val="0"/>
              </a:spcAft>
              <a:buSzPts val="2150"/>
              <a:buChar char="•"/>
              <a:defRPr/>
            </a:lvl6pPr>
            <a:lvl7pPr marL="3200400" lvl="6" indent="-365125">
              <a:spcBef>
                <a:spcPts val="640"/>
              </a:spcBef>
              <a:spcAft>
                <a:spcPts val="0"/>
              </a:spcAft>
              <a:buSzPts val="2150"/>
              <a:buChar char="•"/>
              <a:defRPr/>
            </a:lvl7pPr>
            <a:lvl8pPr marL="3657600" lvl="7" indent="-365125">
              <a:spcBef>
                <a:spcPts val="640"/>
              </a:spcBef>
              <a:spcAft>
                <a:spcPts val="0"/>
              </a:spcAft>
              <a:buSzPts val="2150"/>
              <a:buChar char="•"/>
              <a:defRPr/>
            </a:lvl8pPr>
            <a:lvl9pPr marL="4114800" lvl="8" indent="-365125">
              <a:spcBef>
                <a:spcPts val="640"/>
              </a:spcBef>
              <a:spcAft>
                <a:spcPts val="0"/>
              </a:spcAft>
              <a:buSzPts val="215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7"/>
          <p:cNvSpPr>
            <a:spLocks noGrp="1"/>
          </p:cNvSpPr>
          <p:nvPr>
            <p:ph type="pic" idx="2"/>
          </p:nvPr>
        </p:nvSpPr>
        <p:spPr>
          <a:xfrm>
            <a:off x="13144500" y="1028950"/>
            <a:ext cx="41148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7"/>
          <p:cNvSpPr>
            <a:spLocks noGrp="1"/>
          </p:cNvSpPr>
          <p:nvPr>
            <p:ph type="pic" idx="3"/>
          </p:nvPr>
        </p:nvSpPr>
        <p:spPr>
          <a:xfrm>
            <a:off x="9029713" y="5143500"/>
            <a:ext cx="41148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7"/>
          <p:cNvSpPr txBox="1">
            <a:spLocks noGrp="1"/>
          </p:cNvSpPr>
          <p:nvPr>
            <p:ph type="title" idx="4"/>
          </p:nvPr>
        </p:nvSpPr>
        <p:spPr>
          <a:xfrm>
            <a:off x="10068300" y="2153500"/>
            <a:ext cx="2037600" cy="579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50"/>
              <a:buNone/>
              <a:defRPr sz="43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7"/>
          <p:cNvSpPr txBox="1">
            <a:spLocks noGrp="1"/>
          </p:cNvSpPr>
          <p:nvPr>
            <p:ph type="subTitle" idx="5"/>
          </p:nvPr>
        </p:nvSpPr>
        <p:spPr>
          <a:xfrm>
            <a:off x="9803250" y="3085275"/>
            <a:ext cx="2567700" cy="350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1pPr>
            <a:lvl2pPr lvl="1" algn="ctr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2pPr>
            <a:lvl3pPr lvl="2" algn="ctr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3pPr>
            <a:lvl4pPr lvl="3" algn="ctr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4pPr>
            <a:lvl5pPr lvl="4" algn="ctr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5pPr>
            <a:lvl6pPr lvl="5" algn="ctr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6pPr>
            <a:lvl7pPr lvl="6" algn="ctr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7pPr>
            <a:lvl8pPr lvl="7" algn="ctr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8pPr>
            <a:lvl9pPr lvl="8" algn="ctr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title" idx="6"/>
          </p:nvPr>
        </p:nvSpPr>
        <p:spPr>
          <a:xfrm>
            <a:off x="14183113" y="6505900"/>
            <a:ext cx="2037600" cy="579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50"/>
              <a:buNone/>
              <a:defRPr sz="435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ubTitle" idx="7"/>
          </p:nvPr>
        </p:nvSpPr>
        <p:spPr>
          <a:xfrm>
            <a:off x="13918063" y="7437675"/>
            <a:ext cx="2567700" cy="350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1pPr>
            <a:lvl2pPr lvl="1" algn="ctr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2pPr>
            <a:lvl3pPr lvl="2" algn="ctr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3pPr>
            <a:lvl4pPr lvl="3" algn="ctr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4pPr>
            <a:lvl5pPr lvl="4" algn="ctr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5pPr>
            <a:lvl6pPr lvl="5" algn="ctr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6pPr>
            <a:lvl7pPr lvl="6" algn="ctr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7pPr>
            <a:lvl8pPr lvl="7" algn="ctr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8pPr>
            <a:lvl9pPr lvl="8" algn="ctr" rtl="0">
              <a:spcBef>
                <a:spcPts val="640"/>
              </a:spcBef>
              <a:spcAft>
                <a:spcPts val="0"/>
              </a:spcAft>
              <a:buSzPts val="215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6">
  <p:cSld name="CUSTOM_5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8"/>
          <p:cNvSpPr txBox="1">
            <a:spLocks noGrp="1"/>
          </p:cNvSpPr>
          <p:nvPr>
            <p:ph type="title"/>
          </p:nvPr>
        </p:nvSpPr>
        <p:spPr>
          <a:xfrm>
            <a:off x="10653425" y="1313825"/>
            <a:ext cx="5635800" cy="1985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8"/>
          <p:cNvSpPr/>
          <p:nvPr/>
        </p:nvSpPr>
        <p:spPr>
          <a:xfrm>
            <a:off x="1370354" y="1603714"/>
            <a:ext cx="7079573" cy="7079573"/>
          </a:xfrm>
          <a:custGeom>
            <a:avLst/>
            <a:gdLst/>
            <a:ahLst/>
            <a:cxnLst/>
            <a:rect l="l" t="t" r="r" b="b"/>
            <a:pathLst>
              <a:path w="7079573" h="7079573" extrusionOk="0">
                <a:moveTo>
                  <a:pt x="0" y="0"/>
                </a:moveTo>
                <a:lnTo>
                  <a:pt x="7079573" y="0"/>
                </a:lnTo>
                <a:lnTo>
                  <a:pt x="7079573" y="7079572"/>
                </a:lnTo>
                <a:lnTo>
                  <a:pt x="0" y="70795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72" name="Google Shape;72;p8"/>
          <p:cNvPicPr preferRelativeResize="0"/>
          <p:nvPr/>
        </p:nvPicPr>
        <p:blipFill rotWithShape="1">
          <a:blip r:embed="rId3">
            <a:alphaModFix/>
          </a:blip>
          <a:srcRect l="10379" t="23118" r="26023"/>
          <a:stretch/>
        </p:blipFill>
        <p:spPr>
          <a:xfrm>
            <a:off x="-1586200" y="2447735"/>
            <a:ext cx="9845626" cy="793451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3" name="Google Shape;73;p8"/>
          <p:cNvCxnSpPr/>
          <p:nvPr/>
        </p:nvCxnSpPr>
        <p:spPr>
          <a:xfrm>
            <a:off x="10332293" y="5056701"/>
            <a:ext cx="6492300" cy="0"/>
          </a:xfrm>
          <a:prstGeom prst="straightConnector1">
            <a:avLst/>
          </a:prstGeom>
          <a:noFill/>
          <a:ln w="38100" cap="flat" cmpd="sng">
            <a:solidFill>
              <a:srgbClr val="23DC6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4" name="Google Shape;74;p8"/>
          <p:cNvSpPr txBox="1">
            <a:spLocks noGrp="1"/>
          </p:cNvSpPr>
          <p:nvPr>
            <p:ph type="body" idx="1"/>
          </p:nvPr>
        </p:nvSpPr>
        <p:spPr>
          <a:xfrm>
            <a:off x="10653425" y="3168075"/>
            <a:ext cx="6895200" cy="1118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4175">
              <a:spcBef>
                <a:spcPts val="640"/>
              </a:spcBef>
              <a:spcAft>
                <a:spcPts val="0"/>
              </a:spcAft>
              <a:buSzPts val="2450"/>
              <a:buChar char="•"/>
              <a:defRPr sz="2450"/>
            </a:lvl1pPr>
            <a:lvl2pPr marL="914400" lvl="1" indent="-384175">
              <a:spcBef>
                <a:spcPts val="640"/>
              </a:spcBef>
              <a:spcAft>
                <a:spcPts val="0"/>
              </a:spcAft>
              <a:buSzPts val="2450"/>
              <a:buChar char="–"/>
              <a:defRPr sz="2450"/>
            </a:lvl2pPr>
            <a:lvl3pPr marL="1371600" lvl="2" indent="-384175">
              <a:spcBef>
                <a:spcPts val="640"/>
              </a:spcBef>
              <a:spcAft>
                <a:spcPts val="0"/>
              </a:spcAft>
              <a:buSzPts val="2450"/>
              <a:buChar char="•"/>
              <a:defRPr sz="2450"/>
            </a:lvl3pPr>
            <a:lvl4pPr marL="1828800" lvl="3" indent="-384175">
              <a:spcBef>
                <a:spcPts val="640"/>
              </a:spcBef>
              <a:spcAft>
                <a:spcPts val="0"/>
              </a:spcAft>
              <a:buSzPts val="2450"/>
              <a:buChar char="–"/>
              <a:defRPr sz="2450"/>
            </a:lvl4pPr>
            <a:lvl5pPr marL="2286000" lvl="4" indent="-384175">
              <a:spcBef>
                <a:spcPts val="640"/>
              </a:spcBef>
              <a:spcAft>
                <a:spcPts val="0"/>
              </a:spcAft>
              <a:buSzPts val="2450"/>
              <a:buChar char="»"/>
              <a:defRPr sz="2450"/>
            </a:lvl5pPr>
            <a:lvl6pPr marL="2743200" lvl="5" indent="-384175">
              <a:spcBef>
                <a:spcPts val="640"/>
              </a:spcBef>
              <a:spcAft>
                <a:spcPts val="0"/>
              </a:spcAft>
              <a:buSzPts val="2450"/>
              <a:buChar char="•"/>
              <a:defRPr sz="2450"/>
            </a:lvl6pPr>
            <a:lvl7pPr marL="3200400" lvl="6" indent="-384175">
              <a:spcBef>
                <a:spcPts val="640"/>
              </a:spcBef>
              <a:spcAft>
                <a:spcPts val="0"/>
              </a:spcAft>
              <a:buSzPts val="2450"/>
              <a:buChar char="•"/>
              <a:defRPr sz="2450"/>
            </a:lvl7pPr>
            <a:lvl8pPr marL="3657600" lvl="7" indent="-384175">
              <a:spcBef>
                <a:spcPts val="640"/>
              </a:spcBef>
              <a:spcAft>
                <a:spcPts val="0"/>
              </a:spcAft>
              <a:buSzPts val="2450"/>
              <a:buChar char="•"/>
              <a:defRPr sz="2450"/>
            </a:lvl8pPr>
            <a:lvl9pPr marL="4114800" lvl="8" indent="-384175">
              <a:spcBef>
                <a:spcPts val="640"/>
              </a:spcBef>
              <a:spcAft>
                <a:spcPts val="0"/>
              </a:spcAft>
              <a:buSzPts val="2450"/>
              <a:buChar char="•"/>
              <a:defRPr sz="2450"/>
            </a:lvl9pPr>
          </a:lstStyle>
          <a:p>
            <a:endParaRPr/>
          </a:p>
        </p:txBody>
      </p:sp>
      <p:sp>
        <p:nvSpPr>
          <p:cNvPr id="75" name="Google Shape;75;p8"/>
          <p:cNvSpPr txBox="1">
            <a:spLocks noGrp="1"/>
          </p:cNvSpPr>
          <p:nvPr>
            <p:ph type="title" idx="2"/>
          </p:nvPr>
        </p:nvSpPr>
        <p:spPr>
          <a:xfrm>
            <a:off x="10653425" y="5931375"/>
            <a:ext cx="5635800" cy="1985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6C25FF"/>
              </a:buClr>
              <a:buSzPts val="12100"/>
              <a:buNone/>
              <a:defRPr sz="12100">
                <a:solidFill>
                  <a:srgbClr val="6C25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"/>
          <p:cNvSpPr txBox="1">
            <a:spLocks noGrp="1"/>
          </p:cNvSpPr>
          <p:nvPr>
            <p:ph type="body" idx="3"/>
          </p:nvPr>
        </p:nvSpPr>
        <p:spPr>
          <a:xfrm>
            <a:off x="10653425" y="7785625"/>
            <a:ext cx="6895200" cy="1118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4175" rtl="0">
              <a:spcBef>
                <a:spcPts val="640"/>
              </a:spcBef>
              <a:spcAft>
                <a:spcPts val="0"/>
              </a:spcAft>
              <a:buSzPts val="2450"/>
              <a:buChar char="•"/>
              <a:defRPr sz="2450"/>
            </a:lvl1pPr>
            <a:lvl2pPr marL="914400" lvl="1" indent="-384175" rtl="0">
              <a:spcBef>
                <a:spcPts val="640"/>
              </a:spcBef>
              <a:spcAft>
                <a:spcPts val="0"/>
              </a:spcAft>
              <a:buSzPts val="2450"/>
              <a:buChar char="–"/>
              <a:defRPr sz="2450"/>
            </a:lvl2pPr>
            <a:lvl3pPr marL="1371600" lvl="2" indent="-384175" rtl="0">
              <a:spcBef>
                <a:spcPts val="640"/>
              </a:spcBef>
              <a:spcAft>
                <a:spcPts val="0"/>
              </a:spcAft>
              <a:buSzPts val="2450"/>
              <a:buChar char="•"/>
              <a:defRPr sz="2450"/>
            </a:lvl3pPr>
            <a:lvl4pPr marL="1828800" lvl="3" indent="-384175" rtl="0">
              <a:spcBef>
                <a:spcPts val="640"/>
              </a:spcBef>
              <a:spcAft>
                <a:spcPts val="0"/>
              </a:spcAft>
              <a:buSzPts val="2450"/>
              <a:buChar char="–"/>
              <a:defRPr sz="2450"/>
            </a:lvl4pPr>
            <a:lvl5pPr marL="2286000" lvl="4" indent="-384175" rtl="0">
              <a:spcBef>
                <a:spcPts val="640"/>
              </a:spcBef>
              <a:spcAft>
                <a:spcPts val="0"/>
              </a:spcAft>
              <a:buSzPts val="2450"/>
              <a:buChar char="»"/>
              <a:defRPr sz="2450"/>
            </a:lvl5pPr>
            <a:lvl6pPr marL="2743200" lvl="5" indent="-384175" rtl="0">
              <a:spcBef>
                <a:spcPts val="640"/>
              </a:spcBef>
              <a:spcAft>
                <a:spcPts val="0"/>
              </a:spcAft>
              <a:buSzPts val="2450"/>
              <a:buChar char="•"/>
              <a:defRPr sz="2450"/>
            </a:lvl6pPr>
            <a:lvl7pPr marL="3200400" lvl="6" indent="-384175" rtl="0">
              <a:spcBef>
                <a:spcPts val="640"/>
              </a:spcBef>
              <a:spcAft>
                <a:spcPts val="0"/>
              </a:spcAft>
              <a:buSzPts val="2450"/>
              <a:buChar char="•"/>
              <a:defRPr sz="2450"/>
            </a:lvl7pPr>
            <a:lvl8pPr marL="3657600" lvl="7" indent="-384175" rtl="0">
              <a:spcBef>
                <a:spcPts val="640"/>
              </a:spcBef>
              <a:spcAft>
                <a:spcPts val="0"/>
              </a:spcAft>
              <a:buSzPts val="2450"/>
              <a:buChar char="•"/>
              <a:defRPr sz="2450"/>
            </a:lvl8pPr>
            <a:lvl9pPr marL="4114800" lvl="8" indent="-384175" rtl="0">
              <a:spcBef>
                <a:spcPts val="640"/>
              </a:spcBef>
              <a:spcAft>
                <a:spcPts val="0"/>
              </a:spcAft>
              <a:buSzPts val="2450"/>
              <a:buChar char="•"/>
              <a:defRPr sz="245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7">
  <p:cSld name="CUSTOM_6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9"/>
          <p:cNvSpPr>
            <a:spLocks noGrp="1"/>
          </p:cNvSpPr>
          <p:nvPr>
            <p:ph type="pic" idx="2"/>
          </p:nvPr>
        </p:nvSpPr>
        <p:spPr>
          <a:xfrm>
            <a:off x="12884163" y="2198025"/>
            <a:ext cx="1474200" cy="1469700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9"/>
          <p:cNvSpPr>
            <a:spLocks noGrp="1"/>
          </p:cNvSpPr>
          <p:nvPr>
            <p:ph type="pic" idx="3"/>
          </p:nvPr>
        </p:nvSpPr>
        <p:spPr>
          <a:xfrm>
            <a:off x="12884163" y="4063363"/>
            <a:ext cx="1474200" cy="1469700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9"/>
          <p:cNvSpPr>
            <a:spLocks noGrp="1"/>
          </p:cNvSpPr>
          <p:nvPr>
            <p:ph type="pic" idx="4"/>
          </p:nvPr>
        </p:nvSpPr>
        <p:spPr>
          <a:xfrm>
            <a:off x="12884163" y="5925900"/>
            <a:ext cx="1474200" cy="146970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9"/>
          <p:cNvSpPr>
            <a:spLocks noGrp="1"/>
          </p:cNvSpPr>
          <p:nvPr>
            <p:ph type="pic" idx="5"/>
          </p:nvPr>
        </p:nvSpPr>
        <p:spPr>
          <a:xfrm>
            <a:off x="12884163" y="7788425"/>
            <a:ext cx="1474200" cy="1469700"/>
          </a:xfrm>
          <a:prstGeom prst="rect">
            <a:avLst/>
          </a:prstGeom>
          <a:noFill/>
          <a:ln>
            <a:noFill/>
          </a:ln>
        </p:spPr>
      </p:sp>
      <p:sp>
        <p:nvSpPr>
          <p:cNvPr id="82" name="Google Shape;82;p9"/>
          <p:cNvSpPr txBox="1">
            <a:spLocks noGrp="1"/>
          </p:cNvSpPr>
          <p:nvPr>
            <p:ph type="title"/>
          </p:nvPr>
        </p:nvSpPr>
        <p:spPr>
          <a:xfrm>
            <a:off x="1028700" y="1801650"/>
            <a:ext cx="6591300" cy="4819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9"/>
          <p:cNvSpPr/>
          <p:nvPr/>
        </p:nvSpPr>
        <p:spPr>
          <a:xfrm>
            <a:off x="8800345" y="950476"/>
            <a:ext cx="1260564" cy="851408"/>
          </a:xfrm>
          <a:custGeom>
            <a:avLst/>
            <a:gdLst/>
            <a:ahLst/>
            <a:cxnLst/>
            <a:rect l="l" t="t" r="r" b="b"/>
            <a:pathLst>
              <a:path w="601701" h="406400" extrusionOk="0">
                <a:moveTo>
                  <a:pt x="398501" y="0"/>
                </a:moveTo>
                <a:cubicBezTo>
                  <a:pt x="510725" y="0"/>
                  <a:pt x="601701" y="90976"/>
                  <a:pt x="601701" y="203200"/>
                </a:cubicBezTo>
                <a:cubicBezTo>
                  <a:pt x="601701" y="315424"/>
                  <a:pt x="510725" y="406400"/>
                  <a:pt x="398501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>
            <a:srgbClr val="6C25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4" name="Google Shape;84;p9"/>
          <p:cNvGrpSpPr/>
          <p:nvPr/>
        </p:nvGrpSpPr>
        <p:grpSpPr>
          <a:xfrm rot="-5400000">
            <a:off x="8280682" y="876278"/>
            <a:ext cx="856801" cy="1005184"/>
            <a:chOff x="0" y="-28575"/>
            <a:chExt cx="225658" cy="264738"/>
          </a:xfrm>
        </p:grpSpPr>
        <p:sp>
          <p:nvSpPr>
            <p:cNvPr id="85" name="Google Shape;85;p9"/>
            <p:cNvSpPr/>
            <p:nvPr/>
          </p:nvSpPr>
          <p:spPr>
            <a:xfrm>
              <a:off x="0" y="0"/>
              <a:ext cx="225658" cy="236163"/>
            </a:xfrm>
            <a:custGeom>
              <a:avLst/>
              <a:gdLst/>
              <a:ahLst/>
              <a:cxnLst/>
              <a:rect l="l" t="t" r="r" b="b"/>
              <a:pathLst>
                <a:path w="225658" h="236163" extrusionOk="0">
                  <a:moveTo>
                    <a:pt x="0" y="0"/>
                  </a:moveTo>
                  <a:lnTo>
                    <a:pt x="225658" y="0"/>
                  </a:lnTo>
                  <a:lnTo>
                    <a:pt x="225658" y="236163"/>
                  </a:lnTo>
                  <a:lnTo>
                    <a:pt x="0" y="236163"/>
                  </a:lnTo>
                  <a:close/>
                </a:path>
              </a:pathLst>
            </a:custGeom>
            <a:gradFill>
              <a:gsLst>
                <a:gs pos="0">
                  <a:srgbClr val="000000"/>
                </a:gs>
                <a:gs pos="100000">
                  <a:srgbClr val="000000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86" name="Google Shape;86;p9"/>
            <p:cNvSpPr txBox="1"/>
            <p:nvPr/>
          </p:nvSpPr>
          <p:spPr>
            <a:xfrm>
              <a:off x="0" y="-28575"/>
              <a:ext cx="225600" cy="26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6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9"/>
          <p:cNvSpPr/>
          <p:nvPr/>
        </p:nvSpPr>
        <p:spPr>
          <a:xfrm>
            <a:off x="7886589" y="950476"/>
            <a:ext cx="857504" cy="857504"/>
          </a:xfrm>
          <a:custGeom>
            <a:avLst/>
            <a:gdLst/>
            <a:ahLst/>
            <a:cxnLst/>
            <a:rect l="l" t="t" r="r" b="b"/>
            <a:pathLst>
              <a:path w="812800" h="812800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8" name="Google Shape;88;p9"/>
          <p:cNvGrpSpPr/>
          <p:nvPr/>
        </p:nvGrpSpPr>
        <p:grpSpPr>
          <a:xfrm>
            <a:off x="10243073" y="890631"/>
            <a:ext cx="1755631" cy="911021"/>
            <a:chOff x="0" y="-28575"/>
            <a:chExt cx="838290" cy="435000"/>
          </a:xfrm>
        </p:grpSpPr>
        <p:sp>
          <p:nvSpPr>
            <p:cNvPr id="89" name="Google Shape;89;p9"/>
            <p:cNvSpPr/>
            <p:nvPr/>
          </p:nvSpPr>
          <p:spPr>
            <a:xfrm>
              <a:off x="0" y="0"/>
              <a:ext cx="838290" cy="406400"/>
            </a:xfrm>
            <a:custGeom>
              <a:avLst/>
              <a:gdLst/>
              <a:ahLst/>
              <a:cxnLst/>
              <a:rect l="l" t="t" r="r" b="b"/>
              <a:pathLst>
                <a:path w="838290" h="406400" extrusionOk="0">
                  <a:moveTo>
                    <a:pt x="635090" y="0"/>
                  </a:moveTo>
                  <a:cubicBezTo>
                    <a:pt x="747315" y="0"/>
                    <a:pt x="838290" y="90976"/>
                    <a:pt x="838290" y="203200"/>
                  </a:cubicBezTo>
                  <a:cubicBezTo>
                    <a:pt x="838290" y="315424"/>
                    <a:pt x="747315" y="406400"/>
                    <a:pt x="63509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12F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9"/>
            <p:cNvSpPr txBox="1"/>
            <p:nvPr/>
          </p:nvSpPr>
          <p:spPr>
            <a:xfrm>
              <a:off x="0" y="-28575"/>
              <a:ext cx="838200" cy="4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6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9"/>
          <p:cNvGrpSpPr/>
          <p:nvPr/>
        </p:nvGrpSpPr>
        <p:grpSpPr>
          <a:xfrm>
            <a:off x="12304376" y="890631"/>
            <a:ext cx="2134536" cy="911021"/>
            <a:chOff x="0" y="-28575"/>
            <a:chExt cx="1019212" cy="435000"/>
          </a:xfrm>
        </p:grpSpPr>
        <p:sp>
          <p:nvSpPr>
            <p:cNvPr id="92" name="Google Shape;92;p9"/>
            <p:cNvSpPr/>
            <p:nvPr/>
          </p:nvSpPr>
          <p:spPr>
            <a:xfrm>
              <a:off x="0" y="0"/>
              <a:ext cx="1019212" cy="406400"/>
            </a:xfrm>
            <a:custGeom>
              <a:avLst/>
              <a:gdLst/>
              <a:ahLst/>
              <a:cxnLst/>
              <a:rect l="l" t="t" r="r" b="b"/>
              <a:pathLst>
                <a:path w="1019212" h="406400" extrusionOk="0">
                  <a:moveTo>
                    <a:pt x="816012" y="0"/>
                  </a:moveTo>
                  <a:cubicBezTo>
                    <a:pt x="928236" y="0"/>
                    <a:pt x="1019212" y="90976"/>
                    <a:pt x="1019212" y="203200"/>
                  </a:cubicBezTo>
                  <a:cubicBezTo>
                    <a:pt x="1019212" y="315424"/>
                    <a:pt x="928236" y="406400"/>
                    <a:pt x="81601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12F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9"/>
            <p:cNvSpPr txBox="1"/>
            <p:nvPr/>
          </p:nvSpPr>
          <p:spPr>
            <a:xfrm>
              <a:off x="0" y="-28575"/>
              <a:ext cx="1019100" cy="4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6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9"/>
          <p:cNvGrpSpPr/>
          <p:nvPr/>
        </p:nvGrpSpPr>
        <p:grpSpPr>
          <a:xfrm>
            <a:off x="14744576" y="890631"/>
            <a:ext cx="2746884" cy="911021"/>
            <a:chOff x="0" y="-28575"/>
            <a:chExt cx="1311600" cy="435000"/>
          </a:xfrm>
        </p:grpSpPr>
        <p:sp>
          <p:nvSpPr>
            <p:cNvPr id="95" name="Google Shape;95;p9"/>
            <p:cNvSpPr/>
            <p:nvPr/>
          </p:nvSpPr>
          <p:spPr>
            <a:xfrm>
              <a:off x="0" y="0"/>
              <a:ext cx="1311469" cy="406400"/>
            </a:xfrm>
            <a:custGeom>
              <a:avLst/>
              <a:gdLst/>
              <a:ahLst/>
              <a:cxnLst/>
              <a:rect l="l" t="t" r="r" b="b"/>
              <a:pathLst>
                <a:path w="1311469" h="406400" extrusionOk="0">
                  <a:moveTo>
                    <a:pt x="1108269" y="0"/>
                  </a:moveTo>
                  <a:cubicBezTo>
                    <a:pt x="1220493" y="0"/>
                    <a:pt x="1311469" y="90976"/>
                    <a:pt x="1311469" y="203200"/>
                  </a:cubicBezTo>
                  <a:cubicBezTo>
                    <a:pt x="1311469" y="315424"/>
                    <a:pt x="1220493" y="406400"/>
                    <a:pt x="110826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12F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9"/>
            <p:cNvSpPr txBox="1"/>
            <p:nvPr/>
          </p:nvSpPr>
          <p:spPr>
            <a:xfrm>
              <a:off x="0" y="-28575"/>
              <a:ext cx="1311600" cy="4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6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9"/>
          <p:cNvGrpSpPr/>
          <p:nvPr/>
        </p:nvGrpSpPr>
        <p:grpSpPr>
          <a:xfrm>
            <a:off x="9360848" y="2089276"/>
            <a:ext cx="3132780" cy="1578751"/>
            <a:chOff x="0" y="-28575"/>
            <a:chExt cx="825089" cy="415800"/>
          </a:xfrm>
        </p:grpSpPr>
        <p:sp>
          <p:nvSpPr>
            <p:cNvPr id="98" name="Google Shape;98;p9"/>
            <p:cNvSpPr/>
            <p:nvPr/>
          </p:nvSpPr>
          <p:spPr>
            <a:xfrm>
              <a:off x="0" y="0"/>
              <a:ext cx="825089" cy="387123"/>
            </a:xfrm>
            <a:custGeom>
              <a:avLst/>
              <a:gdLst/>
              <a:ahLst/>
              <a:cxnLst/>
              <a:rect l="l" t="t" r="r" b="b"/>
              <a:pathLst>
                <a:path w="825089" h="387123" extrusionOk="0">
                  <a:moveTo>
                    <a:pt x="32127" y="0"/>
                  </a:moveTo>
                  <a:lnTo>
                    <a:pt x="792962" y="0"/>
                  </a:lnTo>
                  <a:cubicBezTo>
                    <a:pt x="810705" y="0"/>
                    <a:pt x="825089" y="14384"/>
                    <a:pt x="825089" y="32127"/>
                  </a:cubicBezTo>
                  <a:lnTo>
                    <a:pt x="825089" y="354996"/>
                  </a:lnTo>
                  <a:cubicBezTo>
                    <a:pt x="825089" y="372739"/>
                    <a:pt x="810705" y="387123"/>
                    <a:pt x="792962" y="387123"/>
                  </a:cubicBezTo>
                  <a:lnTo>
                    <a:pt x="32127" y="387123"/>
                  </a:lnTo>
                  <a:cubicBezTo>
                    <a:pt x="14384" y="387123"/>
                    <a:pt x="0" y="372739"/>
                    <a:pt x="0" y="354996"/>
                  </a:cubicBezTo>
                  <a:lnTo>
                    <a:pt x="0" y="32127"/>
                  </a:lnTo>
                  <a:cubicBezTo>
                    <a:pt x="0" y="14384"/>
                    <a:pt x="14384" y="0"/>
                    <a:pt x="32127" y="0"/>
                  </a:cubicBezTo>
                  <a:close/>
                </a:path>
              </a:pathLst>
            </a:custGeom>
            <a:gradFill>
              <a:gsLst>
                <a:gs pos="0">
                  <a:srgbClr val="312F32"/>
                </a:gs>
                <a:gs pos="100000">
                  <a:srgbClr val="000000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9"/>
            <p:cNvSpPr txBox="1"/>
            <p:nvPr/>
          </p:nvSpPr>
          <p:spPr>
            <a:xfrm>
              <a:off x="0" y="-28575"/>
              <a:ext cx="825000" cy="41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6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9"/>
          <p:cNvGrpSpPr/>
          <p:nvPr/>
        </p:nvGrpSpPr>
        <p:grpSpPr>
          <a:xfrm>
            <a:off x="9360848" y="3959183"/>
            <a:ext cx="3132780" cy="1578751"/>
            <a:chOff x="0" y="-28575"/>
            <a:chExt cx="825089" cy="415800"/>
          </a:xfrm>
        </p:grpSpPr>
        <p:sp>
          <p:nvSpPr>
            <p:cNvPr id="101" name="Google Shape;101;p9"/>
            <p:cNvSpPr/>
            <p:nvPr/>
          </p:nvSpPr>
          <p:spPr>
            <a:xfrm>
              <a:off x="0" y="0"/>
              <a:ext cx="825089" cy="387123"/>
            </a:xfrm>
            <a:custGeom>
              <a:avLst/>
              <a:gdLst/>
              <a:ahLst/>
              <a:cxnLst/>
              <a:rect l="l" t="t" r="r" b="b"/>
              <a:pathLst>
                <a:path w="825089" h="387123" extrusionOk="0">
                  <a:moveTo>
                    <a:pt x="32127" y="0"/>
                  </a:moveTo>
                  <a:lnTo>
                    <a:pt x="792962" y="0"/>
                  </a:lnTo>
                  <a:cubicBezTo>
                    <a:pt x="810705" y="0"/>
                    <a:pt x="825089" y="14384"/>
                    <a:pt x="825089" y="32127"/>
                  </a:cubicBezTo>
                  <a:lnTo>
                    <a:pt x="825089" y="354996"/>
                  </a:lnTo>
                  <a:cubicBezTo>
                    <a:pt x="825089" y="372739"/>
                    <a:pt x="810705" y="387123"/>
                    <a:pt x="792962" y="387123"/>
                  </a:cubicBezTo>
                  <a:lnTo>
                    <a:pt x="32127" y="387123"/>
                  </a:lnTo>
                  <a:cubicBezTo>
                    <a:pt x="14384" y="387123"/>
                    <a:pt x="0" y="372739"/>
                    <a:pt x="0" y="354996"/>
                  </a:cubicBezTo>
                  <a:lnTo>
                    <a:pt x="0" y="32127"/>
                  </a:lnTo>
                  <a:cubicBezTo>
                    <a:pt x="0" y="14384"/>
                    <a:pt x="14384" y="0"/>
                    <a:pt x="32127" y="0"/>
                  </a:cubicBezTo>
                  <a:close/>
                </a:path>
              </a:pathLst>
            </a:custGeom>
            <a:gradFill>
              <a:gsLst>
                <a:gs pos="0">
                  <a:srgbClr val="312F32"/>
                </a:gs>
                <a:gs pos="100000">
                  <a:srgbClr val="000000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9"/>
            <p:cNvSpPr txBox="1"/>
            <p:nvPr/>
          </p:nvSpPr>
          <p:spPr>
            <a:xfrm>
              <a:off x="0" y="-28575"/>
              <a:ext cx="825000" cy="41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6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9"/>
          <p:cNvGrpSpPr/>
          <p:nvPr/>
        </p:nvGrpSpPr>
        <p:grpSpPr>
          <a:xfrm>
            <a:off x="9360848" y="5819565"/>
            <a:ext cx="3132780" cy="1578751"/>
            <a:chOff x="0" y="-28575"/>
            <a:chExt cx="825089" cy="415800"/>
          </a:xfrm>
        </p:grpSpPr>
        <p:sp>
          <p:nvSpPr>
            <p:cNvPr id="104" name="Google Shape;104;p9"/>
            <p:cNvSpPr/>
            <p:nvPr/>
          </p:nvSpPr>
          <p:spPr>
            <a:xfrm>
              <a:off x="0" y="0"/>
              <a:ext cx="825089" cy="387123"/>
            </a:xfrm>
            <a:custGeom>
              <a:avLst/>
              <a:gdLst/>
              <a:ahLst/>
              <a:cxnLst/>
              <a:rect l="l" t="t" r="r" b="b"/>
              <a:pathLst>
                <a:path w="825089" h="387123" extrusionOk="0">
                  <a:moveTo>
                    <a:pt x="32127" y="0"/>
                  </a:moveTo>
                  <a:lnTo>
                    <a:pt x="792962" y="0"/>
                  </a:lnTo>
                  <a:cubicBezTo>
                    <a:pt x="810705" y="0"/>
                    <a:pt x="825089" y="14384"/>
                    <a:pt x="825089" y="32127"/>
                  </a:cubicBezTo>
                  <a:lnTo>
                    <a:pt x="825089" y="354996"/>
                  </a:lnTo>
                  <a:cubicBezTo>
                    <a:pt x="825089" y="372739"/>
                    <a:pt x="810705" y="387123"/>
                    <a:pt x="792962" y="387123"/>
                  </a:cubicBezTo>
                  <a:lnTo>
                    <a:pt x="32127" y="387123"/>
                  </a:lnTo>
                  <a:cubicBezTo>
                    <a:pt x="14384" y="387123"/>
                    <a:pt x="0" y="372739"/>
                    <a:pt x="0" y="354996"/>
                  </a:cubicBezTo>
                  <a:lnTo>
                    <a:pt x="0" y="32127"/>
                  </a:lnTo>
                  <a:cubicBezTo>
                    <a:pt x="0" y="14384"/>
                    <a:pt x="14384" y="0"/>
                    <a:pt x="32127" y="0"/>
                  </a:cubicBezTo>
                  <a:close/>
                </a:path>
              </a:pathLst>
            </a:custGeom>
            <a:gradFill>
              <a:gsLst>
                <a:gs pos="0">
                  <a:srgbClr val="312F32"/>
                </a:gs>
                <a:gs pos="100000">
                  <a:srgbClr val="000000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9"/>
            <p:cNvSpPr txBox="1"/>
            <p:nvPr/>
          </p:nvSpPr>
          <p:spPr>
            <a:xfrm>
              <a:off x="0" y="-28575"/>
              <a:ext cx="825000" cy="41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6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9"/>
          <p:cNvGrpSpPr/>
          <p:nvPr/>
        </p:nvGrpSpPr>
        <p:grpSpPr>
          <a:xfrm>
            <a:off x="9360848" y="7679947"/>
            <a:ext cx="3132780" cy="1578751"/>
            <a:chOff x="0" y="-28575"/>
            <a:chExt cx="825089" cy="415800"/>
          </a:xfrm>
        </p:grpSpPr>
        <p:sp>
          <p:nvSpPr>
            <p:cNvPr id="107" name="Google Shape;107;p9"/>
            <p:cNvSpPr/>
            <p:nvPr/>
          </p:nvSpPr>
          <p:spPr>
            <a:xfrm>
              <a:off x="0" y="0"/>
              <a:ext cx="825089" cy="387123"/>
            </a:xfrm>
            <a:custGeom>
              <a:avLst/>
              <a:gdLst/>
              <a:ahLst/>
              <a:cxnLst/>
              <a:rect l="l" t="t" r="r" b="b"/>
              <a:pathLst>
                <a:path w="825089" h="387123" extrusionOk="0">
                  <a:moveTo>
                    <a:pt x="32127" y="0"/>
                  </a:moveTo>
                  <a:lnTo>
                    <a:pt x="792962" y="0"/>
                  </a:lnTo>
                  <a:cubicBezTo>
                    <a:pt x="810705" y="0"/>
                    <a:pt x="825089" y="14384"/>
                    <a:pt x="825089" y="32127"/>
                  </a:cubicBezTo>
                  <a:lnTo>
                    <a:pt x="825089" y="354996"/>
                  </a:lnTo>
                  <a:cubicBezTo>
                    <a:pt x="825089" y="372739"/>
                    <a:pt x="810705" y="387123"/>
                    <a:pt x="792962" y="387123"/>
                  </a:cubicBezTo>
                  <a:lnTo>
                    <a:pt x="32127" y="387123"/>
                  </a:lnTo>
                  <a:cubicBezTo>
                    <a:pt x="14384" y="387123"/>
                    <a:pt x="0" y="372739"/>
                    <a:pt x="0" y="354996"/>
                  </a:cubicBezTo>
                  <a:lnTo>
                    <a:pt x="0" y="32127"/>
                  </a:lnTo>
                  <a:cubicBezTo>
                    <a:pt x="0" y="14384"/>
                    <a:pt x="14384" y="0"/>
                    <a:pt x="32127" y="0"/>
                  </a:cubicBezTo>
                  <a:close/>
                </a:path>
              </a:pathLst>
            </a:custGeom>
            <a:gradFill>
              <a:gsLst>
                <a:gs pos="0">
                  <a:srgbClr val="312F32"/>
                </a:gs>
                <a:gs pos="100000">
                  <a:srgbClr val="000000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9"/>
            <p:cNvSpPr txBox="1"/>
            <p:nvPr/>
          </p:nvSpPr>
          <p:spPr>
            <a:xfrm>
              <a:off x="0" y="-28575"/>
              <a:ext cx="825000" cy="41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6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9"/>
          <p:cNvGrpSpPr/>
          <p:nvPr/>
        </p:nvGrpSpPr>
        <p:grpSpPr>
          <a:xfrm>
            <a:off x="14358391" y="2089276"/>
            <a:ext cx="3132780" cy="1578751"/>
            <a:chOff x="0" y="-28575"/>
            <a:chExt cx="825089" cy="415800"/>
          </a:xfrm>
        </p:grpSpPr>
        <p:sp>
          <p:nvSpPr>
            <p:cNvPr id="110" name="Google Shape;110;p9"/>
            <p:cNvSpPr/>
            <p:nvPr/>
          </p:nvSpPr>
          <p:spPr>
            <a:xfrm>
              <a:off x="0" y="0"/>
              <a:ext cx="825089" cy="387123"/>
            </a:xfrm>
            <a:custGeom>
              <a:avLst/>
              <a:gdLst/>
              <a:ahLst/>
              <a:cxnLst/>
              <a:rect l="l" t="t" r="r" b="b"/>
              <a:pathLst>
                <a:path w="825089" h="387123" extrusionOk="0">
                  <a:moveTo>
                    <a:pt x="32127" y="0"/>
                  </a:moveTo>
                  <a:lnTo>
                    <a:pt x="792962" y="0"/>
                  </a:lnTo>
                  <a:cubicBezTo>
                    <a:pt x="810705" y="0"/>
                    <a:pt x="825089" y="14384"/>
                    <a:pt x="825089" y="32127"/>
                  </a:cubicBezTo>
                  <a:lnTo>
                    <a:pt x="825089" y="354996"/>
                  </a:lnTo>
                  <a:cubicBezTo>
                    <a:pt x="825089" y="372739"/>
                    <a:pt x="810705" y="387123"/>
                    <a:pt x="792962" y="387123"/>
                  </a:cubicBezTo>
                  <a:lnTo>
                    <a:pt x="32127" y="387123"/>
                  </a:lnTo>
                  <a:cubicBezTo>
                    <a:pt x="14384" y="387123"/>
                    <a:pt x="0" y="372739"/>
                    <a:pt x="0" y="354996"/>
                  </a:cubicBezTo>
                  <a:lnTo>
                    <a:pt x="0" y="32127"/>
                  </a:lnTo>
                  <a:cubicBezTo>
                    <a:pt x="0" y="14384"/>
                    <a:pt x="14384" y="0"/>
                    <a:pt x="32127" y="0"/>
                  </a:cubicBezTo>
                  <a:close/>
                </a:path>
              </a:pathLst>
            </a:custGeom>
            <a:gradFill>
              <a:gsLst>
                <a:gs pos="0">
                  <a:srgbClr val="312F32"/>
                </a:gs>
                <a:gs pos="100000">
                  <a:srgbClr val="000000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9"/>
            <p:cNvSpPr txBox="1"/>
            <p:nvPr/>
          </p:nvSpPr>
          <p:spPr>
            <a:xfrm>
              <a:off x="0" y="-28575"/>
              <a:ext cx="825000" cy="41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6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" name="Google Shape;112;p9"/>
          <p:cNvGrpSpPr/>
          <p:nvPr/>
        </p:nvGrpSpPr>
        <p:grpSpPr>
          <a:xfrm>
            <a:off x="14358391" y="3959183"/>
            <a:ext cx="3132780" cy="1578751"/>
            <a:chOff x="0" y="-28575"/>
            <a:chExt cx="825089" cy="415800"/>
          </a:xfrm>
        </p:grpSpPr>
        <p:sp>
          <p:nvSpPr>
            <p:cNvPr id="113" name="Google Shape;113;p9"/>
            <p:cNvSpPr/>
            <p:nvPr/>
          </p:nvSpPr>
          <p:spPr>
            <a:xfrm>
              <a:off x="0" y="0"/>
              <a:ext cx="825089" cy="387123"/>
            </a:xfrm>
            <a:custGeom>
              <a:avLst/>
              <a:gdLst/>
              <a:ahLst/>
              <a:cxnLst/>
              <a:rect l="l" t="t" r="r" b="b"/>
              <a:pathLst>
                <a:path w="825089" h="387123" extrusionOk="0">
                  <a:moveTo>
                    <a:pt x="32127" y="0"/>
                  </a:moveTo>
                  <a:lnTo>
                    <a:pt x="792962" y="0"/>
                  </a:lnTo>
                  <a:cubicBezTo>
                    <a:pt x="810705" y="0"/>
                    <a:pt x="825089" y="14384"/>
                    <a:pt x="825089" y="32127"/>
                  </a:cubicBezTo>
                  <a:lnTo>
                    <a:pt x="825089" y="354996"/>
                  </a:lnTo>
                  <a:cubicBezTo>
                    <a:pt x="825089" y="372739"/>
                    <a:pt x="810705" y="387123"/>
                    <a:pt x="792962" y="387123"/>
                  </a:cubicBezTo>
                  <a:lnTo>
                    <a:pt x="32127" y="387123"/>
                  </a:lnTo>
                  <a:cubicBezTo>
                    <a:pt x="14384" y="387123"/>
                    <a:pt x="0" y="372739"/>
                    <a:pt x="0" y="354996"/>
                  </a:cubicBezTo>
                  <a:lnTo>
                    <a:pt x="0" y="32127"/>
                  </a:lnTo>
                  <a:cubicBezTo>
                    <a:pt x="0" y="14384"/>
                    <a:pt x="14384" y="0"/>
                    <a:pt x="32127" y="0"/>
                  </a:cubicBezTo>
                  <a:close/>
                </a:path>
              </a:pathLst>
            </a:custGeom>
            <a:gradFill>
              <a:gsLst>
                <a:gs pos="0">
                  <a:srgbClr val="312F32"/>
                </a:gs>
                <a:gs pos="100000">
                  <a:srgbClr val="000000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9"/>
            <p:cNvSpPr txBox="1"/>
            <p:nvPr/>
          </p:nvSpPr>
          <p:spPr>
            <a:xfrm>
              <a:off x="0" y="-28575"/>
              <a:ext cx="825000" cy="41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6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5" name="Google Shape;115;p9"/>
          <p:cNvGrpSpPr/>
          <p:nvPr/>
        </p:nvGrpSpPr>
        <p:grpSpPr>
          <a:xfrm>
            <a:off x="14358391" y="5819565"/>
            <a:ext cx="3132780" cy="1578751"/>
            <a:chOff x="0" y="-28575"/>
            <a:chExt cx="825089" cy="415800"/>
          </a:xfrm>
        </p:grpSpPr>
        <p:sp>
          <p:nvSpPr>
            <p:cNvPr id="116" name="Google Shape;116;p9"/>
            <p:cNvSpPr/>
            <p:nvPr/>
          </p:nvSpPr>
          <p:spPr>
            <a:xfrm>
              <a:off x="0" y="0"/>
              <a:ext cx="825089" cy="387123"/>
            </a:xfrm>
            <a:custGeom>
              <a:avLst/>
              <a:gdLst/>
              <a:ahLst/>
              <a:cxnLst/>
              <a:rect l="l" t="t" r="r" b="b"/>
              <a:pathLst>
                <a:path w="825089" h="387123" extrusionOk="0">
                  <a:moveTo>
                    <a:pt x="32127" y="0"/>
                  </a:moveTo>
                  <a:lnTo>
                    <a:pt x="792962" y="0"/>
                  </a:lnTo>
                  <a:cubicBezTo>
                    <a:pt x="810705" y="0"/>
                    <a:pt x="825089" y="14384"/>
                    <a:pt x="825089" y="32127"/>
                  </a:cubicBezTo>
                  <a:lnTo>
                    <a:pt x="825089" y="354996"/>
                  </a:lnTo>
                  <a:cubicBezTo>
                    <a:pt x="825089" y="372739"/>
                    <a:pt x="810705" y="387123"/>
                    <a:pt x="792962" y="387123"/>
                  </a:cubicBezTo>
                  <a:lnTo>
                    <a:pt x="32127" y="387123"/>
                  </a:lnTo>
                  <a:cubicBezTo>
                    <a:pt x="14384" y="387123"/>
                    <a:pt x="0" y="372739"/>
                    <a:pt x="0" y="354996"/>
                  </a:cubicBezTo>
                  <a:lnTo>
                    <a:pt x="0" y="32127"/>
                  </a:lnTo>
                  <a:cubicBezTo>
                    <a:pt x="0" y="14384"/>
                    <a:pt x="14384" y="0"/>
                    <a:pt x="32127" y="0"/>
                  </a:cubicBezTo>
                  <a:close/>
                </a:path>
              </a:pathLst>
            </a:custGeom>
            <a:gradFill>
              <a:gsLst>
                <a:gs pos="0">
                  <a:srgbClr val="312F32"/>
                </a:gs>
                <a:gs pos="100000">
                  <a:srgbClr val="000000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9"/>
            <p:cNvSpPr txBox="1"/>
            <p:nvPr/>
          </p:nvSpPr>
          <p:spPr>
            <a:xfrm>
              <a:off x="0" y="-28575"/>
              <a:ext cx="825000" cy="41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6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8" name="Google Shape;118;p9"/>
          <p:cNvGrpSpPr/>
          <p:nvPr/>
        </p:nvGrpSpPr>
        <p:grpSpPr>
          <a:xfrm>
            <a:off x="14358391" y="7679947"/>
            <a:ext cx="3132780" cy="1578751"/>
            <a:chOff x="0" y="-28575"/>
            <a:chExt cx="825089" cy="415800"/>
          </a:xfrm>
        </p:grpSpPr>
        <p:sp>
          <p:nvSpPr>
            <p:cNvPr id="119" name="Google Shape;119;p9"/>
            <p:cNvSpPr/>
            <p:nvPr/>
          </p:nvSpPr>
          <p:spPr>
            <a:xfrm>
              <a:off x="0" y="0"/>
              <a:ext cx="825089" cy="387123"/>
            </a:xfrm>
            <a:custGeom>
              <a:avLst/>
              <a:gdLst/>
              <a:ahLst/>
              <a:cxnLst/>
              <a:rect l="l" t="t" r="r" b="b"/>
              <a:pathLst>
                <a:path w="825089" h="387123" extrusionOk="0">
                  <a:moveTo>
                    <a:pt x="32127" y="0"/>
                  </a:moveTo>
                  <a:lnTo>
                    <a:pt x="792962" y="0"/>
                  </a:lnTo>
                  <a:cubicBezTo>
                    <a:pt x="810705" y="0"/>
                    <a:pt x="825089" y="14384"/>
                    <a:pt x="825089" y="32127"/>
                  </a:cubicBezTo>
                  <a:lnTo>
                    <a:pt x="825089" y="354996"/>
                  </a:lnTo>
                  <a:cubicBezTo>
                    <a:pt x="825089" y="372739"/>
                    <a:pt x="810705" y="387123"/>
                    <a:pt x="792962" y="387123"/>
                  </a:cubicBezTo>
                  <a:lnTo>
                    <a:pt x="32127" y="387123"/>
                  </a:lnTo>
                  <a:cubicBezTo>
                    <a:pt x="14384" y="387123"/>
                    <a:pt x="0" y="372739"/>
                    <a:pt x="0" y="354996"/>
                  </a:cubicBezTo>
                  <a:lnTo>
                    <a:pt x="0" y="32127"/>
                  </a:lnTo>
                  <a:cubicBezTo>
                    <a:pt x="0" y="14384"/>
                    <a:pt x="14384" y="0"/>
                    <a:pt x="32127" y="0"/>
                  </a:cubicBezTo>
                  <a:close/>
                </a:path>
              </a:pathLst>
            </a:custGeom>
            <a:gradFill>
              <a:gsLst>
                <a:gs pos="0">
                  <a:srgbClr val="312F32"/>
                </a:gs>
                <a:gs pos="100000">
                  <a:srgbClr val="000000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9"/>
            <p:cNvSpPr txBox="1"/>
            <p:nvPr/>
          </p:nvSpPr>
          <p:spPr>
            <a:xfrm>
              <a:off x="0" y="-28575"/>
              <a:ext cx="825000" cy="41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6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1" name="Google Shape;121;p9"/>
          <p:cNvSpPr txBox="1"/>
          <p:nvPr/>
        </p:nvSpPr>
        <p:spPr>
          <a:xfrm>
            <a:off x="8800345" y="1188750"/>
            <a:ext cx="1260000" cy="3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79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All</a:t>
            </a:r>
            <a:endParaRPr/>
          </a:p>
        </p:txBody>
      </p:sp>
      <p:sp>
        <p:nvSpPr>
          <p:cNvPr id="122" name="Google Shape;122;p9"/>
          <p:cNvSpPr txBox="1"/>
          <p:nvPr/>
        </p:nvSpPr>
        <p:spPr>
          <a:xfrm>
            <a:off x="10243073" y="1188750"/>
            <a:ext cx="1755600" cy="3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79" b="0" i="0" u="none" strike="noStrike" cap="non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Music</a:t>
            </a:r>
            <a:endParaRPr/>
          </a:p>
        </p:txBody>
      </p:sp>
      <p:sp>
        <p:nvSpPr>
          <p:cNvPr id="123" name="Google Shape;123;p9"/>
          <p:cNvSpPr txBox="1"/>
          <p:nvPr/>
        </p:nvSpPr>
        <p:spPr>
          <a:xfrm>
            <a:off x="12304376" y="1188750"/>
            <a:ext cx="2134500" cy="3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79" b="0" i="0" u="none" strike="noStrike" cap="non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Podcasts</a:t>
            </a:r>
            <a:endParaRPr/>
          </a:p>
        </p:txBody>
      </p:sp>
      <p:sp>
        <p:nvSpPr>
          <p:cNvPr id="124" name="Google Shape;124;p9"/>
          <p:cNvSpPr txBox="1"/>
          <p:nvPr/>
        </p:nvSpPr>
        <p:spPr>
          <a:xfrm>
            <a:off x="14744576" y="1188750"/>
            <a:ext cx="2746500" cy="3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79" b="0" i="0" u="none" strike="noStrike" cap="non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Audiobooks</a:t>
            </a:r>
            <a:endParaRPr/>
          </a:p>
        </p:txBody>
      </p:sp>
      <p:sp>
        <p:nvSpPr>
          <p:cNvPr id="125" name="Google Shape;125;p9"/>
          <p:cNvSpPr txBox="1">
            <a:spLocks noGrp="1"/>
          </p:cNvSpPr>
          <p:nvPr>
            <p:ph type="body" idx="1"/>
          </p:nvPr>
        </p:nvSpPr>
        <p:spPr>
          <a:xfrm>
            <a:off x="1028700" y="6664950"/>
            <a:ext cx="4865400" cy="2419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5125">
              <a:spcBef>
                <a:spcPts val="640"/>
              </a:spcBef>
              <a:spcAft>
                <a:spcPts val="0"/>
              </a:spcAft>
              <a:buSzPts val="2150"/>
              <a:buChar char="•"/>
              <a:defRPr/>
            </a:lvl1pPr>
            <a:lvl2pPr marL="914400" lvl="1" indent="-365125">
              <a:spcBef>
                <a:spcPts val="640"/>
              </a:spcBef>
              <a:spcAft>
                <a:spcPts val="0"/>
              </a:spcAft>
              <a:buSzPts val="2150"/>
              <a:buChar char="–"/>
              <a:defRPr/>
            </a:lvl2pPr>
            <a:lvl3pPr marL="1371600" lvl="2" indent="-365125">
              <a:spcBef>
                <a:spcPts val="640"/>
              </a:spcBef>
              <a:spcAft>
                <a:spcPts val="0"/>
              </a:spcAft>
              <a:buSzPts val="2150"/>
              <a:buChar char="•"/>
              <a:defRPr/>
            </a:lvl3pPr>
            <a:lvl4pPr marL="1828800" lvl="3" indent="-365125">
              <a:spcBef>
                <a:spcPts val="640"/>
              </a:spcBef>
              <a:spcAft>
                <a:spcPts val="0"/>
              </a:spcAft>
              <a:buSzPts val="2150"/>
              <a:buChar char="–"/>
              <a:defRPr/>
            </a:lvl4pPr>
            <a:lvl5pPr marL="2286000" lvl="4" indent="-365125">
              <a:spcBef>
                <a:spcPts val="640"/>
              </a:spcBef>
              <a:spcAft>
                <a:spcPts val="0"/>
              </a:spcAft>
              <a:buSzPts val="2150"/>
              <a:buChar char="»"/>
              <a:defRPr/>
            </a:lvl5pPr>
            <a:lvl6pPr marL="2743200" lvl="5" indent="-365125">
              <a:spcBef>
                <a:spcPts val="640"/>
              </a:spcBef>
              <a:spcAft>
                <a:spcPts val="0"/>
              </a:spcAft>
              <a:buSzPts val="2150"/>
              <a:buChar char="•"/>
              <a:defRPr/>
            </a:lvl6pPr>
            <a:lvl7pPr marL="3200400" lvl="6" indent="-365125">
              <a:spcBef>
                <a:spcPts val="640"/>
              </a:spcBef>
              <a:spcAft>
                <a:spcPts val="0"/>
              </a:spcAft>
              <a:buSzPts val="2150"/>
              <a:buChar char="•"/>
              <a:defRPr/>
            </a:lvl7pPr>
            <a:lvl8pPr marL="3657600" lvl="7" indent="-365125">
              <a:spcBef>
                <a:spcPts val="640"/>
              </a:spcBef>
              <a:spcAft>
                <a:spcPts val="0"/>
              </a:spcAft>
              <a:buSzPts val="2150"/>
              <a:buChar char="•"/>
              <a:defRPr/>
            </a:lvl8pPr>
            <a:lvl9pPr marL="4114800" lvl="8" indent="-365125">
              <a:spcBef>
                <a:spcPts val="640"/>
              </a:spcBef>
              <a:spcAft>
                <a:spcPts val="0"/>
              </a:spcAft>
              <a:buSzPts val="215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9"/>
          <p:cNvSpPr txBox="1">
            <a:spLocks noGrp="1"/>
          </p:cNvSpPr>
          <p:nvPr>
            <p:ph type="title" idx="6"/>
          </p:nvPr>
        </p:nvSpPr>
        <p:spPr>
          <a:xfrm>
            <a:off x="9848175" y="2721425"/>
            <a:ext cx="1755600" cy="350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League Spartan"/>
              <a:buNone/>
              <a:defRPr sz="2250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9pPr>
          </a:lstStyle>
          <a:p>
            <a:endParaRPr/>
          </a:p>
        </p:txBody>
      </p:sp>
      <p:sp>
        <p:nvSpPr>
          <p:cNvPr id="127" name="Google Shape;127;p9"/>
          <p:cNvSpPr txBox="1">
            <a:spLocks noGrp="1"/>
          </p:cNvSpPr>
          <p:nvPr>
            <p:ph type="title" idx="7"/>
          </p:nvPr>
        </p:nvSpPr>
        <p:spPr>
          <a:xfrm>
            <a:off x="9848175" y="4627263"/>
            <a:ext cx="1755600" cy="350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League Spartan"/>
              <a:buNone/>
              <a:defRPr sz="2250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9pPr>
          </a:lstStyle>
          <a:p>
            <a:endParaRPr/>
          </a:p>
        </p:txBody>
      </p:sp>
      <p:sp>
        <p:nvSpPr>
          <p:cNvPr id="128" name="Google Shape;128;p9"/>
          <p:cNvSpPr txBox="1">
            <a:spLocks noGrp="1"/>
          </p:cNvSpPr>
          <p:nvPr>
            <p:ph type="title" idx="8"/>
          </p:nvPr>
        </p:nvSpPr>
        <p:spPr>
          <a:xfrm>
            <a:off x="9848175" y="6433575"/>
            <a:ext cx="1755600" cy="350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League Spartan"/>
              <a:buNone/>
              <a:defRPr sz="2250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9pPr>
          </a:lstStyle>
          <a:p>
            <a:endParaRPr/>
          </a:p>
        </p:txBody>
      </p:sp>
      <p:sp>
        <p:nvSpPr>
          <p:cNvPr id="129" name="Google Shape;129;p9"/>
          <p:cNvSpPr txBox="1">
            <a:spLocks noGrp="1"/>
          </p:cNvSpPr>
          <p:nvPr>
            <p:ph type="title" idx="9"/>
          </p:nvPr>
        </p:nvSpPr>
        <p:spPr>
          <a:xfrm>
            <a:off x="9848175" y="8348025"/>
            <a:ext cx="1755600" cy="350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League Spartan"/>
              <a:buNone/>
              <a:defRPr sz="2250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9pPr>
          </a:lstStyle>
          <a:p>
            <a:endParaRPr/>
          </a:p>
        </p:txBody>
      </p:sp>
      <p:sp>
        <p:nvSpPr>
          <p:cNvPr id="130" name="Google Shape;130;p9"/>
          <p:cNvSpPr txBox="1">
            <a:spLocks noGrp="1"/>
          </p:cNvSpPr>
          <p:nvPr>
            <p:ph type="title" idx="13"/>
          </p:nvPr>
        </p:nvSpPr>
        <p:spPr>
          <a:xfrm>
            <a:off x="14748900" y="2721425"/>
            <a:ext cx="1755600" cy="350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League Spartan"/>
              <a:buNone/>
              <a:defRPr sz="2250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9pPr>
          </a:lstStyle>
          <a:p>
            <a:endParaRPr/>
          </a:p>
        </p:txBody>
      </p:sp>
      <p:sp>
        <p:nvSpPr>
          <p:cNvPr id="131" name="Google Shape;131;p9"/>
          <p:cNvSpPr txBox="1">
            <a:spLocks noGrp="1"/>
          </p:cNvSpPr>
          <p:nvPr>
            <p:ph type="title" idx="14"/>
          </p:nvPr>
        </p:nvSpPr>
        <p:spPr>
          <a:xfrm>
            <a:off x="14748900" y="4627263"/>
            <a:ext cx="1755600" cy="350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League Spartan"/>
              <a:buNone/>
              <a:defRPr sz="2250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9pPr>
          </a:lstStyle>
          <a:p>
            <a:endParaRPr/>
          </a:p>
        </p:txBody>
      </p:sp>
      <p:sp>
        <p:nvSpPr>
          <p:cNvPr id="132" name="Google Shape;132;p9"/>
          <p:cNvSpPr txBox="1">
            <a:spLocks noGrp="1"/>
          </p:cNvSpPr>
          <p:nvPr>
            <p:ph type="title" idx="15"/>
          </p:nvPr>
        </p:nvSpPr>
        <p:spPr>
          <a:xfrm>
            <a:off x="14748900" y="6433575"/>
            <a:ext cx="1755600" cy="350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League Spartan"/>
              <a:buNone/>
              <a:defRPr sz="2250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9pPr>
          </a:lstStyle>
          <a:p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title" idx="16"/>
          </p:nvPr>
        </p:nvSpPr>
        <p:spPr>
          <a:xfrm>
            <a:off x="14748900" y="8348025"/>
            <a:ext cx="1755600" cy="350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League Spartan"/>
              <a:buNone/>
              <a:defRPr sz="2250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9pPr>
          </a:lstStyle>
          <a:p>
            <a:endParaRPr/>
          </a:p>
        </p:txBody>
      </p:sp>
      <p:sp>
        <p:nvSpPr>
          <p:cNvPr id="134" name="Google Shape;134;p9"/>
          <p:cNvSpPr>
            <a:spLocks noGrp="1"/>
          </p:cNvSpPr>
          <p:nvPr>
            <p:ph type="pic" idx="17"/>
          </p:nvPr>
        </p:nvSpPr>
        <p:spPr>
          <a:xfrm>
            <a:off x="7886475" y="2198025"/>
            <a:ext cx="1474200" cy="1469700"/>
          </a:xfrm>
          <a:prstGeom prst="rect">
            <a:avLst/>
          </a:prstGeom>
          <a:noFill/>
          <a:ln>
            <a:noFill/>
          </a:ln>
        </p:spPr>
      </p:sp>
      <p:sp>
        <p:nvSpPr>
          <p:cNvPr id="135" name="Google Shape;135;p9"/>
          <p:cNvSpPr>
            <a:spLocks noGrp="1"/>
          </p:cNvSpPr>
          <p:nvPr>
            <p:ph type="pic" idx="18"/>
          </p:nvPr>
        </p:nvSpPr>
        <p:spPr>
          <a:xfrm>
            <a:off x="7886475" y="4063363"/>
            <a:ext cx="1474200" cy="1469700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9"/>
          <p:cNvSpPr>
            <a:spLocks noGrp="1"/>
          </p:cNvSpPr>
          <p:nvPr>
            <p:ph type="pic" idx="19"/>
          </p:nvPr>
        </p:nvSpPr>
        <p:spPr>
          <a:xfrm>
            <a:off x="7886475" y="5925900"/>
            <a:ext cx="1474200" cy="1469700"/>
          </a:xfrm>
          <a:prstGeom prst="rect">
            <a:avLst/>
          </a:prstGeom>
          <a:noFill/>
          <a:ln>
            <a:noFill/>
          </a:ln>
        </p:spPr>
      </p:sp>
      <p:sp>
        <p:nvSpPr>
          <p:cNvPr id="137" name="Google Shape;137;p9"/>
          <p:cNvSpPr>
            <a:spLocks noGrp="1"/>
          </p:cNvSpPr>
          <p:nvPr>
            <p:ph type="pic" idx="20"/>
          </p:nvPr>
        </p:nvSpPr>
        <p:spPr>
          <a:xfrm>
            <a:off x="7886475" y="7788425"/>
            <a:ext cx="1474200" cy="1469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575350" y="1140963"/>
            <a:ext cx="10972800" cy="31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rgbClr val="23DC6D"/>
              </a:buClr>
              <a:buSzPts val="10000"/>
              <a:buFont typeface="League Spartan ExtraBold"/>
              <a:buNone/>
              <a:defRPr sz="10000" i="0" u="none" strike="noStrike" cap="none">
                <a:solidFill>
                  <a:srgbClr val="23DC6D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3DC6D"/>
              </a:buClr>
              <a:buSzPts val="1400"/>
              <a:buNone/>
              <a:defRPr sz="1800">
                <a:solidFill>
                  <a:srgbClr val="23DC6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3DC6D"/>
              </a:buClr>
              <a:buSzPts val="1400"/>
              <a:buNone/>
              <a:defRPr sz="1800">
                <a:solidFill>
                  <a:srgbClr val="23DC6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3DC6D"/>
              </a:buClr>
              <a:buSzPts val="1400"/>
              <a:buNone/>
              <a:defRPr sz="1800">
                <a:solidFill>
                  <a:srgbClr val="23DC6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3DC6D"/>
              </a:buClr>
              <a:buSzPts val="1400"/>
              <a:buNone/>
              <a:defRPr sz="1800">
                <a:solidFill>
                  <a:srgbClr val="23DC6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3DC6D"/>
              </a:buClr>
              <a:buSzPts val="1400"/>
              <a:buNone/>
              <a:defRPr sz="1800">
                <a:solidFill>
                  <a:srgbClr val="23DC6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3DC6D"/>
              </a:buClr>
              <a:buSzPts val="1400"/>
              <a:buNone/>
              <a:defRPr sz="1800">
                <a:solidFill>
                  <a:srgbClr val="23DC6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3DC6D"/>
              </a:buClr>
              <a:buSzPts val="1400"/>
              <a:buNone/>
              <a:defRPr sz="1800">
                <a:solidFill>
                  <a:srgbClr val="23DC6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3DC6D"/>
              </a:buClr>
              <a:buSzPts val="1400"/>
              <a:buNone/>
              <a:defRPr sz="1800">
                <a:solidFill>
                  <a:srgbClr val="23DC6D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575350" y="4619938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5125" rtl="0">
              <a:lnSpc>
                <a:spcPct val="11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150"/>
              <a:buFont typeface="Lato"/>
              <a:buChar char="•"/>
              <a:defRPr sz="215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65125" rtl="0">
              <a:lnSpc>
                <a:spcPct val="11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150"/>
              <a:buFont typeface="Lato"/>
              <a:buChar char="–"/>
              <a:defRPr sz="215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65125" rtl="0">
              <a:lnSpc>
                <a:spcPct val="11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150"/>
              <a:buFont typeface="Lato"/>
              <a:buChar char="•"/>
              <a:defRPr sz="215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65125" rtl="0">
              <a:lnSpc>
                <a:spcPct val="11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150"/>
              <a:buFont typeface="Lato"/>
              <a:buChar char="–"/>
              <a:defRPr sz="215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65125" rtl="0">
              <a:lnSpc>
                <a:spcPct val="11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150"/>
              <a:buFont typeface="Lato"/>
              <a:buChar char="»"/>
              <a:defRPr sz="215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65125" rtl="0">
              <a:lnSpc>
                <a:spcPct val="11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150"/>
              <a:buFont typeface="Lato"/>
              <a:buChar char="•"/>
              <a:defRPr sz="215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65125" rtl="0">
              <a:lnSpc>
                <a:spcPct val="11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150"/>
              <a:buFont typeface="Lato"/>
              <a:buChar char="•"/>
              <a:defRPr sz="215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65125" rtl="0">
              <a:lnSpc>
                <a:spcPct val="11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150"/>
              <a:buFont typeface="Lato"/>
              <a:buChar char="•"/>
              <a:defRPr sz="215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65125" rtl="0">
              <a:lnSpc>
                <a:spcPct val="11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150"/>
              <a:buFont typeface="Lato"/>
              <a:buChar char="•"/>
              <a:defRPr sz="215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"/>
          <p:cNvSpPr txBox="1"/>
          <p:nvPr/>
        </p:nvSpPr>
        <p:spPr>
          <a:xfrm>
            <a:off x="3709476" y="1416881"/>
            <a:ext cx="10949700" cy="1071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4BA8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Your Music</a:t>
            </a:r>
            <a:endParaRPr sz="900" b="1" dirty="0">
              <a:solidFill>
                <a:srgbClr val="4BA870"/>
              </a:solidFill>
            </a:endParaRPr>
          </a:p>
        </p:txBody>
      </p:sp>
      <p:sp>
        <p:nvSpPr>
          <p:cNvPr id="144" name="Google Shape;144;p10"/>
          <p:cNvSpPr/>
          <p:nvPr/>
        </p:nvSpPr>
        <p:spPr>
          <a:xfrm>
            <a:off x="4485322" y="-21624"/>
            <a:ext cx="1681911" cy="1681911"/>
          </a:xfrm>
          <a:custGeom>
            <a:avLst/>
            <a:gdLst/>
            <a:ahLst/>
            <a:cxnLst/>
            <a:rect l="l" t="t" r="r" b="b"/>
            <a:pathLst>
              <a:path w="2242548" h="2242548" extrusionOk="0">
                <a:moveTo>
                  <a:pt x="0" y="0"/>
                </a:moveTo>
                <a:lnTo>
                  <a:pt x="2242548" y="0"/>
                </a:lnTo>
                <a:lnTo>
                  <a:pt x="2242548" y="2242548"/>
                </a:lnTo>
                <a:lnTo>
                  <a:pt x="0" y="22425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5" name="Google Shape;145;p10"/>
          <p:cNvSpPr/>
          <p:nvPr/>
        </p:nvSpPr>
        <p:spPr>
          <a:xfrm>
            <a:off x="15886818" y="3325680"/>
            <a:ext cx="1681911" cy="1681911"/>
          </a:xfrm>
          <a:custGeom>
            <a:avLst/>
            <a:gdLst/>
            <a:ahLst/>
            <a:cxnLst/>
            <a:rect l="l" t="t" r="r" b="b"/>
            <a:pathLst>
              <a:path w="2242548" h="2242548" extrusionOk="0">
                <a:moveTo>
                  <a:pt x="0" y="0"/>
                </a:moveTo>
                <a:lnTo>
                  <a:pt x="2242548" y="0"/>
                </a:lnTo>
                <a:lnTo>
                  <a:pt x="2242548" y="2242548"/>
                </a:lnTo>
                <a:lnTo>
                  <a:pt x="0" y="22425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6" name="Google Shape;146;p10"/>
          <p:cNvSpPr/>
          <p:nvPr/>
        </p:nvSpPr>
        <p:spPr>
          <a:xfrm>
            <a:off x="501971" y="-91096"/>
            <a:ext cx="1681911" cy="1681911"/>
          </a:xfrm>
          <a:custGeom>
            <a:avLst/>
            <a:gdLst/>
            <a:ahLst/>
            <a:cxnLst/>
            <a:rect l="l" t="t" r="r" b="b"/>
            <a:pathLst>
              <a:path w="2242548" h="2242548" extrusionOk="0">
                <a:moveTo>
                  <a:pt x="0" y="0"/>
                </a:moveTo>
                <a:lnTo>
                  <a:pt x="2242548" y="0"/>
                </a:lnTo>
                <a:lnTo>
                  <a:pt x="2242548" y="2242548"/>
                </a:lnTo>
                <a:lnTo>
                  <a:pt x="0" y="22425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147" name="Google Shape;147;p10"/>
          <p:cNvSpPr/>
          <p:nvPr/>
        </p:nvSpPr>
        <p:spPr>
          <a:xfrm>
            <a:off x="737170" y="3821470"/>
            <a:ext cx="1681911" cy="1681911"/>
          </a:xfrm>
          <a:custGeom>
            <a:avLst/>
            <a:gdLst/>
            <a:ahLst/>
            <a:cxnLst/>
            <a:rect l="l" t="t" r="r" b="b"/>
            <a:pathLst>
              <a:path w="2242548" h="2242548" extrusionOk="0">
                <a:moveTo>
                  <a:pt x="0" y="0"/>
                </a:moveTo>
                <a:lnTo>
                  <a:pt x="2242548" y="0"/>
                </a:lnTo>
                <a:lnTo>
                  <a:pt x="2242548" y="2242548"/>
                </a:lnTo>
                <a:lnTo>
                  <a:pt x="0" y="22425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8" name="Google Shape;148;p10"/>
          <p:cNvSpPr/>
          <p:nvPr/>
        </p:nvSpPr>
        <p:spPr>
          <a:xfrm>
            <a:off x="4979148" y="9358111"/>
            <a:ext cx="1681911" cy="1681911"/>
          </a:xfrm>
          <a:custGeom>
            <a:avLst/>
            <a:gdLst/>
            <a:ahLst/>
            <a:cxnLst/>
            <a:rect l="l" t="t" r="r" b="b"/>
            <a:pathLst>
              <a:path w="2242548" h="2242548" extrusionOk="0">
                <a:moveTo>
                  <a:pt x="0" y="0"/>
                </a:moveTo>
                <a:lnTo>
                  <a:pt x="2242548" y="0"/>
                </a:lnTo>
                <a:lnTo>
                  <a:pt x="2242548" y="2242548"/>
                </a:lnTo>
                <a:lnTo>
                  <a:pt x="0" y="22425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9" name="Google Shape;149;p10"/>
          <p:cNvSpPr/>
          <p:nvPr/>
        </p:nvSpPr>
        <p:spPr>
          <a:xfrm>
            <a:off x="16193805" y="7439162"/>
            <a:ext cx="6633646" cy="4535002"/>
          </a:xfrm>
          <a:custGeom>
            <a:avLst/>
            <a:gdLst/>
            <a:ahLst/>
            <a:cxnLst/>
            <a:rect l="l" t="t" r="r" b="b"/>
            <a:pathLst>
              <a:path w="6633646" h="4535002" extrusionOk="0">
                <a:moveTo>
                  <a:pt x="0" y="0"/>
                </a:moveTo>
                <a:lnTo>
                  <a:pt x="6633646" y="0"/>
                </a:lnTo>
                <a:lnTo>
                  <a:pt x="6633646" y="4535002"/>
                </a:lnTo>
                <a:lnTo>
                  <a:pt x="0" y="4535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50" name="Google Shape;150;p10"/>
          <p:cNvSpPr txBox="1"/>
          <p:nvPr/>
        </p:nvSpPr>
        <p:spPr>
          <a:xfrm>
            <a:off x="3809807" y="6937977"/>
            <a:ext cx="11582700" cy="6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PRESENTATION</a:t>
            </a:r>
            <a:endParaRPr sz="800" dirty="0">
              <a:solidFill>
                <a:schemeClr val="bg1"/>
              </a:solidFill>
            </a:endParaRPr>
          </a:p>
        </p:txBody>
      </p:sp>
      <p:sp>
        <p:nvSpPr>
          <p:cNvPr id="151" name="Google Shape;151;p10"/>
          <p:cNvSpPr/>
          <p:nvPr/>
        </p:nvSpPr>
        <p:spPr>
          <a:xfrm>
            <a:off x="-4539537" y="6004963"/>
            <a:ext cx="8575663" cy="8564074"/>
          </a:xfrm>
          <a:custGeom>
            <a:avLst/>
            <a:gdLst/>
            <a:ahLst/>
            <a:cxnLst/>
            <a:rect l="l" t="t" r="r" b="b"/>
            <a:pathLst>
              <a:path w="8575663" h="8564074" extrusionOk="0">
                <a:moveTo>
                  <a:pt x="0" y="0"/>
                </a:moveTo>
                <a:lnTo>
                  <a:pt x="8575663" y="0"/>
                </a:lnTo>
                <a:lnTo>
                  <a:pt x="8575663" y="8564074"/>
                </a:lnTo>
                <a:lnTo>
                  <a:pt x="0" y="8564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52" name="Google Shape;152;p10"/>
          <p:cNvSpPr/>
          <p:nvPr/>
        </p:nvSpPr>
        <p:spPr>
          <a:xfrm rot="-5400000">
            <a:off x="15068390" y="-3113539"/>
            <a:ext cx="6439219" cy="6439219"/>
          </a:xfrm>
          <a:custGeom>
            <a:avLst/>
            <a:gdLst/>
            <a:ahLst/>
            <a:cxnLst/>
            <a:rect l="l" t="t" r="r" b="b"/>
            <a:pathLst>
              <a:path w="6439219" h="6439219" extrusionOk="0">
                <a:moveTo>
                  <a:pt x="0" y="0"/>
                </a:moveTo>
                <a:lnTo>
                  <a:pt x="6439218" y="0"/>
                </a:lnTo>
                <a:lnTo>
                  <a:pt x="6439218" y="6439219"/>
                </a:lnTo>
                <a:lnTo>
                  <a:pt x="0" y="64392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oogle Shape;158;p11"/>
          <p:cNvGrpSpPr/>
          <p:nvPr/>
        </p:nvGrpSpPr>
        <p:grpSpPr>
          <a:xfrm rot="5400000">
            <a:off x="10217198" y="2107702"/>
            <a:ext cx="10287000" cy="6071596"/>
            <a:chOff x="0" y="-28575"/>
            <a:chExt cx="2709333" cy="1599103"/>
          </a:xfrm>
        </p:grpSpPr>
        <p:sp>
          <p:nvSpPr>
            <p:cNvPr id="159" name="Google Shape;159;p11"/>
            <p:cNvSpPr/>
            <p:nvPr/>
          </p:nvSpPr>
          <p:spPr>
            <a:xfrm>
              <a:off x="0" y="0"/>
              <a:ext cx="2709333" cy="1570528"/>
            </a:xfrm>
            <a:custGeom>
              <a:avLst/>
              <a:gdLst/>
              <a:ahLst/>
              <a:cxnLst/>
              <a:rect l="l" t="t" r="r" b="b"/>
              <a:pathLst>
                <a:path w="2709333" h="1570528" extrusionOk="0">
                  <a:moveTo>
                    <a:pt x="0" y="0"/>
                  </a:moveTo>
                  <a:lnTo>
                    <a:pt x="2709333" y="0"/>
                  </a:lnTo>
                  <a:lnTo>
                    <a:pt x="2709333" y="1570528"/>
                  </a:lnTo>
                  <a:lnTo>
                    <a:pt x="0" y="1570528"/>
                  </a:lnTo>
                  <a:close/>
                </a:path>
              </a:pathLst>
            </a:custGeom>
            <a:gradFill>
              <a:gsLst>
                <a:gs pos="0">
                  <a:srgbClr val="6AE870"/>
                </a:gs>
                <a:gs pos="100000">
                  <a:srgbClr val="000000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60" name="Google Shape;160;p11"/>
            <p:cNvSpPr txBox="1"/>
            <p:nvPr/>
          </p:nvSpPr>
          <p:spPr>
            <a:xfrm>
              <a:off x="0" y="-28575"/>
              <a:ext cx="2709333" cy="15991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6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2" name="Google Shape;162;p11"/>
          <p:cNvSpPr/>
          <p:nvPr/>
        </p:nvSpPr>
        <p:spPr>
          <a:xfrm>
            <a:off x="8075581" y="932338"/>
            <a:ext cx="8714962" cy="8714962"/>
          </a:xfrm>
          <a:custGeom>
            <a:avLst/>
            <a:gdLst/>
            <a:ahLst/>
            <a:cxnLst/>
            <a:rect l="l" t="t" r="r" b="b"/>
            <a:pathLst>
              <a:path w="8714962" h="8714962" extrusionOk="0">
                <a:moveTo>
                  <a:pt x="0" y="0"/>
                </a:moveTo>
                <a:lnTo>
                  <a:pt x="8714963" y="0"/>
                </a:lnTo>
                <a:lnTo>
                  <a:pt x="8714963" y="8714962"/>
                </a:lnTo>
                <a:lnTo>
                  <a:pt x="0" y="8714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2999"/>
            </a:blip>
            <a:stretch>
              <a:fillRect/>
            </a:stretch>
          </a:blipFill>
          <a:ln>
            <a:noFill/>
          </a:ln>
        </p:spPr>
      </p:sp>
      <p:sp>
        <p:nvSpPr>
          <p:cNvPr id="164" name="Google Shape;164;p11"/>
          <p:cNvSpPr/>
          <p:nvPr/>
        </p:nvSpPr>
        <p:spPr>
          <a:xfrm>
            <a:off x="14855460" y="6634969"/>
            <a:ext cx="2532809" cy="2532809"/>
          </a:xfrm>
          <a:custGeom>
            <a:avLst/>
            <a:gdLst/>
            <a:ahLst/>
            <a:cxnLst/>
            <a:rect l="l" t="t" r="r" b="b"/>
            <a:pathLst>
              <a:path w="2532809" h="2532809" extrusionOk="0">
                <a:moveTo>
                  <a:pt x="0" y="0"/>
                </a:moveTo>
                <a:lnTo>
                  <a:pt x="2532809" y="0"/>
                </a:lnTo>
                <a:lnTo>
                  <a:pt x="2532809" y="2532809"/>
                </a:lnTo>
                <a:lnTo>
                  <a:pt x="0" y="2532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5" name="Google Shape;165;p11"/>
          <p:cNvSpPr txBox="1"/>
          <p:nvPr/>
        </p:nvSpPr>
        <p:spPr>
          <a:xfrm>
            <a:off x="1497457" y="429952"/>
            <a:ext cx="7045500" cy="947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 dirty="0" err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Reja</a:t>
            </a:r>
            <a:r>
              <a:rPr lang="en-US" sz="4400" b="1" i="0" u="none" strike="noStrike" cap="none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:</a:t>
            </a:r>
            <a:endParaRPr sz="800" b="1" dirty="0"/>
          </a:p>
        </p:txBody>
      </p:sp>
      <p:sp>
        <p:nvSpPr>
          <p:cNvPr id="167" name="Google Shape;167;p11"/>
          <p:cNvSpPr txBox="1"/>
          <p:nvPr/>
        </p:nvSpPr>
        <p:spPr>
          <a:xfrm>
            <a:off x="1391478" y="2151008"/>
            <a:ext cx="9700592" cy="1329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99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Reja1</a:t>
            </a:r>
            <a:endParaRPr dirty="0"/>
          </a:p>
        </p:txBody>
      </p:sp>
      <p:sp>
        <p:nvSpPr>
          <p:cNvPr id="12" name="Google Shape;167;p11">
            <a:extLst>
              <a:ext uri="{FF2B5EF4-FFF2-40B4-BE49-F238E27FC236}">
                <a16:creationId xmlns:a16="http://schemas.microsoft.com/office/drawing/2014/main" id="{59434832-91F8-45D7-AA37-710409754130}"/>
              </a:ext>
            </a:extLst>
          </p:cNvPr>
          <p:cNvSpPr txBox="1"/>
          <p:nvPr/>
        </p:nvSpPr>
        <p:spPr>
          <a:xfrm>
            <a:off x="1359028" y="4569816"/>
            <a:ext cx="9925879" cy="1329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99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Reja2</a:t>
            </a:r>
            <a:endParaRPr dirty="0"/>
          </a:p>
        </p:txBody>
      </p:sp>
      <p:sp>
        <p:nvSpPr>
          <p:cNvPr id="13" name="Google Shape;167;p11">
            <a:extLst>
              <a:ext uri="{FF2B5EF4-FFF2-40B4-BE49-F238E27FC236}">
                <a16:creationId xmlns:a16="http://schemas.microsoft.com/office/drawing/2014/main" id="{D2D75DF8-8897-4701-B298-6F99F85E133F}"/>
              </a:ext>
            </a:extLst>
          </p:cNvPr>
          <p:cNvSpPr txBox="1"/>
          <p:nvPr/>
        </p:nvSpPr>
        <p:spPr>
          <a:xfrm>
            <a:off x="1359028" y="7236704"/>
            <a:ext cx="9700592" cy="1329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99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Reja3</a:t>
            </a:r>
            <a:endParaRPr dirty="0"/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" name="Google Shape;172;p12"/>
          <p:cNvGrpSpPr/>
          <p:nvPr/>
        </p:nvGrpSpPr>
        <p:grpSpPr>
          <a:xfrm rot="10800000">
            <a:off x="0" y="5827186"/>
            <a:ext cx="18288000" cy="4657670"/>
            <a:chOff x="0" y="-28575"/>
            <a:chExt cx="4816593" cy="1226711"/>
          </a:xfrm>
        </p:grpSpPr>
        <p:sp>
          <p:nvSpPr>
            <p:cNvPr id="173" name="Google Shape;173;p12"/>
            <p:cNvSpPr/>
            <p:nvPr/>
          </p:nvSpPr>
          <p:spPr>
            <a:xfrm>
              <a:off x="0" y="0"/>
              <a:ext cx="4816592" cy="1198136"/>
            </a:xfrm>
            <a:custGeom>
              <a:avLst/>
              <a:gdLst/>
              <a:ahLst/>
              <a:cxnLst/>
              <a:rect l="l" t="t" r="r" b="b"/>
              <a:pathLst>
                <a:path w="4816592" h="1198136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198136"/>
                  </a:lnTo>
                  <a:lnTo>
                    <a:pt x="0" y="1198136"/>
                  </a:lnTo>
                  <a:close/>
                </a:path>
              </a:pathLst>
            </a:custGeom>
            <a:gradFill>
              <a:gsLst>
                <a:gs pos="0">
                  <a:srgbClr val="6AE870"/>
                </a:gs>
                <a:gs pos="100000">
                  <a:srgbClr val="000000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74" name="Google Shape;174;p12"/>
            <p:cNvSpPr txBox="1"/>
            <p:nvPr/>
          </p:nvSpPr>
          <p:spPr>
            <a:xfrm>
              <a:off x="0" y="-28575"/>
              <a:ext cx="4816593" cy="12267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6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6" name="Google Shape;176;p12"/>
          <p:cNvSpPr txBox="1"/>
          <p:nvPr/>
        </p:nvSpPr>
        <p:spPr>
          <a:xfrm>
            <a:off x="2981739" y="271865"/>
            <a:ext cx="11758244" cy="1684179"/>
          </a:xfrm>
          <a:prstGeom prst="rect">
            <a:avLst/>
          </a:prstGeom>
          <a:noFill/>
          <a:ln>
            <a:noFill/>
          </a:ln>
          <a:effectLst>
            <a:outerShdw blurRad="200025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dirty="0">
                <a:solidFill>
                  <a:srgbClr val="FFFFFF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Reja1</a:t>
            </a:r>
            <a:endParaRPr sz="1200" dirty="0">
              <a:latin typeface="League Spartan ExtraBold"/>
              <a:ea typeface="League Spartan ExtraBold"/>
              <a:cs typeface="League Spartan ExtraBold"/>
              <a:sym typeface="League Spartan ExtraBold"/>
            </a:endParaRPr>
          </a:p>
        </p:txBody>
      </p:sp>
      <p:sp>
        <p:nvSpPr>
          <p:cNvPr id="177" name="Google Shape;177;p12"/>
          <p:cNvSpPr txBox="1"/>
          <p:nvPr/>
        </p:nvSpPr>
        <p:spPr>
          <a:xfrm>
            <a:off x="1663111" y="2347793"/>
            <a:ext cx="14395500" cy="654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0" u="none" strike="noStrike" cap="none" dirty="0" err="1">
                <a:solidFill>
                  <a:srgbClr val="23DC6D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matn</a:t>
            </a:r>
            <a:endParaRPr sz="400" dirty="0">
              <a:latin typeface="League Spartan ExtraBold"/>
              <a:ea typeface="League Spartan ExtraBold"/>
              <a:cs typeface="League Spartan ExtraBold"/>
              <a:sym typeface="League Spartan ExtraBold"/>
            </a:endParaRPr>
          </a:p>
        </p:txBody>
      </p:sp>
      <p:grpSp>
        <p:nvGrpSpPr>
          <p:cNvPr id="179" name="Google Shape;179;p12"/>
          <p:cNvGrpSpPr/>
          <p:nvPr/>
        </p:nvGrpSpPr>
        <p:grpSpPr>
          <a:xfrm rot="1283271">
            <a:off x="15153734" y="4054334"/>
            <a:ext cx="4594189" cy="4351950"/>
            <a:chOff x="0" y="0"/>
            <a:chExt cx="6125585" cy="5802600"/>
          </a:xfrm>
        </p:grpSpPr>
        <p:sp>
          <p:nvSpPr>
            <p:cNvPr id="180" name="Google Shape;180;p12"/>
            <p:cNvSpPr/>
            <p:nvPr/>
          </p:nvSpPr>
          <p:spPr>
            <a:xfrm>
              <a:off x="0" y="0"/>
              <a:ext cx="6125585" cy="5802600"/>
            </a:xfrm>
            <a:custGeom>
              <a:avLst/>
              <a:gdLst/>
              <a:ahLst/>
              <a:cxnLst/>
              <a:rect l="l" t="t" r="r" b="b"/>
              <a:pathLst>
                <a:path w="6125585" h="5802600" extrusionOk="0">
                  <a:moveTo>
                    <a:pt x="0" y="0"/>
                  </a:moveTo>
                  <a:lnTo>
                    <a:pt x="6125585" y="0"/>
                  </a:lnTo>
                  <a:lnTo>
                    <a:pt x="6125585" y="5802600"/>
                  </a:lnTo>
                  <a:lnTo>
                    <a:pt x="0" y="58026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81" name="Google Shape;181;p12"/>
            <p:cNvSpPr/>
            <p:nvPr/>
          </p:nvSpPr>
          <p:spPr>
            <a:xfrm>
              <a:off x="2699530" y="2538037"/>
              <a:ext cx="726526" cy="726526"/>
            </a:xfrm>
            <a:custGeom>
              <a:avLst/>
              <a:gdLst/>
              <a:ahLst/>
              <a:cxnLst/>
              <a:rect l="l" t="t" r="r" b="b"/>
              <a:pathLst>
                <a:path w="726526" h="726526" extrusionOk="0">
                  <a:moveTo>
                    <a:pt x="0" y="0"/>
                  </a:moveTo>
                  <a:lnTo>
                    <a:pt x="726526" y="0"/>
                  </a:lnTo>
                  <a:lnTo>
                    <a:pt x="726526" y="726526"/>
                  </a:lnTo>
                  <a:lnTo>
                    <a:pt x="0" y="72652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3"/>
          <p:cNvSpPr/>
          <p:nvPr/>
        </p:nvSpPr>
        <p:spPr>
          <a:xfrm>
            <a:off x="11911262" y="-2132455"/>
            <a:ext cx="16230600" cy="16230600"/>
          </a:xfrm>
          <a:custGeom>
            <a:avLst/>
            <a:gdLst/>
            <a:ahLst/>
            <a:cxnLst/>
            <a:rect l="l" t="t" r="r" b="b"/>
            <a:pathLst>
              <a:path w="16230600" h="16230600" extrusionOk="0">
                <a:moveTo>
                  <a:pt x="0" y="0"/>
                </a:moveTo>
                <a:lnTo>
                  <a:pt x="16230600" y="0"/>
                </a:lnTo>
                <a:lnTo>
                  <a:pt x="16230600" y="16230600"/>
                </a:lnTo>
                <a:lnTo>
                  <a:pt x="0" y="16230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87" name="Google Shape;187;p13"/>
          <p:cNvGrpSpPr/>
          <p:nvPr/>
        </p:nvGrpSpPr>
        <p:grpSpPr>
          <a:xfrm>
            <a:off x="-10412859" y="-3776851"/>
            <a:ext cx="11076641" cy="8305282"/>
            <a:chOff x="0" y="-28575"/>
            <a:chExt cx="2917304" cy="2187399"/>
          </a:xfrm>
        </p:grpSpPr>
        <p:sp>
          <p:nvSpPr>
            <p:cNvPr id="188" name="Google Shape;188;p13"/>
            <p:cNvSpPr/>
            <p:nvPr/>
          </p:nvSpPr>
          <p:spPr>
            <a:xfrm>
              <a:off x="0" y="0"/>
              <a:ext cx="2917304" cy="2158824"/>
            </a:xfrm>
            <a:custGeom>
              <a:avLst/>
              <a:gdLst/>
              <a:ahLst/>
              <a:cxnLst/>
              <a:rect l="l" t="t" r="r" b="b"/>
              <a:pathLst>
                <a:path w="2917304" h="2158824" extrusionOk="0">
                  <a:moveTo>
                    <a:pt x="35646" y="0"/>
                  </a:moveTo>
                  <a:lnTo>
                    <a:pt x="2881657" y="0"/>
                  </a:lnTo>
                  <a:cubicBezTo>
                    <a:pt x="2901344" y="0"/>
                    <a:pt x="2917304" y="15959"/>
                    <a:pt x="2917304" y="35646"/>
                  </a:cubicBezTo>
                  <a:lnTo>
                    <a:pt x="2917304" y="2123178"/>
                  </a:lnTo>
                  <a:cubicBezTo>
                    <a:pt x="2917304" y="2142865"/>
                    <a:pt x="2901344" y="2158824"/>
                    <a:pt x="2881657" y="2158824"/>
                  </a:cubicBezTo>
                  <a:lnTo>
                    <a:pt x="35646" y="2158824"/>
                  </a:lnTo>
                  <a:cubicBezTo>
                    <a:pt x="15959" y="2158824"/>
                    <a:pt x="0" y="2142865"/>
                    <a:pt x="0" y="2123178"/>
                  </a:cubicBezTo>
                  <a:lnTo>
                    <a:pt x="0" y="35646"/>
                  </a:lnTo>
                  <a:cubicBezTo>
                    <a:pt x="0" y="15959"/>
                    <a:pt x="15959" y="0"/>
                    <a:pt x="3564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3"/>
            <p:cNvSpPr txBox="1"/>
            <p:nvPr/>
          </p:nvSpPr>
          <p:spPr>
            <a:xfrm>
              <a:off x="0" y="-28575"/>
              <a:ext cx="2917303" cy="21873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6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1" name="Google Shape;191;p13"/>
          <p:cNvGrpSpPr/>
          <p:nvPr/>
        </p:nvGrpSpPr>
        <p:grpSpPr>
          <a:xfrm>
            <a:off x="15696613" y="895284"/>
            <a:ext cx="1296867" cy="1249708"/>
            <a:chOff x="0" y="0"/>
            <a:chExt cx="1729156" cy="1666278"/>
          </a:xfrm>
        </p:grpSpPr>
        <p:sp>
          <p:nvSpPr>
            <p:cNvPr id="192" name="Google Shape;192;p13"/>
            <p:cNvSpPr/>
            <p:nvPr/>
          </p:nvSpPr>
          <p:spPr>
            <a:xfrm>
              <a:off x="0" y="0"/>
              <a:ext cx="1729156" cy="1666278"/>
            </a:xfrm>
            <a:custGeom>
              <a:avLst/>
              <a:gdLst/>
              <a:ahLst/>
              <a:cxnLst/>
              <a:rect l="l" t="t" r="r" b="b"/>
              <a:pathLst>
                <a:path w="1729156" h="1666278" extrusionOk="0">
                  <a:moveTo>
                    <a:pt x="0" y="0"/>
                  </a:moveTo>
                  <a:lnTo>
                    <a:pt x="1729156" y="0"/>
                  </a:lnTo>
                  <a:lnTo>
                    <a:pt x="1729156" y="1666278"/>
                  </a:lnTo>
                  <a:lnTo>
                    <a:pt x="0" y="16662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grpSp>
          <p:nvGrpSpPr>
            <p:cNvPr id="193" name="Google Shape;193;p13"/>
            <p:cNvGrpSpPr/>
            <p:nvPr/>
          </p:nvGrpSpPr>
          <p:grpSpPr>
            <a:xfrm rot="5400000">
              <a:off x="580822" y="445203"/>
              <a:ext cx="836928" cy="775872"/>
              <a:chOff x="0" y="0"/>
              <a:chExt cx="812800" cy="753505"/>
            </a:xfrm>
          </p:grpSpPr>
          <p:sp>
            <p:nvSpPr>
              <p:cNvPr id="194" name="Google Shape;194;p13"/>
              <p:cNvSpPr/>
              <p:nvPr/>
            </p:nvSpPr>
            <p:spPr>
              <a:xfrm>
                <a:off x="0" y="0"/>
                <a:ext cx="812800" cy="753505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53505" extrusionOk="0">
                    <a:moveTo>
                      <a:pt x="406400" y="0"/>
                    </a:moveTo>
                    <a:lnTo>
                      <a:pt x="812800" y="753505"/>
                    </a:lnTo>
                    <a:lnTo>
                      <a:pt x="0" y="75350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195" name="Google Shape;195;p13"/>
              <p:cNvSpPr txBox="1"/>
              <p:nvPr/>
            </p:nvSpPr>
            <p:spPr>
              <a:xfrm>
                <a:off x="127000" y="321267"/>
                <a:ext cx="558800" cy="3784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9350" tIns="39350" rIns="39350" bIns="39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3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15" name="Google Shape;215;p13"/>
          <p:cNvSpPr txBox="1"/>
          <p:nvPr/>
        </p:nvSpPr>
        <p:spPr>
          <a:xfrm>
            <a:off x="1942953" y="464397"/>
            <a:ext cx="11076641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>
                <a:solidFill>
                  <a:schemeClr val="bg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matn</a:t>
            </a:r>
            <a:endParaRPr sz="7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DC6D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4"/>
          <p:cNvSpPr/>
          <p:nvPr/>
        </p:nvSpPr>
        <p:spPr>
          <a:xfrm>
            <a:off x="16213074" y="-2113351"/>
            <a:ext cx="4149852" cy="4226702"/>
          </a:xfrm>
          <a:custGeom>
            <a:avLst/>
            <a:gdLst/>
            <a:ahLst/>
            <a:cxnLst/>
            <a:rect l="l" t="t" r="r" b="b"/>
            <a:pathLst>
              <a:path w="4149852" h="4226702" extrusionOk="0">
                <a:moveTo>
                  <a:pt x="0" y="0"/>
                </a:moveTo>
                <a:lnTo>
                  <a:pt x="4149853" y="0"/>
                </a:lnTo>
                <a:lnTo>
                  <a:pt x="4149853" y="4226702"/>
                </a:lnTo>
                <a:lnTo>
                  <a:pt x="0" y="42267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29" name="Google Shape;229;p14"/>
          <p:cNvSpPr/>
          <p:nvPr/>
        </p:nvSpPr>
        <p:spPr>
          <a:xfrm rot="-5400000">
            <a:off x="-1464844" y="8810854"/>
            <a:ext cx="3625028" cy="3804896"/>
          </a:xfrm>
          <a:custGeom>
            <a:avLst/>
            <a:gdLst/>
            <a:ahLst/>
            <a:cxnLst/>
            <a:rect l="l" t="t" r="r" b="b"/>
            <a:pathLst>
              <a:path w="3625028" h="3804896" extrusionOk="0">
                <a:moveTo>
                  <a:pt x="0" y="0"/>
                </a:moveTo>
                <a:lnTo>
                  <a:pt x="3625029" y="0"/>
                </a:lnTo>
                <a:lnTo>
                  <a:pt x="3625029" y="3804896"/>
                </a:lnTo>
                <a:lnTo>
                  <a:pt x="0" y="38048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31" name="Google Shape;231;p14"/>
          <p:cNvSpPr txBox="1"/>
          <p:nvPr/>
        </p:nvSpPr>
        <p:spPr>
          <a:xfrm>
            <a:off x="1823256" y="647293"/>
            <a:ext cx="12427858" cy="1285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Reja2</a:t>
            </a:r>
            <a:endParaRPr sz="1000" b="1" dirty="0"/>
          </a:p>
        </p:txBody>
      </p:sp>
      <p:sp>
        <p:nvSpPr>
          <p:cNvPr id="6" name="Google Shape;231;p14">
            <a:extLst>
              <a:ext uri="{FF2B5EF4-FFF2-40B4-BE49-F238E27FC236}">
                <a16:creationId xmlns:a16="http://schemas.microsoft.com/office/drawing/2014/main" id="{9FAD441F-2CF9-4643-8EC5-14BDDD2B2157}"/>
              </a:ext>
            </a:extLst>
          </p:cNvPr>
          <p:cNvSpPr txBox="1"/>
          <p:nvPr/>
        </p:nvSpPr>
        <p:spPr>
          <a:xfrm>
            <a:off x="3615772" y="1933172"/>
            <a:ext cx="11740342" cy="37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i="0" u="none" strike="noStrike" cap="none" dirty="0" err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matn</a:t>
            </a:r>
            <a:endParaRPr sz="700" dirty="0"/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oogle Shape;237;p15"/>
          <p:cNvGrpSpPr/>
          <p:nvPr/>
        </p:nvGrpSpPr>
        <p:grpSpPr>
          <a:xfrm>
            <a:off x="3068397" y="-246006"/>
            <a:ext cx="6997517" cy="10533006"/>
            <a:chOff x="0" y="-28575"/>
            <a:chExt cx="812800" cy="1223467"/>
          </a:xfrm>
        </p:grpSpPr>
        <p:sp>
          <p:nvSpPr>
            <p:cNvPr id="238" name="Google Shape;238;p15"/>
            <p:cNvSpPr/>
            <p:nvPr/>
          </p:nvSpPr>
          <p:spPr>
            <a:xfrm>
              <a:off x="0" y="0"/>
              <a:ext cx="812800" cy="1194892"/>
            </a:xfrm>
            <a:custGeom>
              <a:avLst/>
              <a:gdLst/>
              <a:ahLst/>
              <a:cxnLst/>
              <a:rect l="l" t="t" r="r" b="b"/>
              <a:pathLst>
                <a:path w="812800" h="1194892" extrusionOk="0">
                  <a:moveTo>
                    <a:pt x="203200" y="0"/>
                  </a:moveTo>
                  <a:lnTo>
                    <a:pt x="812800" y="0"/>
                  </a:lnTo>
                  <a:lnTo>
                    <a:pt x="609600" y="1194892"/>
                  </a:lnTo>
                  <a:lnTo>
                    <a:pt x="0" y="1194892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239" name="Google Shape;239;p15"/>
            <p:cNvSpPr txBox="1"/>
            <p:nvPr/>
          </p:nvSpPr>
          <p:spPr>
            <a:xfrm>
              <a:off x="101600" y="-28575"/>
              <a:ext cx="609600" cy="12234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6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0" name="Google Shape;240;p15"/>
          <p:cNvSpPr txBox="1"/>
          <p:nvPr/>
        </p:nvSpPr>
        <p:spPr>
          <a:xfrm>
            <a:off x="1079840" y="714375"/>
            <a:ext cx="11910446" cy="1029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1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 dirty="0" err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Matn</a:t>
            </a:r>
            <a:endParaRPr sz="500" b="1" dirty="0"/>
          </a:p>
        </p:txBody>
      </p:sp>
      <p:sp>
        <p:nvSpPr>
          <p:cNvPr id="249" name="Google Shape;249;p15"/>
          <p:cNvSpPr/>
          <p:nvPr/>
        </p:nvSpPr>
        <p:spPr>
          <a:xfrm rot="565396">
            <a:off x="15537951" y="1532271"/>
            <a:ext cx="2742284" cy="4114800"/>
          </a:xfrm>
          <a:custGeom>
            <a:avLst/>
            <a:gdLst/>
            <a:ahLst/>
            <a:cxnLst/>
            <a:rect l="l" t="t" r="r" b="b"/>
            <a:pathLst>
              <a:path w="2742284" h="4114800" extrusionOk="0">
                <a:moveTo>
                  <a:pt x="0" y="0"/>
                </a:moveTo>
                <a:lnTo>
                  <a:pt x="2742284" y="0"/>
                </a:lnTo>
                <a:lnTo>
                  <a:pt x="27422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50046"/>
            </a:stretch>
          </a:blipFill>
          <a:ln>
            <a:noFill/>
          </a:ln>
        </p:spPr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DC6D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6"/>
          <p:cNvSpPr txBox="1"/>
          <p:nvPr/>
        </p:nvSpPr>
        <p:spPr>
          <a:xfrm>
            <a:off x="501262" y="244006"/>
            <a:ext cx="10221900" cy="982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2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i="0" u="none" strike="noStrike" cap="none" dirty="0">
                <a:solidFill>
                  <a:srgbClr val="000000"/>
                </a:solidFill>
                <a:latin typeface="League Spartan Black"/>
                <a:ea typeface="League Spartan Black"/>
                <a:cs typeface="League Spartan Black"/>
                <a:sym typeface="League Spartan Black"/>
              </a:rPr>
              <a:t>Reja3</a:t>
            </a:r>
            <a:endParaRPr dirty="0">
              <a:latin typeface="League Spartan Black"/>
              <a:ea typeface="League Spartan Black"/>
              <a:cs typeface="League Spartan Black"/>
              <a:sym typeface="League Spartan Black"/>
            </a:endParaRPr>
          </a:p>
        </p:txBody>
      </p:sp>
      <p:sp>
        <p:nvSpPr>
          <p:cNvPr id="255" name="Google Shape;255;p16"/>
          <p:cNvSpPr txBox="1"/>
          <p:nvPr/>
        </p:nvSpPr>
        <p:spPr>
          <a:xfrm>
            <a:off x="501262" y="1734984"/>
            <a:ext cx="15333824" cy="1801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2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i="0" u="none" strike="noStrike" cap="none" dirty="0" err="1">
                <a:solidFill>
                  <a:srgbClr val="FFFFFF"/>
                </a:solidFill>
                <a:latin typeface="League Spartan Black"/>
                <a:ea typeface="League Spartan Black"/>
                <a:cs typeface="League Spartan Black"/>
                <a:sym typeface="League Spartan Black"/>
              </a:rPr>
              <a:t>matn</a:t>
            </a:r>
            <a:endParaRPr sz="1600" dirty="0">
              <a:latin typeface="League Spartan Black"/>
              <a:ea typeface="League Spartan Black"/>
              <a:cs typeface="League Spartan Black"/>
              <a:sym typeface="League Spartan Black"/>
            </a:endParaRPr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7"/>
          <p:cNvSpPr txBox="1"/>
          <p:nvPr/>
        </p:nvSpPr>
        <p:spPr>
          <a:xfrm>
            <a:off x="1289957" y="1167816"/>
            <a:ext cx="14835414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 err="1">
                <a:solidFill>
                  <a:srgbClr val="23DC6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matn</a:t>
            </a:r>
            <a:endParaRPr sz="600" b="1" dirty="0"/>
          </a:p>
        </p:txBody>
      </p:sp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6" name="Google Shape;286;p18"/>
          <p:cNvCxnSpPr>
            <a:cxnSpLocks/>
          </p:cNvCxnSpPr>
          <p:nvPr/>
        </p:nvCxnSpPr>
        <p:spPr>
          <a:xfrm>
            <a:off x="10014857" y="912975"/>
            <a:ext cx="0" cy="8461049"/>
          </a:xfrm>
          <a:prstGeom prst="straightConnector1">
            <a:avLst/>
          </a:prstGeom>
          <a:noFill/>
          <a:ln w="38100" cap="flat" cmpd="sng">
            <a:solidFill>
              <a:srgbClr val="23DC6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7" name="Google Shape;287;p18"/>
          <p:cNvSpPr txBox="1"/>
          <p:nvPr/>
        </p:nvSpPr>
        <p:spPr>
          <a:xfrm>
            <a:off x="856353" y="524334"/>
            <a:ext cx="8287643" cy="947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3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 err="1">
                <a:solidFill>
                  <a:srgbClr val="23DC6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matn</a:t>
            </a:r>
            <a:endParaRPr sz="600" b="1" dirty="0"/>
          </a:p>
        </p:txBody>
      </p:sp>
      <p:sp>
        <p:nvSpPr>
          <p:cNvPr id="288" name="Google Shape;288;p18"/>
          <p:cNvSpPr txBox="1"/>
          <p:nvPr/>
        </p:nvSpPr>
        <p:spPr>
          <a:xfrm>
            <a:off x="11437184" y="1031294"/>
            <a:ext cx="5635800" cy="213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3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151" b="1" i="0" u="none" strike="noStrike" cap="none" dirty="0" err="1">
                <a:solidFill>
                  <a:srgbClr val="6C25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Xulosa</a:t>
            </a:r>
            <a:endParaRPr b="1" dirty="0"/>
          </a:p>
        </p:txBody>
      </p:sp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DC6D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6" name="Google Shape;286;p18"/>
          <p:cNvCxnSpPr>
            <a:cxnSpLocks/>
          </p:cNvCxnSpPr>
          <p:nvPr/>
        </p:nvCxnSpPr>
        <p:spPr>
          <a:xfrm>
            <a:off x="10014857" y="912975"/>
            <a:ext cx="0" cy="8461049"/>
          </a:xfrm>
          <a:prstGeom prst="straightConnector1">
            <a:avLst/>
          </a:prstGeom>
          <a:noFill/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7" name="Google Shape;287;p18"/>
          <p:cNvSpPr txBox="1"/>
          <p:nvPr/>
        </p:nvSpPr>
        <p:spPr>
          <a:xfrm>
            <a:off x="856353" y="524334"/>
            <a:ext cx="8287643" cy="947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3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 err="1">
                <a:solidFill>
                  <a:schemeClr val="bg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matn</a:t>
            </a:r>
            <a:endParaRPr sz="600" b="1" dirty="0">
              <a:solidFill>
                <a:schemeClr val="bg1"/>
              </a:solidFill>
            </a:endParaRPr>
          </a:p>
        </p:txBody>
      </p:sp>
      <p:sp>
        <p:nvSpPr>
          <p:cNvPr id="288" name="Google Shape;288;p18"/>
          <p:cNvSpPr txBox="1"/>
          <p:nvPr/>
        </p:nvSpPr>
        <p:spPr>
          <a:xfrm>
            <a:off x="11437184" y="1031294"/>
            <a:ext cx="5635800" cy="1263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3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 u="none" strike="noStrike" cap="none" dirty="0" err="1">
                <a:solidFill>
                  <a:schemeClr val="bg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Adabiyotl</a:t>
            </a:r>
            <a:r>
              <a:rPr lang="en-US" sz="7200" b="1" dirty="0" err="1">
                <a:solidFill>
                  <a:schemeClr val="bg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ar</a:t>
            </a:r>
            <a:endParaRPr sz="9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3604435"/>
      </p:ext>
    </p:extLst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29"/>
          <p:cNvSpPr/>
          <p:nvPr/>
        </p:nvSpPr>
        <p:spPr>
          <a:xfrm>
            <a:off x="-4220705" y="767337"/>
            <a:ext cx="9375601" cy="6562921"/>
          </a:xfrm>
          <a:custGeom>
            <a:avLst/>
            <a:gdLst/>
            <a:ahLst/>
            <a:cxnLst/>
            <a:rect l="l" t="t" r="r" b="b"/>
            <a:pathLst>
              <a:path w="9375601" h="6562921" extrusionOk="0">
                <a:moveTo>
                  <a:pt x="0" y="0"/>
                </a:moveTo>
                <a:lnTo>
                  <a:pt x="9375601" y="0"/>
                </a:lnTo>
                <a:lnTo>
                  <a:pt x="9375601" y="6562921"/>
                </a:lnTo>
                <a:lnTo>
                  <a:pt x="0" y="65629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39" name="Google Shape;539;p29"/>
          <p:cNvSpPr txBox="1"/>
          <p:nvPr/>
        </p:nvSpPr>
        <p:spPr>
          <a:xfrm>
            <a:off x="7443624" y="2594247"/>
            <a:ext cx="10018800" cy="340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00" b="1" i="0" u="none" strike="noStrike" cap="none" dirty="0" err="1">
                <a:solidFill>
                  <a:srgbClr val="23DC6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E`tiboringiz</a:t>
            </a:r>
            <a:r>
              <a:rPr lang="en-US" sz="12300" b="1" i="0" u="none" strike="noStrike" cap="none" dirty="0">
                <a:solidFill>
                  <a:srgbClr val="23DC6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sz="12300" b="1" i="0" u="none" strike="noStrike" cap="none" dirty="0" err="1">
                <a:solidFill>
                  <a:srgbClr val="23DC6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uchun</a:t>
            </a:r>
            <a:r>
              <a:rPr lang="en-US" sz="12300" b="1" i="0" u="none" strike="noStrike" cap="none" dirty="0">
                <a:solidFill>
                  <a:srgbClr val="23DC6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sz="12300" b="1" i="0" u="none" strike="noStrike" cap="none" dirty="0" err="1">
                <a:solidFill>
                  <a:srgbClr val="23DC6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rahmat</a:t>
            </a:r>
            <a:endParaRPr sz="1050" b="1" dirty="0"/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26</Words>
  <Application>Microsoft Office PowerPoint</Application>
  <PresentationFormat>Custom</PresentationFormat>
  <Paragraphs>20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League Spartan Black</vt:lpstr>
      <vt:lpstr>Arial</vt:lpstr>
      <vt:lpstr>Calibri</vt:lpstr>
      <vt:lpstr>Lato</vt:lpstr>
      <vt:lpstr>League Spartan ExtraBold</vt:lpstr>
      <vt:lpstr>League Spartan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Azamjon Rozibayev</cp:lastModifiedBy>
  <cp:revision>17</cp:revision>
  <dcterms:modified xsi:type="dcterms:W3CDTF">2026-01-07T19:54:14Z</dcterms:modified>
</cp:coreProperties>
</file>