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5981E-4418-4782-9225-B27C39E6C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81F670-97F9-454B-897E-72F451A67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64776-7C36-42B9-9B62-F68A5F164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B1AFB-05FE-4902-BDCA-A816397FD256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BAD75-A534-4E78-8B53-64625C7C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50559-6710-4386-A22A-B6C47CB97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6387-7F27-4567-AC42-6DF7FFDDF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629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A43D9-92DE-49E7-8D7D-90BE84CA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D9D6F-E074-4BA3-B8A4-4EFC016CD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5B1BB-4E2A-4BE9-A3DE-445F0FD5B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B1AFB-05FE-4902-BDCA-A816397FD256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14092-0438-40BC-A0E5-77FFCBE85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40D1D-3FDC-43D9-BF1D-630544212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6387-7F27-4567-AC42-6DF7FFDDF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763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F8088-5F7E-4E01-BA98-5768F0217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CE77B-0DCB-4003-9C3B-5D419972C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8D871-06CF-4B0A-849A-E94DCA2BF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B1AFB-05FE-4902-BDCA-A816397FD256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6D3B9-71BB-4D06-B3BB-FB717D69A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A641B-CA9A-420C-BFDE-BBBBF801B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6387-7F27-4567-AC42-6DF7FFDDF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9678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85453-2EE5-46D3-AB3E-775B6719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1381B-D0D3-47E1-8602-8773285FC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BD26A-C392-4B23-AEE7-1EF5B2771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EEE4FF-59BA-4316-A46C-869E36956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B1AFB-05FE-4902-BDCA-A816397FD256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129BE-D918-4E52-9897-263C56C59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1CCEF-8A48-4B01-8B1B-775228F8D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6387-7F27-4567-AC42-6DF7FFDDF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341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04401-8551-49C4-A37B-FBC7BB397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CEC2E-43E0-4B2A-AB69-EEFBFAEDA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033BD1-9AAD-4FF6-8168-A8682A07A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9234AC-3E4D-4CC1-A539-F52A9FBA36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008A66-213B-4016-BF9E-CAFC7DC574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2A539-F05D-4F0A-A304-0002253DA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B1AFB-05FE-4902-BDCA-A816397FD256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DAD99E-B502-416D-84BD-3EABB4260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49FA6-A683-477D-92A1-EA463FC34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6387-7F27-4567-AC42-6DF7FFDDF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994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2BE8C-0B87-48B4-B758-B88C7269B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445779-06FE-41A6-8B08-E3A310C06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B1AFB-05FE-4902-BDCA-A816397FD256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9EF1FB-2714-456A-A741-86AC3CC3B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2D514B-DD83-4B57-82AE-9F4FFBA7A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6387-7F27-4567-AC42-6DF7FFDDF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0962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EBCA0C-DDEE-4321-ACC3-5274FF332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B1AFB-05FE-4902-BDCA-A816397FD256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EE54A3-32B2-4D17-B489-7440AE9A8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D29E0-F5A0-4AD3-B5A5-90CAF94E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6387-7F27-4567-AC42-6DF7FFDDF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6549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D42DC-E1D5-4026-BEC3-A7FAB983A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908ED-BF1B-4381-B305-773B27877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368E53-5075-4DD1-869D-32E3062DD1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78770-7FB8-4D72-A25D-81F86E40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B1AFB-05FE-4902-BDCA-A816397FD256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9C6BD-F91D-4D21-9007-7BBEDCFF2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9E4B5-3572-45CD-9476-F1AD69A52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6387-7F27-4567-AC42-6DF7FFDDF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79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E5A9E-95FA-468A-B75E-CC95C493C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CF262D-43AD-43AC-B952-3B948991FB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A8D83-4D8A-4CF4-8D5A-2E55F61367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620F8-0206-4403-AAEA-6039C8A31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B1AFB-05FE-4902-BDCA-A816397FD256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1A087-3349-4D9A-AA54-08E3FDC7B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F6A88-A6E6-46F3-A58C-88186EDDB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6387-7F27-4567-AC42-6DF7FFDDF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1428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1FC54-49BE-4A73-8E54-EDA11CCC9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F2A47-D1FC-45EF-93B2-3852B5B62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00E45-6F85-4107-85AF-6C627F7D9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B1AFB-05FE-4902-BDCA-A816397FD256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54106-2524-473B-B28C-BEF12FCC0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6F37A-04EC-4F37-A9AC-EA2DE66C8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6387-7F27-4567-AC42-6DF7FFDDF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0318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A04917-5882-43DB-B622-C65413ED71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B91B50-1A14-4251-88EE-BFB7C5C6B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C79C2-8D25-42A1-B6A8-04172E1A8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B1AFB-05FE-4902-BDCA-A816397FD256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44188-320C-498C-B1A9-1FD1A6825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BE1B9-C3A7-41F8-9B93-2C36A306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6387-7F27-4567-AC42-6DF7FFDDF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626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E0A02A-9E97-48B0-A4AD-22B2FBCBE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BDF86-D50B-4B08-85F8-9F8E312E5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1E036-FA4A-4D49-9BB2-2C4037965D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6B1AFB-05FE-4902-BDCA-A816397FD256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F3138-10CA-4DAF-B20F-D4BF1E9A5F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BBC45-9E53-4C2B-BD33-71134A9BD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D6387-7F27-4567-AC42-6DF7FFDDF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9679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AC25-3379-4301-9364-815445D476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A4DE43-C3FC-4A9E-B559-1662B1141E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375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40FD-5644-42F9-B3DF-0D04771B1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191EE-A880-435C-B4D6-F5EE6FAB8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5288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B35ED-7E26-4A4C-80FF-530EEE7C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332D5-43EF-4F8F-9775-55608E684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446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1C881-6582-40E4-9BE6-49C7A8AE4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17A4C-99FA-4D5F-9212-DC8F4085B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332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0443C-A741-44EF-AE4F-22771B8E0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E3636-E25A-46E3-B190-F63263E99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090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Azamjon Rozibayev</dc:creator>
  <cp:lastModifiedBy>Azamjon Rozibayev</cp:lastModifiedBy>
  <cp:revision>1</cp:revision>
  <dcterms:created xsi:type="dcterms:W3CDTF">2025-12-05T16:53:39Z</dcterms:created>
  <dcterms:modified xsi:type="dcterms:W3CDTF">2025-12-05T16:54:20Z</dcterms:modified>
</cp:coreProperties>
</file>