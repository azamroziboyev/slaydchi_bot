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Raleway" panose="020B0604020202020204" charset="0"/>
      <p:regular r:id="rId22"/>
      <p:bold r:id="rId23"/>
      <p:italic r:id="rId24"/>
      <p:boldItalic r:id="rId25"/>
    </p:embeddedFont>
    <p:embeddedFont>
      <p:font typeface="Space Mono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87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3789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1028700" y="8794531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t="64934"/>
          <a:stretch/>
        </p:blipFill>
        <p:spPr>
          <a:xfrm>
            <a:off x="-66275" y="0"/>
            <a:ext cx="18456376" cy="421567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028700" y="4802175"/>
            <a:ext cx="162306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Raleway"/>
              <a:buNone/>
              <a:defRPr sz="1250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/>
          </p:nvPr>
        </p:nvSpPr>
        <p:spPr>
          <a:xfrm>
            <a:off x="1028700" y="8990800"/>
            <a:ext cx="47061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3"/>
          </p:nvPr>
        </p:nvSpPr>
        <p:spPr>
          <a:xfrm>
            <a:off x="11637175" y="8990800"/>
            <a:ext cx="47061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 rot="-5400000">
            <a:off x="9764473" y="1686719"/>
            <a:ext cx="10438441" cy="6794476"/>
          </a:xfrm>
          <a:custGeom>
            <a:avLst/>
            <a:gdLst/>
            <a:ahLst/>
            <a:cxnLst/>
            <a:rect l="l" t="t" r="r" b="b"/>
            <a:pathLst>
              <a:path w="10438441" h="6794476" extrusionOk="0">
                <a:moveTo>
                  <a:pt x="0" y="0"/>
                </a:moveTo>
                <a:lnTo>
                  <a:pt x="10438441" y="0"/>
                </a:lnTo>
                <a:lnTo>
                  <a:pt x="10438441" y="6794477"/>
                </a:lnTo>
                <a:lnTo>
                  <a:pt x="0" y="6794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09625" y="10842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"/>
              <a:buNone/>
              <a:defRPr sz="600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909625" y="2880450"/>
            <a:ext cx="8972700" cy="57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>
            <a:spLocks noGrp="1"/>
          </p:cNvSpPr>
          <p:nvPr>
            <p:ph type="pic" idx="2"/>
          </p:nvPr>
        </p:nvSpPr>
        <p:spPr>
          <a:xfrm>
            <a:off x="12417550" y="1170775"/>
            <a:ext cx="5132400" cy="79455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5"/>
          <p:cNvGrpSpPr/>
          <p:nvPr/>
        </p:nvGrpSpPr>
        <p:grpSpPr>
          <a:xfrm>
            <a:off x="0" y="-180827"/>
            <a:ext cx="6062131" cy="10468053"/>
            <a:chOff x="0" y="-47625"/>
            <a:chExt cx="1596600" cy="2757000"/>
          </a:xfrm>
        </p:grpSpPr>
        <p:sp>
          <p:nvSpPr>
            <p:cNvPr id="28" name="Google Shape;28;p5"/>
            <p:cNvSpPr/>
            <p:nvPr/>
          </p:nvSpPr>
          <p:spPr>
            <a:xfrm>
              <a:off x="0" y="0"/>
              <a:ext cx="1596562" cy="2709333"/>
            </a:xfrm>
            <a:custGeom>
              <a:avLst/>
              <a:gdLst/>
              <a:ahLst/>
              <a:cxnLst/>
              <a:rect l="l" t="t" r="r" b="b"/>
              <a:pathLst>
                <a:path w="1596562" h="2709333" extrusionOk="0">
                  <a:moveTo>
                    <a:pt x="0" y="0"/>
                  </a:moveTo>
                  <a:lnTo>
                    <a:pt x="1596562" y="0"/>
                  </a:lnTo>
                  <a:lnTo>
                    <a:pt x="1596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9" name="Google Shape;29;p5"/>
            <p:cNvSpPr txBox="1"/>
            <p:nvPr/>
          </p:nvSpPr>
          <p:spPr>
            <a:xfrm>
              <a:off x="0" y="-47625"/>
              <a:ext cx="15966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Google Shape;30;p5"/>
          <p:cNvSpPr/>
          <p:nvPr/>
        </p:nvSpPr>
        <p:spPr>
          <a:xfrm rot="10800000">
            <a:off x="4414" y="7490"/>
            <a:ext cx="3026564" cy="5136010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12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3030978" y="5143519"/>
            <a:ext cx="3026564" cy="5136010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12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469950" y="2608296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469950" y="4029695"/>
            <a:ext cx="89727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3055975" y="7500"/>
            <a:ext cx="2976600" cy="5211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" name="Google Shape;35;p5"/>
          <p:cNvSpPr>
            <a:spLocks noGrp="1"/>
          </p:cNvSpPr>
          <p:nvPr>
            <p:ph type="pic" idx="3"/>
          </p:nvPr>
        </p:nvSpPr>
        <p:spPr>
          <a:xfrm>
            <a:off x="29400" y="5218800"/>
            <a:ext cx="2976600" cy="50607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 rotWithShape="1">
          <a:blip r:embed="rId2">
            <a:alphaModFix/>
          </a:blip>
          <a:srcRect b="12907"/>
          <a:stretch/>
        </p:blipFill>
        <p:spPr>
          <a:xfrm>
            <a:off x="-111125" y="-79375"/>
            <a:ext cx="18399124" cy="10477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1028700" y="1218400"/>
            <a:ext cx="162306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Raleway"/>
              <a:buNone/>
              <a:defRPr sz="1250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title" idx="2"/>
          </p:nvPr>
        </p:nvSpPr>
        <p:spPr>
          <a:xfrm>
            <a:off x="1028700" y="8990800"/>
            <a:ext cx="47061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Inter"/>
              <a:buNone/>
              <a:defRPr sz="20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dk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 b="68109"/>
          <a:stretch/>
        </p:blipFill>
        <p:spPr>
          <a:xfrm>
            <a:off x="0" y="6542518"/>
            <a:ext cx="18288000" cy="379607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707225" y="596121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"/>
              <a:buNone/>
              <a:defRPr sz="600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707225" y="2231850"/>
            <a:ext cx="80499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9511815" y="2231850"/>
            <a:ext cx="80499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 rotWithShape="1">
          <a:blip r:embed="rId2">
            <a:alphaModFix/>
          </a:blip>
          <a:srcRect t="78345"/>
          <a:stretch/>
        </p:blipFill>
        <p:spPr>
          <a:xfrm>
            <a:off x="0" y="0"/>
            <a:ext cx="18288000" cy="257962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5029250" y="969996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8"/>
          <p:cNvSpPr>
            <a:spLocks noGrp="1"/>
          </p:cNvSpPr>
          <p:nvPr>
            <p:ph type="pic" idx="2"/>
          </p:nvPr>
        </p:nvSpPr>
        <p:spPr>
          <a:xfrm>
            <a:off x="1129950" y="3325800"/>
            <a:ext cx="4191000" cy="31617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8"/>
          <p:cNvSpPr>
            <a:spLocks noGrp="1"/>
          </p:cNvSpPr>
          <p:nvPr>
            <p:ph type="pic" idx="3"/>
          </p:nvPr>
        </p:nvSpPr>
        <p:spPr>
          <a:xfrm>
            <a:off x="7048450" y="3325800"/>
            <a:ext cx="4191000" cy="31617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8"/>
          <p:cNvSpPr>
            <a:spLocks noGrp="1"/>
          </p:cNvSpPr>
          <p:nvPr>
            <p:ph type="pic" idx="4"/>
          </p:nvPr>
        </p:nvSpPr>
        <p:spPr>
          <a:xfrm>
            <a:off x="12966950" y="3325800"/>
            <a:ext cx="4191000" cy="31617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719250" y="6707200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5"/>
          </p:nvPr>
        </p:nvSpPr>
        <p:spPr>
          <a:xfrm>
            <a:off x="6637750" y="6707200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6"/>
          </p:nvPr>
        </p:nvSpPr>
        <p:spPr>
          <a:xfrm>
            <a:off x="12556250" y="6707200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9"/>
          <p:cNvPicPr preferRelativeResize="0"/>
          <p:nvPr/>
        </p:nvPicPr>
        <p:blipFill rotWithShape="1">
          <a:blip r:embed="rId2">
            <a:alphaModFix/>
          </a:blip>
          <a:srcRect l="25255" t="17574" b="17574"/>
          <a:stretch/>
        </p:blipFill>
        <p:spPr>
          <a:xfrm>
            <a:off x="0" y="0"/>
            <a:ext cx="9175751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1219250" y="3832725"/>
            <a:ext cx="5293500" cy="27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10982425" y="3778275"/>
            <a:ext cx="50124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0"/>
          <p:cNvGrpSpPr/>
          <p:nvPr/>
        </p:nvGrpSpPr>
        <p:grpSpPr>
          <a:xfrm rot="5400000">
            <a:off x="8987605" y="270730"/>
            <a:ext cx="1029933" cy="19005074"/>
            <a:chOff x="0" y="-47625"/>
            <a:chExt cx="68400" cy="1262175"/>
          </a:xfrm>
        </p:grpSpPr>
        <p:sp>
          <p:nvSpPr>
            <p:cNvPr id="60" name="Google Shape;60;p10"/>
            <p:cNvSpPr/>
            <p:nvPr/>
          </p:nvSpPr>
          <p:spPr>
            <a:xfrm>
              <a:off x="0" y="0"/>
              <a:ext cx="68318" cy="1214550"/>
            </a:xfrm>
            <a:custGeom>
              <a:avLst/>
              <a:gdLst/>
              <a:ahLst/>
              <a:cxnLst/>
              <a:rect l="l" t="t" r="r" b="b"/>
              <a:pathLst>
                <a:path w="68318" h="1214550" extrusionOk="0">
                  <a:moveTo>
                    <a:pt x="0" y="0"/>
                  </a:moveTo>
                  <a:lnTo>
                    <a:pt x="68318" y="0"/>
                  </a:lnTo>
                  <a:lnTo>
                    <a:pt x="68318" y="1214550"/>
                  </a:lnTo>
                  <a:lnTo>
                    <a:pt x="0" y="121455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0"/>
            <p:cNvSpPr txBox="1"/>
            <p:nvPr/>
          </p:nvSpPr>
          <p:spPr>
            <a:xfrm>
              <a:off x="0" y="-47625"/>
              <a:ext cx="684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171550" y="953346"/>
            <a:ext cx="82296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aleway"/>
              <a:buNone/>
              <a:defRPr sz="6000" i="0" u="none" strike="noStrike" cap="none"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1171550" y="2910520"/>
            <a:ext cx="89727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dk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1"/>
          <p:cNvGrpSpPr/>
          <p:nvPr/>
        </p:nvGrpSpPr>
        <p:grpSpPr>
          <a:xfrm>
            <a:off x="0" y="-717109"/>
            <a:ext cx="1029933" cy="11004083"/>
            <a:chOff x="0" y="-47625"/>
            <a:chExt cx="68400" cy="730809"/>
          </a:xfrm>
        </p:grpSpPr>
        <p:sp>
          <p:nvSpPr>
            <p:cNvPr id="66" name="Google Shape;66;p11"/>
            <p:cNvSpPr/>
            <p:nvPr/>
          </p:nvSpPr>
          <p:spPr>
            <a:xfrm>
              <a:off x="0" y="0"/>
              <a:ext cx="68318" cy="683184"/>
            </a:xfrm>
            <a:custGeom>
              <a:avLst/>
              <a:gdLst/>
              <a:ahLst/>
              <a:cxnLst/>
              <a:rect l="l" t="t" r="r" b="b"/>
              <a:pathLst>
                <a:path w="68318" h="683184" extrusionOk="0">
                  <a:moveTo>
                    <a:pt x="0" y="0"/>
                  </a:moveTo>
                  <a:lnTo>
                    <a:pt x="68318" y="0"/>
                  </a:lnTo>
                  <a:lnTo>
                    <a:pt x="68318" y="683184"/>
                  </a:lnTo>
                  <a:lnTo>
                    <a:pt x="0" y="683184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7" name="Google Shape;67;p11"/>
            <p:cNvSpPr txBox="1"/>
            <p:nvPr/>
          </p:nvSpPr>
          <p:spPr>
            <a:xfrm>
              <a:off x="0" y="-47625"/>
              <a:ext cx="68400" cy="7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p11"/>
          <p:cNvSpPr>
            <a:spLocks noGrp="1"/>
          </p:cNvSpPr>
          <p:nvPr>
            <p:ph type="pic" idx="2"/>
          </p:nvPr>
        </p:nvSpPr>
        <p:spPr>
          <a:xfrm>
            <a:off x="1029925" y="4433100"/>
            <a:ext cx="17258100" cy="58539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743100" y="963325"/>
            <a:ext cx="5293500" cy="27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"/>
              <a:buNone/>
              <a:defRPr sz="600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12482600" y="963325"/>
            <a:ext cx="5012400" cy="27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0842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8804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/>
          <p:nvPr/>
        </p:nvSpPr>
        <p:spPr>
          <a:xfrm>
            <a:off x="-88524" y="-8123981"/>
            <a:ext cx="18465048" cy="12019067"/>
          </a:xfrm>
          <a:custGeom>
            <a:avLst/>
            <a:gdLst/>
            <a:ahLst/>
            <a:cxnLst/>
            <a:rect l="l" t="t" r="r" b="b"/>
            <a:pathLst>
              <a:path w="18465048" h="12019067" extrusionOk="0">
                <a:moveTo>
                  <a:pt x="0" y="0"/>
                </a:moveTo>
                <a:lnTo>
                  <a:pt x="18465048" y="0"/>
                </a:lnTo>
                <a:lnTo>
                  <a:pt x="18465048" y="12019068"/>
                </a:lnTo>
                <a:lnTo>
                  <a:pt x="0" y="12019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76" name="Google Shape;76;p12"/>
          <p:cNvCxnSpPr/>
          <p:nvPr/>
        </p:nvCxnSpPr>
        <p:spPr>
          <a:xfrm>
            <a:off x="1028700" y="8794531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p12"/>
          <p:cNvSpPr txBox="1"/>
          <p:nvPr/>
        </p:nvSpPr>
        <p:spPr>
          <a:xfrm>
            <a:off x="1028700" y="4634277"/>
            <a:ext cx="16230600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rgbClr val="000000"/>
                </a:solidFill>
                <a:latin typeface="Raleway" panose="020B0604020202020204" charset="0"/>
                <a:ea typeface="Raleway"/>
                <a:cs typeface="Raleway"/>
                <a:sym typeface="Raleway"/>
              </a:rPr>
              <a:t>College Final</a:t>
            </a:r>
            <a:endParaRPr sz="1000" dirty="0">
              <a:latin typeface="Raleway" panose="020B060402020202020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rgbClr val="000000"/>
                </a:solidFill>
                <a:latin typeface="Raleway" panose="020B0604020202020204" charset="0"/>
                <a:ea typeface="Raleway"/>
                <a:cs typeface="Raleway"/>
                <a:sym typeface="Raleway"/>
              </a:rPr>
              <a:t>Year Project</a:t>
            </a:r>
            <a:endParaRPr sz="1000" dirty="0">
              <a:latin typeface="Raleway" panose="020B0604020202020204" charset="0"/>
            </a:endParaRPr>
          </a:p>
        </p:txBody>
      </p:sp>
      <p:sp>
        <p:nvSpPr>
          <p:cNvPr id="78" name="Google Shape;78;p12"/>
          <p:cNvSpPr txBox="1"/>
          <p:nvPr/>
        </p:nvSpPr>
        <p:spPr>
          <a:xfrm>
            <a:off x="1028700" y="9007793"/>
            <a:ext cx="541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Your name here</a:t>
            </a:r>
            <a:endParaRPr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 rot="-5400000">
            <a:off x="9676321" y="1746262"/>
            <a:ext cx="10438441" cy="6794476"/>
          </a:xfrm>
          <a:custGeom>
            <a:avLst/>
            <a:gdLst/>
            <a:ahLst/>
            <a:cxnLst/>
            <a:rect l="l" t="t" r="r" b="b"/>
            <a:pathLst>
              <a:path w="10438441" h="6794476" extrusionOk="0">
                <a:moveTo>
                  <a:pt x="0" y="0"/>
                </a:moveTo>
                <a:lnTo>
                  <a:pt x="10438441" y="0"/>
                </a:lnTo>
                <a:lnTo>
                  <a:pt x="10438441" y="6794477"/>
                </a:lnTo>
                <a:lnTo>
                  <a:pt x="0" y="6794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p13"/>
          <p:cNvSpPr txBox="1"/>
          <p:nvPr/>
        </p:nvSpPr>
        <p:spPr>
          <a:xfrm>
            <a:off x="1028415" y="531121"/>
            <a:ext cx="995963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Reja</a:t>
            </a:r>
            <a:r>
              <a:rPr lang="en-US" sz="6000" b="0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028415" y="2221237"/>
            <a:ext cx="383513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i="0" u="none" strike="noStrike" cap="none" dirty="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Reja1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1028415" y="4151695"/>
            <a:ext cx="228462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i="0" u="none" strike="noStrike" cap="none" dirty="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Reja2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1028415" y="6012054"/>
            <a:ext cx="294723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0" i="0" u="none" strike="noStrike" cap="none" dirty="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Reja3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4"/>
          <p:cNvGrpSpPr/>
          <p:nvPr/>
        </p:nvGrpSpPr>
        <p:grpSpPr>
          <a:xfrm>
            <a:off x="0" y="-180826"/>
            <a:ext cx="6061945" cy="10467826"/>
            <a:chOff x="0" y="-47625"/>
            <a:chExt cx="1596562" cy="2756958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1596562" cy="2709333"/>
            </a:xfrm>
            <a:custGeom>
              <a:avLst/>
              <a:gdLst/>
              <a:ahLst/>
              <a:cxnLst/>
              <a:rect l="l" t="t" r="r" b="b"/>
              <a:pathLst>
                <a:path w="1596562" h="2709333" extrusionOk="0">
                  <a:moveTo>
                    <a:pt x="0" y="0"/>
                  </a:moveTo>
                  <a:lnTo>
                    <a:pt x="1596562" y="0"/>
                  </a:lnTo>
                  <a:lnTo>
                    <a:pt x="1596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0" y="-47625"/>
              <a:ext cx="1596562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/>
          <p:nvPr/>
        </p:nvSpPr>
        <p:spPr>
          <a:xfrm rot="10800000">
            <a:off x="11" y="19"/>
            <a:ext cx="3030967" cy="5143481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00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3030978" y="5143519"/>
            <a:ext cx="3030967" cy="5143481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00" scaled="0"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193280" y="635525"/>
            <a:ext cx="104851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Raleway"/>
                <a:sym typeface="Raleway"/>
              </a:rPr>
              <a:t>Reja1</a:t>
            </a:r>
            <a:endParaRPr sz="900"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7193280" y="3054139"/>
            <a:ext cx="1048512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matn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-91705" y="-140888"/>
            <a:ext cx="6787607" cy="10427888"/>
          </a:xfrm>
          <a:custGeom>
            <a:avLst/>
            <a:gdLst/>
            <a:ahLst/>
            <a:cxnLst/>
            <a:rect l="l" t="t" r="r" b="b"/>
            <a:pathLst>
              <a:path w="6787607" h="10427888" extrusionOk="0">
                <a:moveTo>
                  <a:pt x="0" y="0"/>
                </a:moveTo>
                <a:lnTo>
                  <a:pt x="6787607" y="0"/>
                </a:lnTo>
                <a:lnTo>
                  <a:pt x="6787607" y="10427888"/>
                </a:lnTo>
                <a:lnTo>
                  <a:pt x="0" y="10427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0" name="Google Shape;120;p15"/>
          <p:cNvSpPr txBox="1"/>
          <p:nvPr/>
        </p:nvSpPr>
        <p:spPr>
          <a:xfrm>
            <a:off x="8201100" y="1128810"/>
            <a:ext cx="913771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matn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/>
          <p:nvPr/>
        </p:nvSpPr>
        <p:spPr>
          <a:xfrm rot="5400000">
            <a:off x="2690431" y="-5257488"/>
            <a:ext cx="13296576" cy="20370799"/>
          </a:xfrm>
          <a:custGeom>
            <a:avLst/>
            <a:gdLst/>
            <a:ahLst/>
            <a:cxnLst/>
            <a:rect l="l" t="t" r="r" b="b"/>
            <a:pathLst>
              <a:path w="13296576" h="20370799" extrusionOk="0">
                <a:moveTo>
                  <a:pt x="0" y="0"/>
                </a:moveTo>
                <a:lnTo>
                  <a:pt x="13296576" y="0"/>
                </a:lnTo>
                <a:lnTo>
                  <a:pt x="13296576" y="20370799"/>
                </a:lnTo>
                <a:lnTo>
                  <a:pt x="0" y="20370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7" name="Google Shape;127;p16"/>
          <p:cNvSpPr txBox="1"/>
          <p:nvPr/>
        </p:nvSpPr>
        <p:spPr>
          <a:xfrm>
            <a:off x="1028700" y="422910"/>
            <a:ext cx="162306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Reja2</a:t>
            </a:r>
            <a:endParaRPr sz="600"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960861" y="3500254"/>
            <a:ext cx="15747722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Identify the core issue your project or study addresses. Describe the challenge your project focuses on, highlight its scope and impact, and briefly discuss why it matters.</a:t>
            </a:r>
            <a:endParaRPr dirty="0"/>
          </a:p>
        </p:txBody>
      </p:sp>
      <p:sp>
        <p:nvSpPr>
          <p:cNvPr id="5" name="Google Shape;109;p14">
            <a:extLst>
              <a:ext uri="{FF2B5EF4-FFF2-40B4-BE49-F238E27FC236}">
                <a16:creationId xmlns:a16="http://schemas.microsoft.com/office/drawing/2014/main" id="{BC1BFCE7-6A65-49E2-B1B1-93B642C559E8}"/>
              </a:ext>
            </a:extLst>
          </p:cNvPr>
          <p:cNvSpPr/>
          <p:nvPr/>
        </p:nvSpPr>
        <p:spPr>
          <a:xfrm>
            <a:off x="17130461" y="1459429"/>
            <a:ext cx="3030967" cy="5143481"/>
          </a:xfrm>
          <a:custGeom>
            <a:avLst/>
            <a:gdLst/>
            <a:ahLst/>
            <a:cxnLst/>
            <a:rect l="l" t="t" r="r" b="b"/>
            <a:pathLst>
              <a:path w="3668563" h="6225467" extrusionOk="0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1"/>
              </a:gs>
              <a:gs pos="39000">
                <a:schemeClr val="bg1">
                  <a:lumMod val="65000"/>
                </a:schemeClr>
              </a:gs>
              <a:gs pos="60000">
                <a:schemeClr val="tx1"/>
              </a:gs>
            </a:gsLst>
            <a:lin ang="2700000" scaled="1"/>
            <a:tileRect/>
          </a:gra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1028700" y="1019175"/>
            <a:ext cx="16095518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matn</a:t>
            </a:r>
            <a:endParaRPr sz="800" dirty="0"/>
          </a:p>
        </p:txBody>
      </p:sp>
      <p:pic>
        <p:nvPicPr>
          <p:cNvPr id="143" name="Google Shape;143;p17"/>
          <p:cNvPicPr preferRelativeResize="0"/>
          <p:nvPr/>
        </p:nvPicPr>
        <p:blipFill rotWithShape="1">
          <a:blip r:embed="rId3">
            <a:alphaModFix/>
          </a:blip>
          <a:srcRect b="75043"/>
          <a:stretch/>
        </p:blipFill>
        <p:spPr>
          <a:xfrm>
            <a:off x="0" y="7316402"/>
            <a:ext cx="18288000" cy="29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 t="78345"/>
          <a:stretch/>
        </p:blipFill>
        <p:spPr>
          <a:xfrm>
            <a:off x="0" y="0"/>
            <a:ext cx="18288000" cy="257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1028700" y="403416"/>
            <a:ext cx="16230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Reja3</a:t>
            </a:r>
            <a:endParaRPr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349BA8-42B6-4E47-816A-EFC553405CB6}"/>
              </a:ext>
            </a:extLst>
          </p:cNvPr>
          <p:cNvSpPr txBox="1"/>
          <p:nvPr/>
        </p:nvSpPr>
        <p:spPr>
          <a:xfrm>
            <a:off x="1773382" y="3352800"/>
            <a:ext cx="14824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/>
        </p:nvSpPr>
        <p:spPr>
          <a:xfrm>
            <a:off x="1167245" y="2090304"/>
            <a:ext cx="16303338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matn</a:t>
            </a:r>
            <a:endParaRPr sz="7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7C77281-8B03-4597-838E-F5C94935F740}"/>
              </a:ext>
            </a:extLst>
          </p:cNvPr>
          <p:cNvCxnSpPr/>
          <p:nvPr/>
        </p:nvCxnSpPr>
        <p:spPr>
          <a:xfrm>
            <a:off x="0" y="1288473"/>
            <a:ext cx="1844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6DAE351-EC1A-4952-8577-626C3FB69B2C}"/>
              </a:ext>
            </a:extLst>
          </p:cNvPr>
          <p:cNvSpPr/>
          <p:nvPr/>
        </p:nvSpPr>
        <p:spPr>
          <a:xfrm>
            <a:off x="554182" y="-193961"/>
            <a:ext cx="17401309" cy="1026621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/>
          <p:cNvPicPr preferRelativeResize="0"/>
          <p:nvPr/>
        </p:nvPicPr>
        <p:blipFill rotWithShape="1">
          <a:blip r:embed="rId3">
            <a:alphaModFix/>
          </a:blip>
          <a:srcRect l="25255" t="17574" b="17574"/>
          <a:stretch/>
        </p:blipFill>
        <p:spPr>
          <a:xfrm>
            <a:off x="0" y="0"/>
            <a:ext cx="9175751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1028700" y="3765545"/>
            <a:ext cx="705270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0" i="0" u="none" strike="noStrike" cap="none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Xulosa</a:t>
            </a:r>
            <a:endParaRPr dirty="0"/>
          </a:p>
        </p:txBody>
      </p:sp>
      <p:sp>
        <p:nvSpPr>
          <p:cNvPr id="186" name="Google Shape;186;p20"/>
          <p:cNvSpPr txBox="1"/>
          <p:nvPr/>
        </p:nvSpPr>
        <p:spPr>
          <a:xfrm>
            <a:off x="9936480" y="543941"/>
            <a:ext cx="7660640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matn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/>
        </p:nvSpPr>
        <p:spPr>
          <a:xfrm>
            <a:off x="3200400" y="2754066"/>
            <a:ext cx="12053455" cy="2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bg1"/>
                </a:solidFill>
              </a:rPr>
              <a:t>matn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841843" y="880629"/>
            <a:ext cx="1060424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Foydalanilgan</a:t>
            </a:r>
            <a:r>
              <a:rPr lang="en-US" sz="6500" b="0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6500" b="0" i="0" u="none" strike="noStrike" cap="none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adabiyotlar</a:t>
            </a:r>
            <a:endParaRPr dirty="0"/>
          </a:p>
        </p:txBody>
      </p:sp>
      <p:grpSp>
        <p:nvGrpSpPr>
          <p:cNvPr id="207" name="Google Shape;207;p21"/>
          <p:cNvGrpSpPr/>
          <p:nvPr/>
        </p:nvGrpSpPr>
        <p:grpSpPr>
          <a:xfrm rot="5400000">
            <a:off x="8988205" y="270095"/>
            <a:ext cx="1028700" cy="19005110"/>
            <a:chOff x="0" y="-47625"/>
            <a:chExt cx="68318" cy="1262175"/>
          </a:xfrm>
        </p:grpSpPr>
        <p:sp>
          <p:nvSpPr>
            <p:cNvPr id="208" name="Google Shape;208;p21"/>
            <p:cNvSpPr/>
            <p:nvPr/>
          </p:nvSpPr>
          <p:spPr>
            <a:xfrm>
              <a:off x="0" y="0"/>
              <a:ext cx="68318" cy="1214550"/>
            </a:xfrm>
            <a:custGeom>
              <a:avLst/>
              <a:gdLst/>
              <a:ahLst/>
              <a:cxnLst/>
              <a:rect l="l" t="t" r="r" b="b"/>
              <a:pathLst>
                <a:path w="68318" h="1214550" extrusionOk="0">
                  <a:moveTo>
                    <a:pt x="0" y="0"/>
                  </a:moveTo>
                  <a:lnTo>
                    <a:pt x="68318" y="0"/>
                  </a:lnTo>
                  <a:lnTo>
                    <a:pt x="68318" y="1214550"/>
                  </a:lnTo>
                  <a:lnTo>
                    <a:pt x="0" y="121455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09" name="Google Shape;209;p21"/>
            <p:cNvSpPr txBox="1"/>
            <p:nvPr/>
          </p:nvSpPr>
          <p:spPr>
            <a:xfrm>
              <a:off x="0" y="-47625"/>
              <a:ext cx="68318" cy="1262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/>
        </p:nvSpPr>
        <p:spPr>
          <a:xfrm>
            <a:off x="3841880" y="6793749"/>
            <a:ext cx="1060424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Foydalanilgan</a:t>
            </a:r>
            <a:r>
              <a:rPr lang="en-US" sz="6500" b="0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6500" b="0" i="0" u="none" strike="noStrike" cap="none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adabiyotlar</a:t>
            </a:r>
            <a:endParaRPr dirty="0"/>
          </a:p>
        </p:txBody>
      </p:sp>
      <p:grpSp>
        <p:nvGrpSpPr>
          <p:cNvPr id="207" name="Google Shape;207;p21"/>
          <p:cNvGrpSpPr/>
          <p:nvPr/>
        </p:nvGrpSpPr>
        <p:grpSpPr>
          <a:xfrm rot="5400000">
            <a:off x="8988205" y="270095"/>
            <a:ext cx="1028700" cy="19005110"/>
            <a:chOff x="0" y="-47625"/>
            <a:chExt cx="68318" cy="1262175"/>
          </a:xfrm>
        </p:grpSpPr>
        <p:sp>
          <p:nvSpPr>
            <p:cNvPr id="208" name="Google Shape;208;p21"/>
            <p:cNvSpPr/>
            <p:nvPr/>
          </p:nvSpPr>
          <p:spPr>
            <a:xfrm>
              <a:off x="0" y="0"/>
              <a:ext cx="68318" cy="1214550"/>
            </a:xfrm>
            <a:custGeom>
              <a:avLst/>
              <a:gdLst/>
              <a:ahLst/>
              <a:cxnLst/>
              <a:rect l="l" t="t" r="r" b="b"/>
              <a:pathLst>
                <a:path w="68318" h="1214550" extrusionOk="0">
                  <a:moveTo>
                    <a:pt x="0" y="0"/>
                  </a:moveTo>
                  <a:lnTo>
                    <a:pt x="68318" y="0"/>
                  </a:lnTo>
                  <a:lnTo>
                    <a:pt x="68318" y="1214550"/>
                  </a:lnTo>
                  <a:lnTo>
                    <a:pt x="0" y="1214550"/>
                  </a:lnTo>
                  <a:close/>
                </a:path>
              </a:pathLst>
            </a:custGeom>
            <a:gradFill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09" name="Google Shape;209;p21"/>
            <p:cNvSpPr txBox="1"/>
            <p:nvPr/>
          </p:nvSpPr>
          <p:spPr>
            <a:xfrm>
              <a:off x="0" y="-47625"/>
              <a:ext cx="68318" cy="1262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5181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58</Words>
  <Application>Microsoft Office PowerPoint</Application>
  <PresentationFormat>Custom</PresentationFormat>
  <Paragraphs>21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Inter</vt:lpstr>
      <vt:lpstr>Raleway</vt:lpstr>
      <vt:lpstr>Times New Roman</vt:lpstr>
      <vt:lpstr>Calibri</vt:lpstr>
      <vt:lpstr>Arial</vt:lpstr>
      <vt:lpstr>Space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Azamjon Rozibayev</cp:lastModifiedBy>
  <cp:revision>14</cp:revision>
  <dcterms:modified xsi:type="dcterms:W3CDTF">2026-01-09T06:39:54Z</dcterms:modified>
</cp:coreProperties>
</file>