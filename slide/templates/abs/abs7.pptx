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75042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615E"/>
              </a:buClr>
              <a:buSzPts val="8000"/>
              <a:buFont typeface="Calibri"/>
              <a:buNone/>
              <a:defRPr b="1" sz="8000">
                <a:solidFill>
                  <a:srgbClr val="3D615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4249351"/>
            <a:ext cx="9144000" cy="7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8500"/>
              </a:buClr>
              <a:buSzPts val="2400"/>
              <a:buNone/>
              <a:defRPr b="1" sz="2400">
                <a:solidFill>
                  <a:srgbClr val="C085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FF562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524000" y="175042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615E"/>
              </a:buClr>
              <a:buSzPts val="8000"/>
              <a:buFont typeface="Calibri"/>
              <a:buNone/>
            </a:pPr>
            <a:r>
              <a:rPr lang="en-US"/>
              <a:t>NAME OF PRESENTATION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524000" y="4249351"/>
            <a:ext cx="9144000" cy="7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8500"/>
              </a:buClr>
              <a:buSzPts val="2400"/>
              <a:buNone/>
            </a:pPr>
            <a:r>
              <a:rPr lang="en-US"/>
              <a:t>Subtitle here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94" name="Google Shape;94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5" name="Google Shape;9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7" name="Google Shape;97;p14"/>
            <p:cNvSpPr/>
            <p:nvPr/>
          </p:nvSpPr>
          <p:spPr>
            <a:xfrm>
              <a:off x="1267654" y="1960311"/>
              <a:ext cx="284092" cy="244978"/>
            </a:xfrm>
            <a:custGeom>
              <a:rect b="b" l="l" r="r" t="t"/>
              <a:pathLst>
                <a:path extrusionOk="0" h="55" w="64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99" name="Google Shape;99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2" name="Google Shape;102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3" name="Google Shape;10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" name="Google Shape;105;p14"/>
            <p:cNvSpPr/>
            <p:nvPr/>
          </p:nvSpPr>
          <p:spPr>
            <a:xfrm>
              <a:off x="2847775" y="1970605"/>
              <a:ext cx="286150" cy="224390"/>
            </a:xfrm>
            <a:custGeom>
              <a:rect b="b" l="l" r="r" t="t"/>
              <a:pathLst>
                <a:path extrusionOk="0" h="50" w="64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07" name="Google Shape;107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0" name="Google Shape;110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4"/>
            <p:cNvSpPr/>
            <p:nvPr/>
          </p:nvSpPr>
          <p:spPr>
            <a:xfrm>
              <a:off x="4429954" y="1979868"/>
              <a:ext cx="284092" cy="205864"/>
            </a:xfrm>
            <a:custGeom>
              <a:rect b="b" l="l" r="r" t="t"/>
              <a:pathLst>
                <a:path extrusionOk="0" h="46" w="64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5" name="Google Shape;115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18" name="Google Shape;118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" name="Google Shape;121;p14"/>
            <p:cNvSpPr/>
            <p:nvPr/>
          </p:nvSpPr>
          <p:spPr>
            <a:xfrm>
              <a:off x="6030661" y="1960311"/>
              <a:ext cx="244978" cy="244978"/>
            </a:xfrm>
            <a:custGeom>
              <a:rect b="b" l="l" r="r" t="t"/>
              <a:pathLst>
                <a:path extrusionOk="0" h="55" w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3" name="Google Shape;123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26" name="Google Shape;126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27" name="Google Shape;12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" name="Google Shape;129;p14"/>
            <p:cNvSpPr/>
            <p:nvPr/>
          </p:nvSpPr>
          <p:spPr>
            <a:xfrm>
              <a:off x="7606665" y="1979869"/>
              <a:ext cx="255270" cy="205862"/>
            </a:xfrm>
            <a:custGeom>
              <a:rect b="b" l="l" r="r" t="t"/>
              <a:pathLst>
                <a:path extrusionOk="0" h="46" w="57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1" name="Google Shape;131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1064335" y="4797187"/>
            <a:ext cx="1632628" cy="1053938"/>
            <a:chOff x="1064335" y="4682887"/>
            <a:chExt cx="1632628" cy="1053938"/>
          </a:xfrm>
        </p:grpSpPr>
        <p:sp>
          <p:nvSpPr>
            <p:cNvPr id="134" name="Google Shape;134;p14"/>
            <p:cNvSpPr txBox="1"/>
            <p:nvPr/>
          </p:nvSpPr>
          <p:spPr>
            <a:xfrm>
              <a:off x="106433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4472C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rgbClr val="4472C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4"/>
            <p:cNvSpPr txBox="1"/>
            <p:nvPr/>
          </p:nvSpPr>
          <p:spPr>
            <a:xfrm>
              <a:off x="106433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4"/>
          <p:cNvGrpSpPr/>
          <p:nvPr/>
        </p:nvGrpSpPr>
        <p:grpSpPr>
          <a:xfrm>
            <a:off x="3172010" y="4797187"/>
            <a:ext cx="1632628" cy="1053938"/>
            <a:chOff x="3172010" y="4682887"/>
            <a:chExt cx="1632628" cy="1053938"/>
          </a:xfrm>
        </p:grpSpPr>
        <p:sp>
          <p:nvSpPr>
            <p:cNvPr id="137" name="Google Shape;137;p14"/>
            <p:cNvSpPr txBox="1"/>
            <p:nvPr/>
          </p:nvSpPr>
          <p:spPr>
            <a:xfrm>
              <a:off x="3172010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4"/>
            <p:cNvSpPr txBox="1"/>
            <p:nvPr/>
          </p:nvSpPr>
          <p:spPr>
            <a:xfrm>
              <a:off x="3172010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14"/>
          <p:cNvGrpSpPr/>
          <p:nvPr/>
        </p:nvGrpSpPr>
        <p:grpSpPr>
          <a:xfrm>
            <a:off x="5279685" y="4797187"/>
            <a:ext cx="1632628" cy="1053938"/>
            <a:chOff x="5279685" y="4682887"/>
            <a:chExt cx="1632628" cy="1053938"/>
          </a:xfrm>
        </p:grpSpPr>
        <p:sp>
          <p:nvSpPr>
            <p:cNvPr id="140" name="Google Shape;140;p14"/>
            <p:cNvSpPr txBox="1"/>
            <p:nvPr/>
          </p:nvSpPr>
          <p:spPr>
            <a:xfrm>
              <a:off x="527968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4"/>
            <p:cNvSpPr txBox="1"/>
            <p:nvPr/>
          </p:nvSpPr>
          <p:spPr>
            <a:xfrm>
              <a:off x="527968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4"/>
          <p:cNvGrpSpPr/>
          <p:nvPr/>
        </p:nvGrpSpPr>
        <p:grpSpPr>
          <a:xfrm>
            <a:off x="7374765" y="4797187"/>
            <a:ext cx="1632628" cy="1053938"/>
            <a:chOff x="7374765" y="4682887"/>
            <a:chExt cx="1632628" cy="1053938"/>
          </a:xfrm>
        </p:grpSpPr>
        <p:sp>
          <p:nvSpPr>
            <p:cNvPr id="143" name="Google Shape;143;p14"/>
            <p:cNvSpPr txBox="1"/>
            <p:nvPr/>
          </p:nvSpPr>
          <p:spPr>
            <a:xfrm>
              <a:off x="7374765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7374765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9495034" y="4797187"/>
            <a:ext cx="1632628" cy="1053938"/>
            <a:chOff x="9495034" y="4682887"/>
            <a:chExt cx="1632628" cy="1053938"/>
          </a:xfrm>
        </p:grpSpPr>
        <p:sp>
          <p:nvSpPr>
            <p:cNvPr id="146" name="Google Shape;146;p14"/>
            <p:cNvSpPr txBox="1"/>
            <p:nvPr/>
          </p:nvSpPr>
          <p:spPr>
            <a:xfrm>
              <a:off x="9495034" y="4682887"/>
              <a:ext cx="1632628" cy="467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rm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5A9BD5"/>
                  </a:solidFill>
                  <a:latin typeface="Calibri"/>
                  <a:ea typeface="Calibri"/>
                  <a:cs typeface="Calibri"/>
                  <a:sym typeface="Calibri"/>
                </a:rPr>
                <a:t>Add title text</a:t>
              </a:r>
              <a:endParaRPr b="1" i="0" sz="1800" u="none" cap="none" strike="noStrike">
                <a:solidFill>
                  <a:srgbClr val="5A9BD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9495034" y="5150817"/>
              <a:ext cx="1620033" cy="586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br>
                <a:rPr b="0" i="0" lang="en-US" sz="11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153" name="Google Shape;153;p15"/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</p:grpSpPr>
        <p:sp>
          <p:nvSpPr>
            <p:cNvPr id="154" name="Google Shape;154;p15"/>
            <p:cNvSpPr/>
            <p:nvPr/>
          </p:nvSpPr>
          <p:spPr>
            <a:xfrm>
              <a:off x="3347856" y="1888809"/>
              <a:ext cx="2663825" cy="2662237"/>
            </a:xfrm>
            <a:custGeom>
              <a:rect b="b" l="l" r="r" t="t"/>
              <a:pathLst>
                <a:path extrusionOk="0" h="986" w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</p:grpSpPr>
        <p:sp>
          <p:nvSpPr>
            <p:cNvPr id="157" name="Google Shape;157;p15"/>
            <p:cNvSpPr/>
            <p:nvPr/>
          </p:nvSpPr>
          <p:spPr>
            <a:xfrm>
              <a:off x="3092268" y="1623697"/>
              <a:ext cx="2198688" cy="2198687"/>
            </a:xfrm>
            <a:custGeom>
              <a:rect b="b" l="l" r="r" t="t"/>
              <a:pathLst>
                <a:path extrusionOk="0" h="814" w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</p:grpSpPr>
        <p:sp>
          <p:nvSpPr>
            <p:cNvPr id="160" name="Google Shape;160;p15"/>
            <p:cNvSpPr/>
            <p:nvPr/>
          </p:nvSpPr>
          <p:spPr>
            <a:xfrm>
              <a:off x="3736793" y="2269809"/>
              <a:ext cx="1131888" cy="1131887"/>
            </a:xfrm>
            <a:custGeom>
              <a:rect b="b" l="l" r="r" t="t"/>
              <a:pathLst>
                <a:path extrusionOk="0" h="419" w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" name="Google Shape;162;p15"/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</p:grpSpPr>
        <p:sp>
          <p:nvSpPr>
            <p:cNvPr id="163" name="Google Shape;163;p15"/>
            <p:cNvSpPr/>
            <p:nvPr/>
          </p:nvSpPr>
          <p:spPr>
            <a:xfrm>
              <a:off x="3847918" y="2361884"/>
              <a:ext cx="1652588" cy="1652587"/>
            </a:xfrm>
            <a:custGeom>
              <a:rect b="b" l="l" r="r" t="t"/>
              <a:pathLst>
                <a:path extrusionOk="0" h="612" w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/>
          <p:nvPr/>
        </p:nvSpPr>
        <p:spPr>
          <a:xfrm>
            <a:off x="8081179" y="4193941"/>
            <a:ext cx="319496" cy="480201"/>
          </a:xfrm>
          <a:custGeom>
            <a:rect b="b" l="l" r="r" t="t"/>
            <a:pathLst>
              <a:path extrusionOk="0" h="155" w="103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15"/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168" name="Google Shape;168;p15"/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0" name="Google Shape;170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1" name="Google Shape;171;p15"/>
          <p:cNvSpPr/>
          <p:nvPr/>
        </p:nvSpPr>
        <p:spPr>
          <a:xfrm>
            <a:off x="7366602" y="3184696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15"/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</p:grpSpPr>
        <p:sp>
          <p:nvSpPr>
            <p:cNvPr id="173" name="Google Shape;173;p15"/>
            <p:cNvSpPr/>
            <p:nvPr/>
          </p:nvSpPr>
          <p:spPr>
            <a:xfrm>
              <a:off x="2541588" y="2027238"/>
              <a:ext cx="320675" cy="274638"/>
            </a:xfrm>
            <a:custGeom>
              <a:rect b="b" l="l" r="r" t="t"/>
              <a:pathLst>
                <a:path extrusionOk="0" h="173" w="202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2587625" y="2106613"/>
              <a:ext cx="242887" cy="153988"/>
            </a:xfrm>
            <a:custGeom>
              <a:rect b="b" l="l" r="r" t="t"/>
              <a:pathLst>
                <a:path extrusionOk="0" h="97" w="153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15"/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176" name="Google Shape;176;p15"/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8" name="Google Shape;178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9" name="Google Shape;179;p15"/>
          <p:cNvSpPr/>
          <p:nvPr/>
        </p:nvSpPr>
        <p:spPr>
          <a:xfrm>
            <a:off x="4124124" y="2510268"/>
            <a:ext cx="1142800" cy="1142956"/>
          </a:xfrm>
          <a:custGeom>
            <a:rect b="b" l="l" r="r" t="t"/>
            <a:pathLst>
              <a:path extrusionOk="0" h="914400" w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15"/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</p:grpSpPr>
        <p:sp>
          <p:nvSpPr>
            <p:cNvPr id="181" name="Google Shape;181;p15"/>
            <p:cNvSpPr/>
            <p:nvPr/>
          </p:nvSpPr>
          <p:spPr>
            <a:xfrm>
              <a:off x="2870200" y="3967163"/>
              <a:ext cx="146050" cy="168275"/>
            </a:xfrm>
            <a:custGeom>
              <a:rect b="b" l="l" r="r" t="t"/>
              <a:pathLst>
                <a:path extrusionOk="0" h="61" w="53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890838" y="3875088"/>
              <a:ext cx="87312" cy="106363"/>
            </a:xfrm>
            <a:custGeom>
              <a:rect b="b" l="l" r="r" t="t"/>
              <a:pathLst>
                <a:path extrusionOk="0" h="39" w="32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2816225" y="4071938"/>
              <a:ext cx="30162" cy="130175"/>
            </a:xfrm>
            <a:custGeom>
              <a:rect b="b" l="l" r="r" t="t"/>
              <a:pathLst>
                <a:path extrusionOk="0" h="82" w="19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755900" y="3962400"/>
              <a:ext cx="161925" cy="263525"/>
            </a:xfrm>
            <a:custGeom>
              <a:rect b="b" l="l" r="r" t="t"/>
              <a:pathLst>
                <a:path extrusionOk="0" h="96" w="59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2635250" y="4052888"/>
              <a:ext cx="174625" cy="269875"/>
            </a:xfrm>
            <a:custGeom>
              <a:rect b="b" l="l" r="r" t="t"/>
              <a:pathLst>
                <a:path extrusionOk="0" h="98" w="64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2706688" y="4171950"/>
              <a:ext cx="30162" cy="125413"/>
            </a:xfrm>
            <a:custGeom>
              <a:rect b="b" l="l" r="r" t="t"/>
              <a:pathLst>
                <a:path extrusionOk="0" h="79" w="1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5"/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188" name="Google Shape;188;p15"/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0" name="Google Shape;190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1" name="Google Shape;191;p15"/>
          <p:cNvSpPr/>
          <p:nvPr/>
        </p:nvSpPr>
        <p:spPr>
          <a:xfrm>
            <a:off x="3424159" y="3281760"/>
            <a:ext cx="2185605" cy="2185905"/>
          </a:xfrm>
          <a:custGeom>
            <a:rect b="b" l="l" r="r" t="t"/>
            <a:pathLst>
              <a:path extrusionOk="0" h="1748790" w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15"/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93" name="Google Shape;193;p15"/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F7F7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rgbClr val="7F7F7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5" name="Google Shape;195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6" name="Google Shape;196;p15"/>
          <p:cNvSpPr/>
          <p:nvPr/>
        </p:nvSpPr>
        <p:spPr>
          <a:xfrm>
            <a:off x="6923766" y="1641703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cap="flat" cmpd="sng" w="12700">
            <a:solidFill>
              <a:srgbClr val="261F1C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99">
              <a:solidFill>
                <a:srgbClr val="261F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15"/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</p:grpSpPr>
        <p:sp>
          <p:nvSpPr>
            <p:cNvPr id="198" name="Google Shape;198;p15"/>
            <p:cNvSpPr/>
            <p:nvPr/>
          </p:nvSpPr>
          <p:spPr>
            <a:xfrm>
              <a:off x="5297488" y="2511425"/>
              <a:ext cx="322263" cy="239713"/>
            </a:xfrm>
            <a:custGeom>
              <a:rect b="b" l="l" r="r" t="t"/>
              <a:pathLst>
                <a:path extrusionOk="0" h="97" w="131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5541963" y="2663825"/>
              <a:ext cx="163513" cy="168275"/>
            </a:xfrm>
            <a:custGeom>
              <a:rect b="b" l="l" r="r" t="t"/>
              <a:pathLst>
                <a:path extrusionOk="0" h="68" w="67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5580063" y="2573338"/>
              <a:ext cx="87313" cy="103188"/>
            </a:xfrm>
            <a:custGeom>
              <a:rect b="b" l="l" r="r" t="t"/>
              <a:pathLst>
                <a:path extrusionOk="0" h="42" w="35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5332413" y="2605088"/>
              <a:ext cx="203200" cy="109538"/>
            </a:xfrm>
            <a:custGeom>
              <a:rect b="b" l="l" r="r" t="t"/>
              <a:pathLst>
                <a:path extrusionOk="0" h="69" w="128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07" name="Google Shape;207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8" name="Google Shape;208;p16"/>
            <p:cNvSpPr/>
            <p:nvPr/>
          </p:nvSpPr>
          <p:spPr>
            <a:xfrm>
              <a:off x="5793154" y="2315778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9" name="Google Shape;209;p16"/>
            <p:cNvSpPr/>
            <p:nvPr/>
          </p:nvSpPr>
          <p:spPr>
            <a:xfrm>
              <a:off x="5306522" y="3320269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0" name="Google Shape;210;p16"/>
            <p:cNvSpPr/>
            <p:nvPr/>
          </p:nvSpPr>
          <p:spPr>
            <a:xfrm>
              <a:off x="5793154" y="4299283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1" name="Google Shape;211;p16"/>
            <p:cNvSpPr/>
            <p:nvPr/>
          </p:nvSpPr>
          <p:spPr>
            <a:xfrm>
              <a:off x="5306522" y="5329250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2" name="Google Shape;212;p16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5" name="Google Shape;215;p16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fmla="val 0" name="adj1"/>
                  <a:gd fmla="val 18900000" name="adj2"/>
                  <a:gd fmla="val 12740" name="adj3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8" name="Google Shape;218;p16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21" name="Google Shape;221;p16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22" name="Google Shape;222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" name="Google Shape;224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5" name="Google Shape;225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8" name="Google Shape;228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31" name="Google Shape;231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4" name="Google Shape;234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5481340" y="2205357"/>
            <a:ext cx="1199467" cy="1042233"/>
          </a:xfrm>
          <a:custGeom>
            <a:rect b="b" l="l" r="r" t="t"/>
            <a:pathLst>
              <a:path extrusionOk="0" h="232" w="267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068039" y="3467719"/>
            <a:ext cx="2026066" cy="489671"/>
          </a:xfrm>
          <a:custGeom>
            <a:rect b="b" l="l" r="r" t="t"/>
            <a:pathLst>
              <a:path extrusionOk="0" h="109" w="451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4663726" y="4182005"/>
            <a:ext cx="2843679" cy="485178"/>
          </a:xfrm>
          <a:custGeom>
            <a:rect b="b" l="l" r="r" t="t"/>
            <a:pathLst>
              <a:path extrusionOk="0" h="108" w="633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039283" y="4891802"/>
            <a:ext cx="4097053" cy="862538"/>
          </a:xfrm>
          <a:custGeom>
            <a:rect b="b" l="l" r="r" t="t"/>
            <a:pathLst>
              <a:path extrusionOk="0" h="192" w="91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 title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5481339" y="3247589"/>
            <a:ext cx="1325254" cy="220128"/>
          </a:xfrm>
          <a:custGeom>
            <a:rect b="b" l="l" r="r" t="t"/>
            <a:pathLst>
              <a:path extrusionOk="0" h="49" w="295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5068039" y="3957387"/>
            <a:ext cx="2156344" cy="224619"/>
          </a:xfrm>
          <a:custGeom>
            <a:rect b="b" l="l" r="r" t="t"/>
            <a:pathLst>
              <a:path extrusionOk="0" h="50" w="48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4663726" y="4667184"/>
            <a:ext cx="2973957" cy="224619"/>
          </a:xfrm>
          <a:custGeom>
            <a:rect b="b" l="l" r="r" t="t"/>
            <a:pathLst>
              <a:path extrusionOk="0" h="50" w="662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0601141" y="3583934"/>
            <a:ext cx="324456" cy="324454"/>
          </a:xfrm>
          <a:custGeom>
            <a:rect b="b" l="l" r="r" t="t"/>
            <a:pathLst>
              <a:path extrusionOk="0" h="140" w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239409" y="3611951"/>
            <a:ext cx="324456" cy="277404"/>
          </a:xfrm>
          <a:custGeom>
            <a:rect b="b" l="l" r="r" t="t"/>
            <a:pathLst>
              <a:path extrusionOk="0" h="120" w="14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10652288" y="4840819"/>
            <a:ext cx="307790" cy="326414"/>
          </a:xfrm>
          <a:custGeom>
            <a:rect b="b" l="l" r="r" t="t"/>
            <a:pathLst>
              <a:path extrusionOk="0" h="141" w="133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1265001" y="4831507"/>
            <a:ext cx="263682" cy="345038"/>
          </a:xfrm>
          <a:custGeom>
            <a:rect b="b" l="l" r="r" t="t"/>
            <a:pathLst>
              <a:path extrusionOk="0" h="149" w="114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260591" y="2324822"/>
            <a:ext cx="272502" cy="326414"/>
          </a:xfrm>
          <a:custGeom>
            <a:rect b="b" l="l" r="r" t="t"/>
            <a:pathLst>
              <a:path extrusionOk="0" h="141" w="118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10601141" y="2370174"/>
            <a:ext cx="324456" cy="236234"/>
          </a:xfrm>
          <a:custGeom>
            <a:rect b="b" l="l" r="r" t="t"/>
            <a:pathLst>
              <a:path extrusionOk="0" h="102" w="14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Click here to add content, content to match the title. </a:t>
            </a:r>
            <a:endParaRPr sz="1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/>
          <p:nvPr>
            <p:ph type="title"/>
          </p:nvPr>
        </p:nvSpPr>
        <p:spPr>
          <a:xfrm>
            <a:off x="1050637" y="594592"/>
            <a:ext cx="10515600" cy="549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562F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72" name="Google Shape;272;p18"/>
            <p:cNvSpPr/>
            <p:nvPr/>
          </p:nvSpPr>
          <p:spPr>
            <a:xfrm flipH="1" rot="7160031">
              <a:off x="7145427" y="3464265"/>
              <a:ext cx="2749581" cy="790366"/>
            </a:xfrm>
            <a:prstGeom prst="homePlate">
              <a:avLst>
                <a:gd fmla="val 6451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flipH="1" rot="5400000">
              <a:off x="3438139" y="3880910"/>
              <a:ext cx="2314306" cy="426997"/>
            </a:xfrm>
            <a:prstGeom prst="parallelogram">
              <a:avLst>
                <a:gd fmla="val 217202" name="adj"/>
              </a:avLst>
            </a:prstGeom>
            <a:solidFill>
              <a:srgbClr val="2F54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 flipH="1" rot="5400000">
              <a:off x="5781179" y="3693378"/>
              <a:ext cx="2694618" cy="426997"/>
            </a:xfrm>
            <a:prstGeom prst="parallelogram">
              <a:avLst>
                <a:gd fmla="val 254198" name="adj"/>
              </a:avLst>
            </a:prstGeom>
            <a:solidFill>
              <a:srgbClr val="BF9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 flipH="1" rot="5400000">
              <a:off x="4606157" y="3791892"/>
              <a:ext cx="2513961" cy="426997"/>
            </a:xfrm>
            <a:prstGeom prst="parallelogram">
              <a:avLst>
                <a:gd fmla="val 221414" name="adj"/>
              </a:avLst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0" name="Google Shape;280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81" name="Google Shape;281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rect b="b" l="l" r="r" t="t"/>
                <a:pathLst>
                  <a:path extrusionOk="0" h="284" w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rect b="b" l="l" r="r" t="t"/>
                <a:pathLst>
                  <a:path extrusionOk="0" h="142" w="141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8E2F3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" name="Google Shape;283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8E2F3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4" name="Google Shape;284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BE4D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FF2CC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6" name="Google Shape;286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5055265" y="3211461"/>
              <a:ext cx="361046" cy="574728"/>
            </a:xfrm>
            <a:custGeom>
              <a:rect b="b" l="l" r="r" t="t"/>
              <a:pathLst>
                <a:path extrusionOk="0" h="311" w="196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FBE4D4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" name="Google Shape;288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9" name="Google Shape;289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rect b="b" l="l" r="r" t="t"/>
                <a:pathLst>
                  <a:path extrusionOk="0" h="112" w="35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rect b="b" l="l" r="r" t="t"/>
                <a:pathLst>
                  <a:path extrusionOk="0" h="130" w="35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FFF2CC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2" name="Google Shape;292;p18"/>
            <p:cNvSpPr/>
            <p:nvPr/>
          </p:nvSpPr>
          <p:spPr>
            <a:xfrm>
              <a:off x="7573095" y="2802903"/>
              <a:ext cx="378645" cy="426288"/>
            </a:xfrm>
            <a:custGeom>
              <a:rect b="b" l="l" r="r" t="t"/>
              <a:pathLst>
                <a:path extrusionOk="0" h="360" w="32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18"/>
          <p:cNvGrpSpPr/>
          <p:nvPr/>
        </p:nvGrpSpPr>
        <p:grpSpPr>
          <a:xfrm>
            <a:off x="796834" y="3318580"/>
            <a:ext cx="2536916" cy="918608"/>
            <a:chOff x="796834" y="4019224"/>
            <a:chExt cx="2536916" cy="918608"/>
          </a:xfrm>
        </p:grpSpPr>
        <p:sp>
          <p:nvSpPr>
            <p:cNvPr id="294" name="Google Shape;294;p18"/>
            <p:cNvSpPr/>
            <p:nvPr/>
          </p:nvSpPr>
          <p:spPr>
            <a:xfrm>
              <a:off x="796834" y="4308044"/>
              <a:ext cx="2536916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 txBox="1"/>
            <p:nvPr/>
          </p:nvSpPr>
          <p:spPr>
            <a:xfrm>
              <a:off x="209519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2597441" y="4767080"/>
            <a:ext cx="3077100" cy="918608"/>
            <a:chOff x="2597441" y="5467724"/>
            <a:chExt cx="3077100" cy="918608"/>
          </a:xfrm>
        </p:grpSpPr>
        <p:sp>
          <p:nvSpPr>
            <p:cNvPr id="297" name="Google Shape;297;p18"/>
            <p:cNvSpPr/>
            <p:nvPr/>
          </p:nvSpPr>
          <p:spPr>
            <a:xfrm>
              <a:off x="2597441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 txBox="1"/>
            <p:nvPr/>
          </p:nvSpPr>
          <p:spPr>
            <a:xfrm>
              <a:off x="4435989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6086076" y="4767080"/>
            <a:ext cx="3077100" cy="918608"/>
            <a:chOff x="6086076" y="5467724"/>
            <a:chExt cx="3077100" cy="918608"/>
          </a:xfrm>
        </p:grpSpPr>
        <p:sp>
          <p:nvSpPr>
            <p:cNvPr id="300" name="Google Shape;300;p18"/>
            <p:cNvSpPr/>
            <p:nvPr/>
          </p:nvSpPr>
          <p:spPr>
            <a:xfrm>
              <a:off x="6086076" y="5756544"/>
              <a:ext cx="3077100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8"/>
            <p:cNvSpPr txBox="1"/>
            <p:nvPr/>
          </p:nvSpPr>
          <p:spPr>
            <a:xfrm>
              <a:off x="6086076" y="54677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928828" y="3318580"/>
            <a:ext cx="2466338" cy="918608"/>
            <a:chOff x="8928828" y="4019224"/>
            <a:chExt cx="2466338" cy="918608"/>
          </a:xfrm>
        </p:grpSpPr>
        <p:sp>
          <p:nvSpPr>
            <p:cNvPr id="303" name="Google Shape;303;p18"/>
            <p:cNvSpPr/>
            <p:nvPr/>
          </p:nvSpPr>
          <p:spPr>
            <a:xfrm>
              <a:off x="8928828" y="4308044"/>
              <a:ext cx="2466338" cy="62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Click here to add content, content to match the title. </a:t>
              </a:r>
              <a:endPara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8"/>
            <p:cNvSpPr txBox="1"/>
            <p:nvPr/>
          </p:nvSpPr>
          <p:spPr>
            <a:xfrm>
              <a:off x="8928828" y="4019224"/>
              <a:ext cx="12385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The quick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