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2028701" y="1821821"/>
            <a:ext cx="8134598" cy="3111335"/>
          </a:xfrm>
          <a:prstGeom prst="roundRect">
            <a:avLst>
              <a:gd fmla="val 9033" name="adj"/>
            </a:avLst>
          </a:prstGeom>
          <a:gradFill>
            <a:gsLst>
              <a:gs pos="0">
                <a:srgbClr val="C6969E"/>
              </a:gs>
              <a:gs pos="100000">
                <a:srgbClr val="B48C70"/>
              </a:gs>
            </a:gsLst>
            <a:lin ang="13500000" scaled="0"/>
          </a:gradFill>
          <a:ln cap="flat" cmpd="sng" w="38100">
            <a:solidFill>
              <a:srgbClr val="58779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92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374814" y="341395"/>
            <a:ext cx="11442371" cy="6175210"/>
          </a:xfrm>
          <a:prstGeom prst="roundRect">
            <a:avLst>
              <a:gd fmla="val 4033" name="adj"/>
            </a:avLst>
          </a:prstGeom>
          <a:gradFill>
            <a:gsLst>
              <a:gs pos="0">
                <a:srgbClr val="C6969E"/>
              </a:gs>
              <a:gs pos="100000">
                <a:srgbClr val="B48C70"/>
              </a:gs>
            </a:gsLst>
            <a:lin ang="13500000" scaled="0"/>
          </a:gradFill>
          <a:ln cap="flat" cmpd="sng" w="38100">
            <a:solidFill>
              <a:srgbClr val="58779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921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66862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414830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r>
              <a:t>index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95" name="Google Shape;95;p14"/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96" name="Google Shape;96;p14"/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97" name="Google Shape;97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" name="Google Shape;99;p14"/>
            <p:cNvSpPr/>
            <p:nvPr/>
          </p:nvSpPr>
          <p:spPr>
            <a:xfrm>
              <a:off x="1267654" y="1960311"/>
              <a:ext cx="284092" cy="244978"/>
            </a:xfrm>
            <a:custGeom>
              <a:rect b="b" l="l" r="r" t="t"/>
              <a:pathLst>
                <a:path extrusionOk="0" h="55" w="64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4"/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1" name="Google Shape;101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4"/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04" name="Google Shape;104;p14"/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" name="Google Shape;107;p14"/>
            <p:cNvSpPr/>
            <p:nvPr/>
          </p:nvSpPr>
          <p:spPr>
            <a:xfrm>
              <a:off x="2847775" y="1970605"/>
              <a:ext cx="286150" cy="224390"/>
            </a:xfrm>
            <a:custGeom>
              <a:rect b="b" l="l" r="r" t="t"/>
              <a:pathLst>
                <a:path extrusionOk="0" h="50" w="64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09" name="Google Shape;109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4429954" y="1979868"/>
              <a:ext cx="284092" cy="205864"/>
            </a:xfrm>
            <a:custGeom>
              <a:rect b="b" l="l" r="r" t="t"/>
              <a:pathLst>
                <a:path extrusionOk="0" h="46" w="64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117" name="Google Shape;117;p14"/>
            <p:cNvSpPr/>
            <p:nvPr/>
          </p:nvSpPr>
          <p:spPr>
            <a:xfrm>
              <a:off x="1388111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4"/>
            <p:cNvSpPr/>
            <p:nvPr/>
          </p:nvSpPr>
          <p:spPr>
            <a:xfrm>
              <a:off x="1881030" y="3714750"/>
              <a:ext cx="233363" cy="180975"/>
            </a:xfrm>
            <a:custGeom>
              <a:rect b="b" l="l" r="r" t="t"/>
              <a:pathLst>
                <a:path extrusionOk="0" h="53" w="68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4"/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" name="Google Shape;123;p14"/>
            <p:cNvSpPr/>
            <p:nvPr/>
          </p:nvSpPr>
          <p:spPr>
            <a:xfrm>
              <a:off x="6030661" y="1960311"/>
              <a:ext cx="244978" cy="244978"/>
            </a:xfrm>
            <a:custGeom>
              <a:rect b="b" l="l" r="r" t="t"/>
              <a:pathLst>
                <a:path extrusionOk="0" h="55" w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4"/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125" name="Google Shape;125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4"/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128" name="Google Shape;128;p14"/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129" name="Google Shape;129;p14"/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14"/>
            <p:cNvSpPr/>
            <p:nvPr/>
          </p:nvSpPr>
          <p:spPr>
            <a:xfrm>
              <a:off x="7606665" y="1979869"/>
              <a:ext cx="255270" cy="205862"/>
            </a:xfrm>
            <a:custGeom>
              <a:rect b="b" l="l" r="r" t="t"/>
              <a:pathLst>
                <a:path extrusionOk="0" h="46" w="57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4"/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133" name="Google Shape;133;p14"/>
            <p:cNvSpPr/>
            <p:nvPr/>
          </p:nvSpPr>
          <p:spPr>
            <a:xfrm>
              <a:off x="3171825" y="2459015"/>
              <a:ext cx="1219200" cy="1536522"/>
            </a:xfrm>
            <a:custGeom>
              <a:rect b="b" l="l" r="r" t="t"/>
              <a:pathLst>
                <a:path extrusionOk="0" h="2115" w="3360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8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3705225" y="3738983"/>
              <a:ext cx="193039" cy="153943"/>
            </a:xfrm>
            <a:custGeom>
              <a:rect b="b" l="l" r="r" t="t"/>
              <a:pathLst>
                <a:path extrusionOk="0" h="58" w="73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14"/>
          <p:cNvSpPr txBox="1"/>
          <p:nvPr/>
        </p:nvSpPr>
        <p:spPr>
          <a:xfrm>
            <a:off x="106433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11</a:t>
            </a:r>
          </a:p>
        </p:txBody>
      </p:sp>
      <p:sp>
        <p:nvSpPr>
          <p:cNvPr id="136" name="Google Shape;136;p14"/>
          <p:cNvSpPr txBox="1"/>
          <p:nvPr/>
        </p:nvSpPr>
        <p:spPr>
          <a:xfrm>
            <a:off x="106433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12</a:t>
            </a:r>
          </a:p>
        </p:txBody>
      </p:sp>
      <p:sp>
        <p:nvSpPr>
          <p:cNvPr id="137" name="Google Shape;137;p14"/>
          <p:cNvSpPr txBox="1"/>
          <p:nvPr/>
        </p:nvSpPr>
        <p:spPr>
          <a:xfrm>
            <a:off x="3172010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13</a:t>
            </a:r>
          </a:p>
        </p:txBody>
      </p:sp>
      <p:sp>
        <p:nvSpPr>
          <p:cNvPr id="138" name="Google Shape;138;p14"/>
          <p:cNvSpPr txBox="1"/>
          <p:nvPr/>
        </p:nvSpPr>
        <p:spPr>
          <a:xfrm>
            <a:off x="3172010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14</a:t>
            </a:r>
          </a:p>
        </p:txBody>
      </p:sp>
      <p:sp>
        <p:nvSpPr>
          <p:cNvPr id="139" name="Google Shape;139;p14"/>
          <p:cNvSpPr txBox="1"/>
          <p:nvPr/>
        </p:nvSpPr>
        <p:spPr>
          <a:xfrm>
            <a:off x="527968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15</a:t>
            </a:r>
          </a:p>
        </p:txBody>
      </p:sp>
      <p:sp>
        <p:nvSpPr>
          <p:cNvPr id="140" name="Google Shape;140;p14"/>
          <p:cNvSpPr txBox="1"/>
          <p:nvPr/>
        </p:nvSpPr>
        <p:spPr>
          <a:xfrm>
            <a:off x="527968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16</a:t>
            </a:r>
          </a:p>
        </p:txBody>
      </p:sp>
      <p:sp>
        <p:nvSpPr>
          <p:cNvPr id="141" name="Google Shape;141;p14"/>
          <p:cNvSpPr txBox="1"/>
          <p:nvPr/>
        </p:nvSpPr>
        <p:spPr>
          <a:xfrm>
            <a:off x="7374765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17</a:t>
            </a:r>
          </a:p>
        </p:txBody>
      </p:sp>
      <p:sp>
        <p:nvSpPr>
          <p:cNvPr id="142" name="Google Shape;142;p14"/>
          <p:cNvSpPr txBox="1"/>
          <p:nvPr/>
        </p:nvSpPr>
        <p:spPr>
          <a:xfrm>
            <a:off x="7374765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18</a:t>
            </a:r>
          </a:p>
        </p:txBody>
      </p:sp>
      <p:sp>
        <p:nvSpPr>
          <p:cNvPr id="143" name="Google Shape;143;p14"/>
          <p:cNvSpPr txBox="1"/>
          <p:nvPr/>
        </p:nvSpPr>
        <p:spPr>
          <a:xfrm>
            <a:off x="9495034" y="4797187"/>
            <a:ext cx="1632628" cy="467931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/>
          <a:p>
            <a:r>
              <a:t>index 19</a:t>
            </a:r>
          </a:p>
        </p:txBody>
      </p:sp>
      <p:sp>
        <p:nvSpPr>
          <p:cNvPr id="144" name="Google Shape;144;p14"/>
          <p:cNvSpPr txBox="1"/>
          <p:nvPr/>
        </p:nvSpPr>
        <p:spPr>
          <a:xfrm>
            <a:off x="9495034" y="5265117"/>
            <a:ext cx="1620033" cy="586008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r>
              <a:t>index 20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150" name="Google Shape;150;p15"/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</p:grpSpPr>
        <p:sp>
          <p:nvSpPr>
            <p:cNvPr id="151" name="Google Shape;151;p15"/>
            <p:cNvSpPr/>
            <p:nvPr/>
          </p:nvSpPr>
          <p:spPr>
            <a:xfrm>
              <a:off x="3347856" y="1888809"/>
              <a:ext cx="2663825" cy="2662237"/>
            </a:xfrm>
            <a:custGeom>
              <a:rect b="b" l="l" r="r" t="t"/>
              <a:pathLst>
                <a:path extrusionOk="0" h="986" w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5"/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5"/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</p:grpSpPr>
        <p:sp>
          <p:nvSpPr>
            <p:cNvPr id="154" name="Google Shape;154;p15"/>
            <p:cNvSpPr/>
            <p:nvPr/>
          </p:nvSpPr>
          <p:spPr>
            <a:xfrm>
              <a:off x="3092268" y="1623697"/>
              <a:ext cx="2198688" cy="2198687"/>
            </a:xfrm>
            <a:custGeom>
              <a:rect b="b" l="l" r="r" t="t"/>
              <a:pathLst>
                <a:path extrusionOk="0" h="814" w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" name="Google Shape;156;p15"/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</p:grpSpPr>
        <p:sp>
          <p:nvSpPr>
            <p:cNvPr id="157" name="Google Shape;157;p15"/>
            <p:cNvSpPr/>
            <p:nvPr/>
          </p:nvSpPr>
          <p:spPr>
            <a:xfrm>
              <a:off x="3736793" y="2269809"/>
              <a:ext cx="1131888" cy="1131887"/>
            </a:xfrm>
            <a:custGeom>
              <a:rect b="b" l="l" r="r" t="t"/>
              <a:pathLst>
                <a:path extrusionOk="0" h="419" w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</p:grpSpPr>
        <p:sp>
          <p:nvSpPr>
            <p:cNvPr id="160" name="Google Shape;160;p15"/>
            <p:cNvSpPr/>
            <p:nvPr/>
          </p:nvSpPr>
          <p:spPr>
            <a:xfrm>
              <a:off x="3847918" y="2361884"/>
              <a:ext cx="1652588" cy="1652587"/>
            </a:xfrm>
            <a:custGeom>
              <a:rect b="b" l="l" r="r" t="t"/>
              <a:pathLst>
                <a:path extrusionOk="0" h="612" w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99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2399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8081179" y="4193941"/>
            <a:ext cx="319496" cy="480201"/>
          </a:xfrm>
          <a:custGeom>
            <a:rect b="b" l="l" r="r" t="t"/>
            <a:pathLst>
              <a:path extrusionOk="0" h="155" w="103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r>
              <a:t>index 6</a:t>
            </a:r>
          </a:p>
        </p:txBody>
      </p:sp>
      <p:grpSp>
        <p:nvGrpSpPr>
          <p:cNvPr id="164" name="Google Shape;164;p15"/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165" name="Google Shape;165;p15"/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67" name="Google Shape;16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8" name="Google Shape;168;p15"/>
          <p:cNvSpPr/>
          <p:nvPr/>
        </p:nvSpPr>
        <p:spPr>
          <a:xfrm>
            <a:off x="7366602" y="3184696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8</a:t>
            </a:r>
          </a:p>
        </p:txBody>
      </p:sp>
      <p:grpSp>
        <p:nvGrpSpPr>
          <p:cNvPr id="169" name="Google Shape;169;p15"/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</p:grpSpPr>
        <p:sp>
          <p:nvSpPr>
            <p:cNvPr id="170" name="Google Shape;170;p15"/>
            <p:cNvSpPr/>
            <p:nvPr/>
          </p:nvSpPr>
          <p:spPr>
            <a:xfrm>
              <a:off x="2541588" y="2027238"/>
              <a:ext cx="320675" cy="274638"/>
            </a:xfrm>
            <a:custGeom>
              <a:rect b="b" l="l" r="r" t="t"/>
              <a:pathLst>
                <a:path extrusionOk="0" h="173" w="202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587625" y="2106613"/>
              <a:ext cx="242887" cy="153988"/>
            </a:xfrm>
            <a:custGeom>
              <a:rect b="b" l="l" r="r" t="t"/>
              <a:pathLst>
                <a:path extrusionOk="0" h="97" w="153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5"/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173" name="Google Shape;173;p15"/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75" name="Google Shape;175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76" name="Google Shape;176;p15"/>
          <p:cNvSpPr/>
          <p:nvPr/>
        </p:nvSpPr>
        <p:spPr>
          <a:xfrm>
            <a:off x="4124124" y="2510268"/>
            <a:ext cx="1142800" cy="1142956"/>
          </a:xfrm>
          <a:custGeom>
            <a:rect b="b" l="l" r="r" t="t"/>
            <a:pathLst>
              <a:path extrusionOk="0" h="914400" w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11</a:t>
            </a: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</p:grpSpPr>
        <p:sp>
          <p:nvSpPr>
            <p:cNvPr id="178" name="Google Shape;178;p15"/>
            <p:cNvSpPr/>
            <p:nvPr/>
          </p:nvSpPr>
          <p:spPr>
            <a:xfrm>
              <a:off x="2870200" y="3967163"/>
              <a:ext cx="146050" cy="168275"/>
            </a:xfrm>
            <a:custGeom>
              <a:rect b="b" l="l" r="r" t="t"/>
              <a:pathLst>
                <a:path extrusionOk="0" h="61" w="53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890838" y="3875088"/>
              <a:ext cx="87312" cy="106363"/>
            </a:xfrm>
            <a:custGeom>
              <a:rect b="b" l="l" r="r" t="t"/>
              <a:pathLst>
                <a:path extrusionOk="0" h="39" w="32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816225" y="4071938"/>
              <a:ext cx="30162" cy="130175"/>
            </a:xfrm>
            <a:custGeom>
              <a:rect b="b" l="l" r="r" t="t"/>
              <a:pathLst>
                <a:path extrusionOk="0" h="82" w="19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2755900" y="3962400"/>
              <a:ext cx="161925" cy="263525"/>
            </a:xfrm>
            <a:custGeom>
              <a:rect b="b" l="l" r="r" t="t"/>
              <a:pathLst>
                <a:path extrusionOk="0" h="96" w="59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635250" y="4052888"/>
              <a:ext cx="174625" cy="269875"/>
            </a:xfrm>
            <a:custGeom>
              <a:rect b="b" l="l" r="r" t="t"/>
              <a:pathLst>
                <a:path extrusionOk="0" h="98" w="64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706688" y="4171950"/>
              <a:ext cx="30162" cy="125413"/>
            </a:xfrm>
            <a:custGeom>
              <a:rect b="b" l="l" r="r" t="t"/>
              <a:pathLst>
                <a:path extrusionOk="0" h="79" w="1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5"/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185" name="Google Shape;185;p15"/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87" name="Google Shape;187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88" name="Google Shape;188;p15"/>
          <p:cNvSpPr/>
          <p:nvPr/>
        </p:nvSpPr>
        <p:spPr>
          <a:xfrm>
            <a:off x="3424159" y="3281760"/>
            <a:ext cx="2185605" cy="2185905"/>
          </a:xfrm>
          <a:custGeom>
            <a:rect b="b" l="l" r="r" t="t"/>
            <a:pathLst>
              <a:path extrusionOk="0" h="1748790" w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14</a:t>
            </a:r>
          </a:p>
        </p:txBody>
      </p:sp>
      <p:grpSp>
        <p:nvGrpSpPr>
          <p:cNvPr id="189" name="Google Shape;189;p15"/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90" name="Google Shape;190;p15"/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 u="none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Click here to add content, content to match the title. </a:t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5775" lIns="111550" spcFirstLastPara="1" rIns="111550" wrap="square" tIns="557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Add title text</a:t>
              </a:r>
              <a:endParaRPr b="1" sz="160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cxnSp>
          <p:nvCxnSpPr>
            <p:cNvPr id="192" name="Google Shape;192;p15"/>
            <p:cNvCxnSpPr/>
            <p:nvPr/>
          </p:nvCxnSpPr>
          <p:spPr>
            <a:xfrm>
              <a:off x="6445250" y="1920736"/>
              <a:ext cx="1875790" cy="0"/>
            </a:xfrm>
            <a:prstGeom prst="straightConnector1">
              <a:avLst/>
            </a:prstGeom>
            <a:noFill/>
            <a:ln cap="flat" cmpd="sng" w="9525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3" name="Google Shape;193;p15"/>
          <p:cNvSpPr/>
          <p:nvPr/>
        </p:nvSpPr>
        <p:spPr>
          <a:xfrm>
            <a:off x="6923766" y="1641703"/>
            <a:ext cx="1632572" cy="1650936"/>
          </a:xfrm>
          <a:custGeom>
            <a:rect b="b" l="l" r="r" t="t"/>
            <a:pathLst>
              <a:path extrusionOk="0" h="1320800" w="1306285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cap="flat" cmpd="sng" w="12700">
            <a:solidFill>
              <a:schemeClr val="lt1"/>
            </a:solidFill>
            <a:prstDash val="dash"/>
            <a:miter lim="800000"/>
            <a:headEnd len="sm" w="sm" type="none"/>
            <a:tailEnd len="med" w="med" type="triangle"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r>
              <a:t>index 16</a:t>
            </a:r>
          </a:p>
        </p:txBody>
      </p:sp>
      <p:grpSp>
        <p:nvGrpSpPr>
          <p:cNvPr id="194" name="Google Shape;194;p15"/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</p:grpSpPr>
        <p:sp>
          <p:nvSpPr>
            <p:cNvPr id="195" name="Google Shape;195;p15"/>
            <p:cNvSpPr/>
            <p:nvPr/>
          </p:nvSpPr>
          <p:spPr>
            <a:xfrm>
              <a:off x="5297488" y="2511425"/>
              <a:ext cx="322263" cy="239713"/>
            </a:xfrm>
            <a:custGeom>
              <a:rect b="b" l="l" r="r" t="t"/>
              <a:pathLst>
                <a:path extrusionOk="0" h="97" w="131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5541963" y="2663825"/>
              <a:ext cx="163513" cy="168275"/>
            </a:xfrm>
            <a:custGeom>
              <a:rect b="b" l="l" r="r" t="t"/>
              <a:pathLst>
                <a:path extrusionOk="0" h="68" w="67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5580063" y="2573338"/>
              <a:ext cx="87313" cy="103188"/>
            </a:xfrm>
            <a:custGeom>
              <a:rect b="b" l="l" r="r" t="t"/>
              <a:pathLst>
                <a:path extrusionOk="0" h="42" w="35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5332413" y="2605088"/>
              <a:ext cx="203200" cy="109538"/>
            </a:xfrm>
            <a:custGeom>
              <a:rect b="b" l="l" r="r" t="t"/>
              <a:pathLst>
                <a:path extrusionOk="0" h="69" w="128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60925" lIns="121875" spcFirstLastPara="1" rIns="121875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9">
                <a:solidFill>
                  <a:srgbClr val="261F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204" name="Google Shape;204;p16"/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5" name="Google Shape;205;p16"/>
            <p:cNvSpPr/>
            <p:nvPr/>
          </p:nvSpPr>
          <p:spPr>
            <a:xfrm>
              <a:off x="5793154" y="2315778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6" name="Google Shape;206;p16"/>
            <p:cNvSpPr/>
            <p:nvPr/>
          </p:nvSpPr>
          <p:spPr>
            <a:xfrm>
              <a:off x="5306522" y="3320269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7" name="Google Shape;207;p16"/>
            <p:cNvSpPr/>
            <p:nvPr/>
          </p:nvSpPr>
          <p:spPr>
            <a:xfrm>
              <a:off x="5793154" y="4299283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8" name="Google Shape;208;p16"/>
            <p:cNvSpPr/>
            <p:nvPr/>
          </p:nvSpPr>
          <p:spPr>
            <a:xfrm>
              <a:off x="5306522" y="5329250"/>
              <a:ext cx="973591" cy="486745"/>
            </a:xfrm>
            <a:custGeom>
              <a:rect b="b" l="l" r="r" t="t"/>
              <a:pathLst>
                <a:path extrusionOk="0" h="486745" w="973591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19675" lIns="19675" spcFirstLastPara="1" rIns="19675" wrap="square" tIns="1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09" name="Google Shape;209;p16"/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210" name="Google Shape;210;p16"/>
              <p:cNvSpPr/>
              <p:nvPr/>
            </p:nvSpPr>
            <p:spPr>
              <a:xfrm>
                <a:off x="5466028" y="357360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23520" y="23523"/>
                    </a:moveTo>
                    <a:lnTo>
                      <a:pt x="23520" y="23523"/>
                    </a:lnTo>
                    <a:cubicBezTo>
                      <a:pt x="39049" y="7991"/>
                      <a:pt x="62710" y="3996"/>
                      <a:pt x="82479" y="13566"/>
                    </a:cubicBezTo>
                    <a:cubicBezTo>
                      <a:pt x="102248" y="23137"/>
                      <a:pt x="113790" y="44176"/>
                      <a:pt x="111239" y="65991"/>
                    </a:cubicBezTo>
                    <a:cubicBezTo>
                      <a:pt x="108688" y="87807"/>
                      <a:pt x="92605" y="105615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87199" y="91427"/>
                      <a:pt x="97618" y="77668"/>
                      <a:pt x="98369" y="61817"/>
                    </a:cubicBezTo>
                    <a:cubicBezTo>
                      <a:pt x="99120" y="45966"/>
                      <a:pt x="90046" y="31284"/>
                      <a:pt x="75534" y="24867"/>
                    </a:cubicBezTo>
                    <a:cubicBezTo>
                      <a:pt x="61021" y="18450"/>
                      <a:pt x="44056" y="21617"/>
                      <a:pt x="32836" y="3283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6"/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2" name="Google Shape;212;p16"/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213" name="Google Shape;213;p16"/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fmla="val 0" name="adj1"/>
                  <a:gd fmla="val 18900000" name="adj2"/>
                  <a:gd fmla="val 12740" name="adj3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6"/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5" name="Google Shape;215;p16"/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216" name="Google Shape;216;p16"/>
              <p:cNvSpPr/>
              <p:nvPr/>
            </p:nvSpPr>
            <p:spPr>
              <a:xfrm>
                <a:off x="4981360" y="2567267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96480" y="23523"/>
                    </a:moveTo>
                    <a:lnTo>
                      <a:pt x="87164" y="32839"/>
                    </a:lnTo>
                    <a:cubicBezTo>
                      <a:pt x="75944" y="21617"/>
                      <a:pt x="58979" y="18450"/>
                      <a:pt x="44466" y="24867"/>
                    </a:cubicBezTo>
                    <a:cubicBezTo>
                      <a:pt x="29954" y="31284"/>
                      <a:pt x="20880" y="45966"/>
                      <a:pt x="21631" y="61817"/>
                    </a:cubicBezTo>
                    <a:cubicBezTo>
                      <a:pt x="22382" y="77668"/>
                      <a:pt x="32801" y="91427"/>
                      <a:pt x="47856" y="96444"/>
                    </a:cubicBezTo>
                    <a:lnTo>
                      <a:pt x="47295" y="88507"/>
                    </a:lnTo>
                    <a:lnTo>
                      <a:pt x="63170" y="104890"/>
                    </a:lnTo>
                    <a:lnTo>
                      <a:pt x="49408" y="118429"/>
                    </a:lnTo>
                    <a:lnTo>
                      <a:pt x="48839" y="110367"/>
                    </a:lnTo>
                    <a:cubicBezTo>
                      <a:pt x="27395" y="105615"/>
                      <a:pt x="11312" y="87807"/>
                      <a:pt x="8761" y="65991"/>
                    </a:cubicBezTo>
                    <a:cubicBezTo>
                      <a:pt x="6210" y="44176"/>
                      <a:pt x="17752" y="23137"/>
                      <a:pt x="37521" y="13566"/>
                    </a:cubicBezTo>
                    <a:cubicBezTo>
                      <a:pt x="57290" y="3996"/>
                      <a:pt x="80951" y="7991"/>
                      <a:pt x="96480" y="235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6"/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 id="218" name="Google Shape;218;p16"/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219" name="Google Shape;219;p16"/>
              <p:cNvSpPr/>
              <p:nvPr/>
            </p:nvSpPr>
            <p:spPr>
              <a:xfrm>
                <a:off x="5466028" y="1564628"/>
                <a:ext cx="1744609" cy="1744787"/>
              </a:xfrm>
              <a:custGeom>
                <a:rect b="b" l="l" r="r" t="t"/>
                <a:pathLst>
                  <a:path extrusionOk="0" h="120000" w="120000">
                    <a:moveTo>
                      <a:pt x="8412" y="60000"/>
                    </a:moveTo>
                    <a:lnTo>
                      <a:pt x="8412" y="60000"/>
                    </a:lnTo>
                    <a:cubicBezTo>
                      <a:pt x="8412" y="32962"/>
                      <a:pt x="29287" y="10511"/>
                      <a:pt x="56253" y="8547"/>
                    </a:cubicBezTo>
                    <a:cubicBezTo>
                      <a:pt x="83219" y="6584"/>
                      <a:pt x="107127" y="25773"/>
                      <a:pt x="111044" y="52526"/>
                    </a:cubicBezTo>
                    <a:cubicBezTo>
                      <a:pt x="114961" y="79279"/>
                      <a:pt x="97558" y="104517"/>
                      <a:pt x="71161" y="110367"/>
                    </a:cubicBezTo>
                    <a:lnTo>
                      <a:pt x="70592" y="118429"/>
                    </a:lnTo>
                    <a:lnTo>
                      <a:pt x="56830" y="104890"/>
                    </a:lnTo>
                    <a:lnTo>
                      <a:pt x="72705" y="88507"/>
                    </a:lnTo>
                    <a:lnTo>
                      <a:pt x="72144" y="96444"/>
                    </a:lnTo>
                    <a:cubicBezTo>
                      <a:pt x="90761" y="90239"/>
                      <a:pt x="101708" y="71000"/>
                      <a:pt x="97532" y="51825"/>
                    </a:cubicBezTo>
                    <a:cubicBezTo>
                      <a:pt x="93356" y="32650"/>
                      <a:pt x="75400" y="19706"/>
                      <a:pt x="55889" y="21806"/>
                    </a:cubicBezTo>
                    <a:cubicBezTo>
                      <a:pt x="36379" y="23907"/>
                      <a:pt x="21588" y="40376"/>
                      <a:pt x="21588" y="60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000"/>
                  <a:buFont typeface="Arial"/>
                  <a:buNone/>
                </a:pPr>
                <a:r>
                  <a:rPr i="0" lang="en-US" sz="2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</a:t>
                </a:r>
                <a:endParaRPr i="0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1" name="Google Shape;221;p16"/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2" name="Google Shape;222;p16"/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16"/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25" name="Google Shape;225;p16"/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28" name="Google Shape;228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231" name="Google Shape;231;p16"/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Click here to add content, content to match the title. 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 title text</a:t>
              </a:r>
              <a:endPara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sp>
        <p:nvSpPr>
          <p:cNvPr id="238" name="Google Shape;238;p17"/>
          <p:cNvSpPr/>
          <p:nvPr/>
        </p:nvSpPr>
        <p:spPr>
          <a:xfrm>
            <a:off x="5481340" y="2205357"/>
            <a:ext cx="1199467" cy="1042233"/>
          </a:xfrm>
          <a:custGeom>
            <a:rect b="b" l="l" r="r" t="t"/>
            <a:pathLst>
              <a:path extrusionOk="0" h="232" w="267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r>
              <a:t>index 1</a:t>
            </a:r>
          </a:p>
        </p:txBody>
      </p:sp>
      <p:sp>
        <p:nvSpPr>
          <p:cNvPr id="239" name="Google Shape;239;p17"/>
          <p:cNvSpPr/>
          <p:nvPr/>
        </p:nvSpPr>
        <p:spPr>
          <a:xfrm>
            <a:off x="5068039" y="3467719"/>
            <a:ext cx="2026066" cy="489671"/>
          </a:xfrm>
          <a:custGeom>
            <a:rect b="b" l="l" r="r" t="t"/>
            <a:pathLst>
              <a:path extrusionOk="0" h="109" w="451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2</a:t>
            </a:r>
          </a:p>
        </p:txBody>
      </p:sp>
      <p:sp>
        <p:nvSpPr>
          <p:cNvPr id="240" name="Google Shape;240;p17"/>
          <p:cNvSpPr/>
          <p:nvPr/>
        </p:nvSpPr>
        <p:spPr>
          <a:xfrm>
            <a:off x="4663726" y="4182005"/>
            <a:ext cx="2843679" cy="485178"/>
          </a:xfrm>
          <a:custGeom>
            <a:rect b="b" l="l" r="r" t="t"/>
            <a:pathLst>
              <a:path extrusionOk="0" h="108" w="633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3</a:t>
            </a:r>
          </a:p>
        </p:txBody>
      </p:sp>
      <p:sp>
        <p:nvSpPr>
          <p:cNvPr id="241" name="Google Shape;241;p17"/>
          <p:cNvSpPr/>
          <p:nvPr/>
        </p:nvSpPr>
        <p:spPr>
          <a:xfrm>
            <a:off x="4039283" y="4891802"/>
            <a:ext cx="4097053" cy="862538"/>
          </a:xfrm>
          <a:custGeom>
            <a:rect b="b" l="l" r="r" t="t"/>
            <a:pathLst>
              <a:path extrusionOk="0" h="192" w="91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r>
              <a:t>index 4</a:t>
            </a:r>
          </a:p>
        </p:txBody>
      </p:sp>
      <p:sp>
        <p:nvSpPr>
          <p:cNvPr id="242" name="Google Shape;242;p17"/>
          <p:cNvSpPr/>
          <p:nvPr/>
        </p:nvSpPr>
        <p:spPr>
          <a:xfrm>
            <a:off x="5481339" y="3247589"/>
            <a:ext cx="1325254" cy="220128"/>
          </a:xfrm>
          <a:custGeom>
            <a:rect b="b" l="l" r="r" t="t"/>
            <a:pathLst>
              <a:path extrusionOk="0" h="49" w="295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5</a:t>
            </a:r>
          </a:p>
        </p:txBody>
      </p:sp>
      <p:sp>
        <p:nvSpPr>
          <p:cNvPr id="243" name="Google Shape;243;p17"/>
          <p:cNvSpPr/>
          <p:nvPr/>
        </p:nvSpPr>
        <p:spPr>
          <a:xfrm>
            <a:off x="5068039" y="3957387"/>
            <a:ext cx="2156344" cy="224619"/>
          </a:xfrm>
          <a:custGeom>
            <a:rect b="b" l="l" r="r" t="t"/>
            <a:pathLst>
              <a:path extrusionOk="0" h="50" w="48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6</a:t>
            </a:r>
          </a:p>
        </p:txBody>
      </p:sp>
      <p:sp>
        <p:nvSpPr>
          <p:cNvPr id="244" name="Google Shape;244;p17"/>
          <p:cNvSpPr/>
          <p:nvPr/>
        </p:nvSpPr>
        <p:spPr>
          <a:xfrm>
            <a:off x="4663726" y="4667184"/>
            <a:ext cx="2973957" cy="224619"/>
          </a:xfrm>
          <a:custGeom>
            <a:rect b="b" l="l" r="r" t="t"/>
            <a:pathLst>
              <a:path extrusionOk="0" h="50" w="662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7</a:t>
            </a:r>
          </a:p>
        </p:txBody>
      </p:sp>
      <p:sp>
        <p:nvSpPr>
          <p:cNvPr id="245" name="Google Shape;245;p17"/>
          <p:cNvSpPr/>
          <p:nvPr/>
        </p:nvSpPr>
        <p:spPr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8</a:t>
            </a:r>
          </a:p>
        </p:txBody>
      </p:sp>
      <p:sp>
        <p:nvSpPr>
          <p:cNvPr id="246" name="Google Shape;246;p17"/>
          <p:cNvSpPr/>
          <p:nvPr/>
        </p:nvSpPr>
        <p:spPr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9</a:t>
            </a:r>
          </a:p>
        </p:txBody>
      </p:sp>
      <p:sp>
        <p:nvSpPr>
          <p:cNvPr id="247" name="Google Shape;247;p17"/>
          <p:cNvSpPr/>
          <p:nvPr/>
        </p:nvSpPr>
        <p:spPr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10</a:t>
            </a:r>
          </a:p>
        </p:txBody>
      </p:sp>
      <p:sp>
        <p:nvSpPr>
          <p:cNvPr id="248" name="Google Shape;248;p17"/>
          <p:cNvSpPr/>
          <p:nvPr/>
        </p:nvSpPr>
        <p:spPr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11</a:t>
            </a:r>
          </a:p>
        </p:txBody>
      </p:sp>
      <p:sp>
        <p:nvSpPr>
          <p:cNvPr id="249" name="Google Shape;249;p17"/>
          <p:cNvSpPr/>
          <p:nvPr/>
        </p:nvSpPr>
        <p:spPr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12</a:t>
            </a:r>
          </a:p>
        </p:txBody>
      </p:sp>
      <p:sp>
        <p:nvSpPr>
          <p:cNvPr id="250" name="Google Shape;250;p17"/>
          <p:cNvSpPr/>
          <p:nvPr/>
        </p:nvSpPr>
        <p:spPr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13</a:t>
            </a:r>
          </a:p>
        </p:txBody>
      </p:sp>
      <p:sp>
        <p:nvSpPr>
          <p:cNvPr id="251" name="Google Shape;251;p17"/>
          <p:cNvSpPr/>
          <p:nvPr/>
        </p:nvSpPr>
        <p:spPr>
          <a:xfrm>
            <a:off x="10601141" y="3583934"/>
            <a:ext cx="324456" cy="324454"/>
          </a:xfrm>
          <a:custGeom>
            <a:rect b="b" l="l" r="r" t="t"/>
            <a:pathLst>
              <a:path extrusionOk="0" h="140" w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14</a:t>
            </a:r>
          </a:p>
        </p:txBody>
      </p:sp>
      <p:sp>
        <p:nvSpPr>
          <p:cNvPr id="252" name="Google Shape;252;p17"/>
          <p:cNvSpPr/>
          <p:nvPr/>
        </p:nvSpPr>
        <p:spPr>
          <a:xfrm>
            <a:off x="1239409" y="3611951"/>
            <a:ext cx="324456" cy="277404"/>
          </a:xfrm>
          <a:custGeom>
            <a:rect b="b" l="l" r="r" t="t"/>
            <a:pathLst>
              <a:path extrusionOk="0" h="120" w="14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15</a:t>
            </a:r>
          </a:p>
        </p:txBody>
      </p:sp>
      <p:sp>
        <p:nvSpPr>
          <p:cNvPr id="253" name="Google Shape;253;p17"/>
          <p:cNvSpPr/>
          <p:nvPr/>
        </p:nvSpPr>
        <p:spPr>
          <a:xfrm>
            <a:off x="10652288" y="4840819"/>
            <a:ext cx="307790" cy="326414"/>
          </a:xfrm>
          <a:custGeom>
            <a:rect b="b" l="l" r="r" t="t"/>
            <a:pathLst>
              <a:path extrusionOk="0" h="141" w="133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16</a:t>
            </a:r>
          </a:p>
        </p:txBody>
      </p:sp>
      <p:sp>
        <p:nvSpPr>
          <p:cNvPr id="254" name="Google Shape;254;p17"/>
          <p:cNvSpPr/>
          <p:nvPr/>
        </p:nvSpPr>
        <p:spPr>
          <a:xfrm>
            <a:off x="1265001" y="4831507"/>
            <a:ext cx="263682" cy="345038"/>
          </a:xfrm>
          <a:custGeom>
            <a:rect b="b" l="l" r="r" t="t"/>
            <a:pathLst>
              <a:path extrusionOk="0" h="149" w="114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17</a:t>
            </a:r>
          </a:p>
        </p:txBody>
      </p:sp>
      <p:sp>
        <p:nvSpPr>
          <p:cNvPr id="255" name="Google Shape;255;p17"/>
          <p:cNvSpPr/>
          <p:nvPr/>
        </p:nvSpPr>
        <p:spPr>
          <a:xfrm>
            <a:off x="1260591" y="2324822"/>
            <a:ext cx="272502" cy="326414"/>
          </a:xfrm>
          <a:custGeom>
            <a:rect b="b" l="l" r="r" t="t"/>
            <a:pathLst>
              <a:path extrusionOk="0" h="141" w="118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18</a:t>
            </a:r>
          </a:p>
        </p:txBody>
      </p:sp>
      <p:sp>
        <p:nvSpPr>
          <p:cNvPr id="256" name="Google Shape;256;p17"/>
          <p:cNvSpPr/>
          <p:nvPr/>
        </p:nvSpPr>
        <p:spPr>
          <a:xfrm>
            <a:off x="10601141" y="2370174"/>
            <a:ext cx="324456" cy="236234"/>
          </a:xfrm>
          <a:custGeom>
            <a:rect b="b" l="l" r="r" t="t"/>
            <a:pathLst>
              <a:path extrusionOk="0" h="102" w="140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19</a:t>
            </a:r>
          </a:p>
        </p:txBody>
      </p:sp>
      <p:sp>
        <p:nvSpPr>
          <p:cNvPr id="257" name="Google Shape;257;p17"/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20</a:t>
            </a:r>
          </a:p>
        </p:txBody>
      </p:sp>
      <p:sp>
        <p:nvSpPr>
          <p:cNvPr id="258" name="Google Shape;258;p17"/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21</a:t>
            </a:r>
          </a:p>
        </p:txBody>
      </p:sp>
      <p:sp>
        <p:nvSpPr>
          <p:cNvPr id="259" name="Google Shape;259;p17"/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22</a:t>
            </a:r>
          </a:p>
        </p:txBody>
      </p:sp>
      <p:sp>
        <p:nvSpPr>
          <p:cNvPr id="260" name="Google Shape;260;p17"/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23</a:t>
            </a:r>
          </a:p>
        </p:txBody>
      </p:sp>
      <p:sp>
        <p:nvSpPr>
          <p:cNvPr id="261" name="Google Shape;261;p17"/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24</a:t>
            </a:r>
          </a:p>
        </p:txBody>
      </p:sp>
      <p:sp>
        <p:nvSpPr>
          <p:cNvPr id="262" name="Google Shape;262;p17"/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index 25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index 0</a:t>
            </a: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3527801" y="1766690"/>
            <a:ext cx="6010436" cy="2795037"/>
            <a:chOff x="3527801" y="2467334"/>
            <a:chExt cx="6010436" cy="2795037"/>
          </a:xfrm>
        </p:grpSpPr>
        <p:sp>
          <p:nvSpPr>
            <p:cNvPr id="269" name="Google Shape;269;p18"/>
            <p:cNvSpPr/>
            <p:nvPr/>
          </p:nvSpPr>
          <p:spPr>
            <a:xfrm flipH="1" rot="7160031">
              <a:off x="7145427" y="3464265"/>
              <a:ext cx="2749581" cy="790366"/>
            </a:xfrm>
            <a:prstGeom prst="homePlate">
              <a:avLst>
                <a:gd fmla="val 6451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8"/>
            <p:cNvSpPr/>
            <p:nvPr/>
          </p:nvSpPr>
          <p:spPr>
            <a:xfrm flipH="1" rot="5400000">
              <a:off x="3438139" y="3880910"/>
              <a:ext cx="2314306" cy="426997"/>
            </a:xfrm>
            <a:prstGeom prst="parallelogram">
              <a:avLst>
                <a:gd fmla="val 217202" name="adj"/>
              </a:avLst>
            </a:prstGeom>
            <a:solidFill>
              <a:srgbClr val="33435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 flipH="1" rot="5400000">
              <a:off x="5781179" y="3693378"/>
              <a:ext cx="2694618" cy="426997"/>
            </a:xfrm>
            <a:prstGeom prst="parallelogram">
              <a:avLst>
                <a:gd fmla="val 254198" name="adj"/>
              </a:avLst>
            </a:prstGeom>
            <a:solidFill>
              <a:srgbClr val="765E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 flipH="1" rot="5400000">
              <a:off x="4606157" y="3791892"/>
              <a:ext cx="2513961" cy="426997"/>
            </a:xfrm>
            <a:prstGeom prst="parallelogram">
              <a:avLst>
                <a:gd fmla="val 221414" name="adj"/>
              </a:avLst>
            </a:prstGeom>
            <a:solidFill>
              <a:srgbClr val="3F2E3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8"/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fmla="val 33219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" name="Google Shape;277;p18"/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</p:grpSpPr>
          <p:sp>
            <p:nvSpPr>
              <p:cNvPr id="278" name="Google Shape;278;p18"/>
              <p:cNvSpPr/>
              <p:nvPr/>
            </p:nvSpPr>
            <p:spPr>
              <a:xfrm>
                <a:off x="4080141" y="823174"/>
                <a:ext cx="294839" cy="294839"/>
              </a:xfrm>
              <a:custGeom>
                <a:rect b="b" l="l" r="r" t="t"/>
                <a:pathLst>
                  <a:path extrusionOk="0" h="284" w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solidFill>
                <a:srgbClr val="D5DFE5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4260783" y="798258"/>
                <a:ext cx="147420" cy="147420"/>
              </a:xfrm>
              <a:custGeom>
                <a:rect b="b" l="l" r="r" t="t"/>
                <a:pathLst>
                  <a:path extrusionOk="0" h="142" w="141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D5DFE5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" name="Google Shape;280;p18"/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5DFE5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E0D4D9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/>
            </a:p>
          </p:txBody>
        </p:sp>
        <p:sp>
          <p:nvSpPr>
            <p:cNvPr id="282" name="Google Shape;282;p18"/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EBE5E0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/>
            </a:p>
          </p:txBody>
        </p:sp>
        <p:sp>
          <p:nvSpPr>
            <p:cNvPr id="283" name="Google Shape;283;p18"/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DEAF6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5055265" y="3211461"/>
              <a:ext cx="361046" cy="574728"/>
            </a:xfrm>
            <a:custGeom>
              <a:rect b="b" l="l" r="r" t="t"/>
              <a:pathLst>
                <a:path extrusionOk="0" h="311" w="196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rgbClr val="E0D4D9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5" name="Google Shape;285;p18"/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5552261" y="1715997"/>
                <a:ext cx="363359" cy="116275"/>
              </a:xfrm>
              <a:custGeom>
                <a:rect b="b" l="l" r="r" t="t"/>
                <a:pathLst>
                  <a:path extrusionOk="0" h="112" w="350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8"/>
              <p:cNvSpPr/>
              <p:nvPr/>
            </p:nvSpPr>
            <p:spPr>
              <a:xfrm>
                <a:off x="5552261" y="1554043"/>
                <a:ext cx="363359" cy="137038"/>
              </a:xfrm>
              <a:custGeom>
                <a:rect b="b" l="l" r="r" t="t"/>
                <a:pathLst>
                  <a:path extrusionOk="0" h="130" w="35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8"/>
              <p:cNvSpPr/>
              <p:nvPr/>
            </p:nvSpPr>
            <p:spPr>
              <a:xfrm>
                <a:off x="5710062" y="1715997"/>
                <a:ext cx="45679" cy="18688"/>
              </a:xfrm>
              <a:prstGeom prst="rect">
                <a:avLst/>
              </a:prstGeom>
              <a:solidFill>
                <a:srgbClr val="EBE5E0"/>
              </a:solidFill>
              <a:ln>
                <a:noFill/>
              </a:ln>
            </p:spPr>
            <p:txBody>
              <a:bodyPr anchorCtr="0" anchor="t" bIns="60950" lIns="121900" spcFirstLastPara="1" rIns="121900" wrap="square" tIns="609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18"/>
            <p:cNvSpPr/>
            <p:nvPr/>
          </p:nvSpPr>
          <p:spPr>
            <a:xfrm>
              <a:off x="7573095" y="2802903"/>
              <a:ext cx="378645" cy="426288"/>
            </a:xfrm>
            <a:custGeom>
              <a:rect b="b" l="l" r="r" t="t"/>
              <a:pathLst>
                <a:path extrusionOk="0" h="360" w="32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rgbClr val="DDEAF6"/>
            </a:solidFill>
            <a:ln>
              <a:noFill/>
            </a:ln>
          </p:spPr>
          <p:txBody>
            <a:bodyPr anchorCtr="0" anchor="t" bIns="60950" lIns="121900" spcFirstLastPara="1" rIns="121900" wrap="square" tIns="609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" name="Google Shape;290;p18"/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2</a:t>
            </a:r>
          </a:p>
        </p:txBody>
      </p:sp>
      <p:sp>
        <p:nvSpPr>
          <p:cNvPr id="291" name="Google Shape;291;p18"/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3</a:t>
            </a:r>
          </a:p>
        </p:txBody>
      </p:sp>
      <p:sp>
        <p:nvSpPr>
          <p:cNvPr id="292" name="Google Shape;292;p18"/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4</a:t>
            </a:r>
          </a:p>
        </p:txBody>
      </p:sp>
      <p:sp>
        <p:nvSpPr>
          <p:cNvPr id="293" name="Google Shape;293;p18"/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5</a:t>
            </a:r>
          </a:p>
        </p:txBody>
      </p:sp>
      <p:sp>
        <p:nvSpPr>
          <p:cNvPr id="294" name="Google Shape;294;p18"/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6</a:t>
            </a:r>
          </a:p>
        </p:txBody>
      </p:sp>
      <p:sp>
        <p:nvSpPr>
          <p:cNvPr id="295" name="Google Shape;295;p18"/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7</a:t>
            </a:r>
          </a:p>
        </p:txBody>
      </p:sp>
      <p:sp>
        <p:nvSpPr>
          <p:cNvPr id="296" name="Google Shape;296;p18"/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index 8</a:t>
            </a:r>
          </a:p>
        </p:txBody>
      </p:sp>
      <p:sp>
        <p:nvSpPr>
          <p:cNvPr id="297" name="Google Shape;297;p18"/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r>
              <a:t>index 9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6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55A6C"/>
      </a:accent1>
      <a:accent2>
        <a:srgbClr val="553E4A"/>
      </a:accent2>
      <a:accent3>
        <a:srgbClr val="59788A"/>
      </a:accent3>
      <a:accent4>
        <a:srgbClr val="9D7E6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