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F7FC"/>
              </a:gs>
              <a:gs pos="100000">
                <a:srgbClr val="D8D8D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type="ctrTitle"/>
          </p:nvPr>
        </p:nvSpPr>
        <p:spPr>
          <a:xfrm>
            <a:off x="2236520" y="1692379"/>
            <a:ext cx="729936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venir"/>
              <a:buNone/>
            </a:pPr>
            <a:r>
              <a:rPr b="1" lang="en-US" sz="6600">
                <a:latin typeface="Avenir"/>
                <a:ea typeface="Avenir"/>
                <a:cs typeface="Avenir"/>
                <a:sym typeface="Avenir"/>
              </a:rPr>
              <a:t>NAME OF PRESENTATION</a:t>
            </a:r>
            <a:endParaRPr/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2236520" y="4172054"/>
            <a:ext cx="7299366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Subtitle here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1151906" y="365126"/>
            <a:ext cx="10201894" cy="5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grpSp>
        <p:nvGrpSpPr>
          <p:cNvPr id="94" name="Google Shape;94;p14"/>
          <p:cNvGrpSpPr/>
          <p:nvPr/>
        </p:nvGrpSpPr>
        <p:grpSpPr>
          <a:xfrm>
            <a:off x="3453210" y="4268074"/>
            <a:ext cx="5193966" cy="685707"/>
            <a:chOff x="1192" y="1375"/>
            <a:chExt cx="3272" cy="432"/>
          </a:xfrm>
        </p:grpSpPr>
        <p:cxnSp>
          <p:nvCxnSpPr>
            <p:cNvPr id="95" name="Google Shape;95;p14"/>
            <p:cNvCxnSpPr/>
            <p:nvPr/>
          </p:nvCxnSpPr>
          <p:spPr>
            <a:xfrm>
              <a:off x="1440" y="179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96" name="Google Shape;96;p14"/>
            <p:cNvSpPr/>
            <p:nvPr/>
          </p:nvSpPr>
          <p:spPr>
            <a:xfrm rot="3419336">
              <a:off x="1261" y="1427"/>
              <a:ext cx="302" cy="328"/>
            </a:xfrm>
            <a:prstGeom prst="rect">
              <a:avLst/>
            </a:prstGeom>
            <a:gradFill>
              <a:gsLst>
                <a:gs pos="0">
                  <a:srgbClr val="FF7C80"/>
                </a:gs>
                <a:gs pos="100000">
                  <a:srgbClr val="B3575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2256" y="1482"/>
              <a:ext cx="15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1296" y="145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grpSp>
        <p:nvGrpSpPr>
          <p:cNvPr id="99" name="Google Shape;99;p14"/>
          <p:cNvGrpSpPr/>
          <p:nvPr/>
        </p:nvGrpSpPr>
        <p:grpSpPr>
          <a:xfrm>
            <a:off x="3453210" y="1753474"/>
            <a:ext cx="5193966" cy="685707"/>
            <a:chOff x="1192" y="1965"/>
            <a:chExt cx="3272" cy="432"/>
          </a:xfrm>
        </p:grpSpPr>
        <p:cxnSp>
          <p:nvCxnSpPr>
            <p:cNvPr id="100" name="Google Shape;100;p14"/>
            <p:cNvCxnSpPr/>
            <p:nvPr/>
          </p:nvCxnSpPr>
          <p:spPr>
            <a:xfrm>
              <a:off x="1440" y="238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01" name="Google Shape;101;p14"/>
            <p:cNvSpPr/>
            <p:nvPr/>
          </p:nvSpPr>
          <p:spPr>
            <a:xfrm rot="3419336">
              <a:off x="1261" y="2017"/>
              <a:ext cx="302" cy="328"/>
            </a:xfrm>
            <a:prstGeom prst="rect">
              <a:avLst/>
            </a:prstGeom>
            <a:gradFill>
              <a:gsLst>
                <a:gs pos="0">
                  <a:srgbClr val="99CC00"/>
                </a:gs>
                <a:gs pos="100000">
                  <a:srgbClr val="6B8F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2256" y="2072"/>
              <a:ext cx="15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1296" y="204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104" name="Google Shape;104;p14"/>
          <p:cNvGrpSpPr/>
          <p:nvPr/>
        </p:nvGrpSpPr>
        <p:grpSpPr>
          <a:xfrm>
            <a:off x="3453210" y="2591674"/>
            <a:ext cx="5193966" cy="685707"/>
            <a:chOff x="1192" y="2575"/>
            <a:chExt cx="3272" cy="432"/>
          </a:xfrm>
        </p:grpSpPr>
        <p:cxnSp>
          <p:nvCxnSpPr>
            <p:cNvPr id="105" name="Google Shape;105;p14"/>
            <p:cNvCxnSpPr/>
            <p:nvPr/>
          </p:nvCxnSpPr>
          <p:spPr>
            <a:xfrm>
              <a:off x="1440" y="299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06" name="Google Shape;106;p14"/>
            <p:cNvSpPr/>
            <p:nvPr/>
          </p:nvSpPr>
          <p:spPr>
            <a:xfrm rot="3419336">
              <a:off x="1261" y="2627"/>
              <a:ext cx="302" cy="328"/>
            </a:xfrm>
            <a:prstGeom prst="rect">
              <a:avLst/>
            </a:prstGeom>
            <a:gradFill>
              <a:gsLst>
                <a:gs pos="0">
                  <a:srgbClr val="006699"/>
                </a:gs>
                <a:gs pos="100000">
                  <a:srgbClr val="00476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2256" y="2682"/>
              <a:ext cx="15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1296" y="265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109" name="Google Shape;109;p14"/>
          <p:cNvGrpSpPr/>
          <p:nvPr/>
        </p:nvGrpSpPr>
        <p:grpSpPr>
          <a:xfrm>
            <a:off x="3453210" y="3429874"/>
            <a:ext cx="5193966" cy="685707"/>
            <a:chOff x="1192" y="3165"/>
            <a:chExt cx="3272" cy="432"/>
          </a:xfrm>
        </p:grpSpPr>
        <p:cxnSp>
          <p:nvCxnSpPr>
            <p:cNvPr id="110" name="Google Shape;110;p14"/>
            <p:cNvCxnSpPr/>
            <p:nvPr/>
          </p:nvCxnSpPr>
          <p:spPr>
            <a:xfrm>
              <a:off x="1441" y="3579"/>
              <a:ext cx="3023" cy="1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11" name="Google Shape;111;p14"/>
            <p:cNvSpPr/>
            <p:nvPr/>
          </p:nvSpPr>
          <p:spPr>
            <a:xfrm rot="3419336">
              <a:off x="1261" y="3217"/>
              <a:ext cx="302" cy="328"/>
            </a:xfrm>
            <a:prstGeom prst="rect">
              <a:avLst/>
            </a:prstGeom>
            <a:gradFill>
              <a:gsLst>
                <a:gs pos="0">
                  <a:srgbClr val="FF9933"/>
                </a:gs>
                <a:gs pos="100000">
                  <a:srgbClr val="B36B23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4"/>
            <p:cNvSpPr txBox="1"/>
            <p:nvPr/>
          </p:nvSpPr>
          <p:spPr>
            <a:xfrm>
              <a:off x="2256" y="3272"/>
              <a:ext cx="15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13" name="Google Shape;113;p14"/>
            <p:cNvSpPr txBox="1"/>
            <p:nvPr/>
          </p:nvSpPr>
          <p:spPr>
            <a:xfrm>
              <a:off x="1296" y="324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114" name="Google Shape;114;p14"/>
          <p:cNvGrpSpPr/>
          <p:nvPr/>
        </p:nvGrpSpPr>
        <p:grpSpPr>
          <a:xfrm>
            <a:off x="3453210" y="5128499"/>
            <a:ext cx="5193966" cy="685707"/>
            <a:chOff x="1192" y="3165"/>
            <a:chExt cx="3272" cy="432"/>
          </a:xfrm>
        </p:grpSpPr>
        <p:cxnSp>
          <p:nvCxnSpPr>
            <p:cNvPr id="115" name="Google Shape;115;p14"/>
            <p:cNvCxnSpPr/>
            <p:nvPr/>
          </p:nvCxnSpPr>
          <p:spPr>
            <a:xfrm>
              <a:off x="1440" y="3580"/>
              <a:ext cx="3024" cy="0"/>
            </a:xfrm>
            <a:prstGeom prst="straightConnector1">
              <a:avLst/>
            </a:prstGeom>
            <a:noFill/>
            <a:ln cap="flat" cmpd="sng" w="25400">
              <a:solidFill>
                <a:srgbClr val="969696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16" name="Google Shape;116;p14"/>
            <p:cNvSpPr/>
            <p:nvPr/>
          </p:nvSpPr>
          <p:spPr>
            <a:xfrm rot="3419336">
              <a:off x="1261" y="3217"/>
              <a:ext cx="302" cy="328"/>
            </a:xfrm>
            <a:prstGeom prst="rect">
              <a:avLst/>
            </a:prstGeom>
            <a:gradFill>
              <a:gsLst>
                <a:gs pos="0">
                  <a:srgbClr val="990099"/>
                </a:gs>
                <a:gs pos="100000">
                  <a:srgbClr val="6B006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4"/>
            <p:cNvSpPr txBox="1"/>
            <p:nvPr/>
          </p:nvSpPr>
          <p:spPr>
            <a:xfrm>
              <a:off x="2256" y="3272"/>
              <a:ext cx="15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Click to add Title</a:t>
              </a:r>
              <a:endParaRPr/>
            </a:p>
          </p:txBody>
        </p:sp>
        <p:sp>
          <p:nvSpPr>
            <p:cNvPr id="118" name="Google Shape;118;p14"/>
            <p:cNvSpPr txBox="1"/>
            <p:nvPr/>
          </p:nvSpPr>
          <p:spPr>
            <a:xfrm>
              <a:off x="1296" y="324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