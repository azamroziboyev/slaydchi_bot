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Raleway" panose="020B0604020202020204" charset="0"/>
      <p:regular r:id="rId21"/>
      <p:bold r:id="rId22"/>
      <p:italic r:id="rId23"/>
      <p:boldItalic r:id="rId24"/>
    </p:embeddedFont>
    <p:embeddedFont>
      <p:font typeface="Space Mono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48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21" Type="http://schemas.openxmlformats.org/officeDocument/2006/relationships/font" Target="fonts/font9.fntdata"/><Relationship Id="rId22" Type="http://schemas.openxmlformats.org/officeDocument/2006/relationships/font" Target="fonts/font10.fntdata"/><Relationship Id="rId23" Type="http://schemas.openxmlformats.org/officeDocument/2006/relationships/font" Target="fonts/font11.fntdata"/><Relationship Id="rId24" Type="http://schemas.openxmlformats.org/officeDocument/2006/relationships/font" Target="fonts/font12.fntdata"/><Relationship Id="rId25" Type="http://schemas.openxmlformats.org/officeDocument/2006/relationships/font" Target="fonts/font13.fntdata"/><Relationship Id="rId26" Type="http://schemas.openxmlformats.org/officeDocument/2006/relationships/font" Target="fonts/font14.fntdata"/><Relationship Id="rId27" Type="http://schemas.openxmlformats.org/officeDocument/2006/relationships/font" Target="fonts/font15.fntdata"/><Relationship Id="rId28" Type="http://schemas.openxmlformats.org/officeDocument/2006/relationships/font" Target="fonts/font16.fntdata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1028700" y="8794531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 t="64934"/>
          <a:stretch/>
        </p:blipFill>
        <p:spPr>
          <a:xfrm>
            <a:off x="-66275" y="0"/>
            <a:ext cx="18456376" cy="421567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028700" y="4802175"/>
            <a:ext cx="162306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Raleway"/>
              <a:buNone/>
              <a:defRPr sz="1250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/>
          </p:nvPr>
        </p:nvSpPr>
        <p:spPr>
          <a:xfrm>
            <a:off x="1028700" y="8990800"/>
            <a:ext cx="4706100" cy="4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3"/>
          </p:nvPr>
        </p:nvSpPr>
        <p:spPr>
          <a:xfrm>
            <a:off x="11637175" y="8990800"/>
            <a:ext cx="4706100" cy="4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dk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 rot="-5400000">
            <a:off x="9764473" y="1686719"/>
            <a:ext cx="10438441" cy="6794476"/>
          </a:xfrm>
          <a:custGeom>
            <a:avLst/>
            <a:gdLst/>
            <a:ahLst/>
            <a:cxnLst/>
            <a:rect l="l" t="t" r="r" b="b"/>
            <a:pathLst>
              <a:path w="10438441" h="6794476" extrusionOk="0">
                <a:moveTo>
                  <a:pt x="0" y="0"/>
                </a:moveTo>
                <a:lnTo>
                  <a:pt x="10438441" y="0"/>
                </a:lnTo>
                <a:lnTo>
                  <a:pt x="10438441" y="6794477"/>
                </a:lnTo>
                <a:lnTo>
                  <a:pt x="0" y="6794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909625" y="10842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"/>
              <a:buNone/>
              <a:defRPr sz="600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909625" y="2880450"/>
            <a:ext cx="8972700" cy="57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»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>
            <a:spLocks noGrp="1"/>
          </p:cNvSpPr>
          <p:nvPr>
            <p:ph type="pic" idx="2"/>
          </p:nvPr>
        </p:nvSpPr>
        <p:spPr>
          <a:xfrm>
            <a:off x="12417550" y="1170775"/>
            <a:ext cx="5132400" cy="79455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5"/>
          <p:cNvGrpSpPr/>
          <p:nvPr/>
        </p:nvGrpSpPr>
        <p:grpSpPr>
          <a:xfrm>
            <a:off x="0" y="-180827"/>
            <a:ext cx="6062131" cy="10468053"/>
            <a:chOff x="0" y="-47625"/>
            <a:chExt cx="1596600" cy="2757000"/>
          </a:xfrm>
        </p:grpSpPr>
        <p:sp>
          <p:nvSpPr>
            <p:cNvPr id="28" name="Google Shape;28;p5"/>
            <p:cNvSpPr/>
            <p:nvPr/>
          </p:nvSpPr>
          <p:spPr>
            <a:xfrm>
              <a:off x="0" y="0"/>
              <a:ext cx="1596562" cy="2709333"/>
            </a:xfrm>
            <a:custGeom>
              <a:avLst/>
              <a:gdLst/>
              <a:ahLst/>
              <a:cxnLst/>
              <a:rect l="l" t="t" r="r" b="b"/>
              <a:pathLst>
                <a:path w="1596562" h="2709333" extrusionOk="0">
                  <a:moveTo>
                    <a:pt x="0" y="0"/>
                  </a:moveTo>
                  <a:lnTo>
                    <a:pt x="1596562" y="0"/>
                  </a:lnTo>
                  <a:lnTo>
                    <a:pt x="15965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9" name="Google Shape;29;p5"/>
            <p:cNvSpPr txBox="1"/>
            <p:nvPr/>
          </p:nvSpPr>
          <p:spPr>
            <a:xfrm>
              <a:off x="0" y="-47625"/>
              <a:ext cx="1596600" cy="275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" name="Google Shape;30;p5"/>
          <p:cNvSpPr/>
          <p:nvPr/>
        </p:nvSpPr>
        <p:spPr>
          <a:xfrm rot="10800000">
            <a:off x="4414" y="7490"/>
            <a:ext cx="3026564" cy="5136010"/>
          </a:xfrm>
          <a:custGeom>
            <a:avLst/>
            <a:gdLst/>
            <a:ahLst/>
            <a:cxnLst/>
            <a:rect l="l" t="t" r="r" b="b"/>
            <a:pathLst>
              <a:path w="3668563" h="6225467" extrusionOk="0">
                <a:moveTo>
                  <a:pt x="3668563" y="0"/>
                </a:moveTo>
                <a:lnTo>
                  <a:pt x="3668563" y="6225467"/>
                </a:lnTo>
                <a:cubicBezTo>
                  <a:pt x="1642474" y="6225467"/>
                  <a:pt x="0" y="4831847"/>
                  <a:pt x="0" y="3112734"/>
                </a:cubicBezTo>
                <a:cubicBezTo>
                  <a:pt x="0" y="1393620"/>
                  <a:pt x="1642474" y="0"/>
                  <a:pt x="3668563" y="0"/>
                </a:cubicBezTo>
                <a:close/>
              </a:path>
            </a:pathLst>
          </a:custGeom>
          <a:gradFill>
            <a:gsLst>
              <a:gs pos="0">
                <a:srgbClr val="C6DB63"/>
              </a:gs>
              <a:gs pos="50000">
                <a:srgbClr val="FBFFE7"/>
              </a:gs>
              <a:gs pos="100000">
                <a:srgbClr val="B7D0DD"/>
              </a:gs>
            </a:gsLst>
            <a:lin ang="5400012" scaled="0"/>
          </a:gra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3030978" y="5143519"/>
            <a:ext cx="3026564" cy="5136010"/>
          </a:xfrm>
          <a:custGeom>
            <a:avLst/>
            <a:gdLst/>
            <a:ahLst/>
            <a:cxnLst/>
            <a:rect l="l" t="t" r="r" b="b"/>
            <a:pathLst>
              <a:path w="3668563" h="6225467" extrusionOk="0">
                <a:moveTo>
                  <a:pt x="3668563" y="0"/>
                </a:moveTo>
                <a:lnTo>
                  <a:pt x="3668563" y="6225467"/>
                </a:lnTo>
                <a:cubicBezTo>
                  <a:pt x="1642474" y="6225467"/>
                  <a:pt x="0" y="4831847"/>
                  <a:pt x="0" y="3112734"/>
                </a:cubicBezTo>
                <a:cubicBezTo>
                  <a:pt x="0" y="1393620"/>
                  <a:pt x="1642474" y="0"/>
                  <a:pt x="3668563" y="0"/>
                </a:cubicBezTo>
                <a:close/>
              </a:path>
            </a:pathLst>
          </a:custGeom>
          <a:gradFill>
            <a:gsLst>
              <a:gs pos="0">
                <a:srgbClr val="C6DB63"/>
              </a:gs>
              <a:gs pos="50000">
                <a:srgbClr val="FBFFE7"/>
              </a:gs>
              <a:gs pos="100000">
                <a:srgbClr val="B7D0DD"/>
              </a:gs>
            </a:gsLst>
            <a:lin ang="5400012" scaled="0"/>
          </a:gra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469950" y="2608296"/>
            <a:ext cx="82296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aleway"/>
              <a:buNone/>
              <a:defRPr sz="6000" i="0" u="none" strike="noStrike" cap="none"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469950" y="4029695"/>
            <a:ext cx="8972700" cy="4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3055975" y="7500"/>
            <a:ext cx="2976600" cy="5211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" name="Google Shape;35;p5"/>
          <p:cNvSpPr>
            <a:spLocks noGrp="1"/>
          </p:cNvSpPr>
          <p:nvPr>
            <p:ph type="pic" idx="3"/>
          </p:nvPr>
        </p:nvSpPr>
        <p:spPr>
          <a:xfrm>
            <a:off x="29400" y="5218800"/>
            <a:ext cx="2976600" cy="50607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 rotWithShape="1">
          <a:blip r:embed="rId2">
            <a:alphaModFix/>
          </a:blip>
          <a:srcRect b="12907"/>
          <a:stretch/>
        </p:blipFill>
        <p:spPr>
          <a:xfrm>
            <a:off x="-111125" y="-79375"/>
            <a:ext cx="18399124" cy="10477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1028700" y="1218400"/>
            <a:ext cx="162306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Raleway"/>
              <a:buNone/>
              <a:defRPr sz="1250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title" idx="2"/>
          </p:nvPr>
        </p:nvSpPr>
        <p:spPr>
          <a:xfrm>
            <a:off x="1028700" y="8990800"/>
            <a:ext cx="4706100" cy="4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dk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7"/>
          <p:cNvPicPr preferRelativeResize="0"/>
          <p:nvPr/>
        </p:nvPicPr>
        <p:blipFill rotWithShape="1">
          <a:blip r:embed="rId2">
            <a:alphaModFix/>
          </a:blip>
          <a:srcRect b="68109"/>
          <a:stretch/>
        </p:blipFill>
        <p:spPr>
          <a:xfrm>
            <a:off x="0" y="6542518"/>
            <a:ext cx="18288000" cy="379607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707225" y="596121"/>
            <a:ext cx="82296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"/>
              <a:buNone/>
              <a:defRPr sz="600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707225" y="2231850"/>
            <a:ext cx="8049900" cy="4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»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9511815" y="2231850"/>
            <a:ext cx="8049900" cy="4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»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8"/>
          <p:cNvPicPr preferRelativeResize="0"/>
          <p:nvPr/>
        </p:nvPicPr>
        <p:blipFill rotWithShape="1">
          <a:blip r:embed="rId2">
            <a:alphaModFix/>
          </a:blip>
          <a:srcRect t="78345"/>
          <a:stretch/>
        </p:blipFill>
        <p:spPr>
          <a:xfrm>
            <a:off x="0" y="0"/>
            <a:ext cx="18288000" cy="257962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5029250" y="969996"/>
            <a:ext cx="82296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aleway"/>
              <a:buNone/>
              <a:defRPr sz="6000" i="0" u="none" strike="noStrike" cap="none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8"/>
          <p:cNvSpPr>
            <a:spLocks noGrp="1"/>
          </p:cNvSpPr>
          <p:nvPr>
            <p:ph type="pic" idx="2"/>
          </p:nvPr>
        </p:nvSpPr>
        <p:spPr>
          <a:xfrm>
            <a:off x="1129950" y="3325800"/>
            <a:ext cx="4191000" cy="31617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8"/>
          <p:cNvSpPr>
            <a:spLocks noGrp="1"/>
          </p:cNvSpPr>
          <p:nvPr>
            <p:ph type="pic" idx="3"/>
          </p:nvPr>
        </p:nvSpPr>
        <p:spPr>
          <a:xfrm>
            <a:off x="7048450" y="3325800"/>
            <a:ext cx="4191000" cy="31617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8"/>
          <p:cNvSpPr>
            <a:spLocks noGrp="1"/>
          </p:cNvSpPr>
          <p:nvPr>
            <p:ph type="pic" idx="4"/>
          </p:nvPr>
        </p:nvSpPr>
        <p:spPr>
          <a:xfrm>
            <a:off x="12966950" y="3325800"/>
            <a:ext cx="4191000" cy="31617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8"/>
          <p:cNvSpPr txBox="1">
            <a:spLocks noGrp="1"/>
          </p:cNvSpPr>
          <p:nvPr>
            <p:ph type="body" idx="1"/>
          </p:nvPr>
        </p:nvSpPr>
        <p:spPr>
          <a:xfrm>
            <a:off x="719250" y="6707200"/>
            <a:ext cx="5012400" cy="2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5"/>
          </p:nvPr>
        </p:nvSpPr>
        <p:spPr>
          <a:xfrm>
            <a:off x="6637750" y="6707200"/>
            <a:ext cx="5012400" cy="2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6"/>
          </p:nvPr>
        </p:nvSpPr>
        <p:spPr>
          <a:xfrm>
            <a:off x="12556250" y="6707200"/>
            <a:ext cx="5012400" cy="2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9"/>
          <p:cNvPicPr preferRelativeResize="0"/>
          <p:nvPr/>
        </p:nvPicPr>
        <p:blipFill rotWithShape="1">
          <a:blip r:embed="rId2">
            <a:alphaModFix/>
          </a:blip>
          <a:srcRect l="25255" t="17574" b="17574"/>
          <a:stretch/>
        </p:blipFill>
        <p:spPr>
          <a:xfrm>
            <a:off x="0" y="0"/>
            <a:ext cx="9175751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1219250" y="3832725"/>
            <a:ext cx="5293500" cy="27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aleway"/>
              <a:buNone/>
              <a:defRPr sz="6000" i="0" u="none" strike="noStrike" cap="none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10982425" y="3778275"/>
            <a:ext cx="5012400" cy="2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10"/>
          <p:cNvGrpSpPr/>
          <p:nvPr/>
        </p:nvGrpSpPr>
        <p:grpSpPr>
          <a:xfrm rot="5400000">
            <a:off x="8987605" y="270730"/>
            <a:ext cx="1029933" cy="19005074"/>
            <a:chOff x="0" y="-47625"/>
            <a:chExt cx="68400" cy="1262175"/>
          </a:xfrm>
        </p:grpSpPr>
        <p:sp>
          <p:nvSpPr>
            <p:cNvPr id="60" name="Google Shape;60;p10"/>
            <p:cNvSpPr/>
            <p:nvPr/>
          </p:nvSpPr>
          <p:spPr>
            <a:xfrm>
              <a:off x="0" y="0"/>
              <a:ext cx="68318" cy="1214550"/>
            </a:xfrm>
            <a:custGeom>
              <a:avLst/>
              <a:gdLst/>
              <a:ahLst/>
              <a:cxnLst/>
              <a:rect l="l" t="t" r="r" b="b"/>
              <a:pathLst>
                <a:path w="68318" h="1214550" extrusionOk="0">
                  <a:moveTo>
                    <a:pt x="0" y="0"/>
                  </a:moveTo>
                  <a:lnTo>
                    <a:pt x="68318" y="0"/>
                  </a:lnTo>
                  <a:lnTo>
                    <a:pt x="68318" y="1214550"/>
                  </a:lnTo>
                  <a:lnTo>
                    <a:pt x="0" y="1214550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0"/>
            <p:cNvSpPr txBox="1"/>
            <p:nvPr/>
          </p:nvSpPr>
          <p:spPr>
            <a:xfrm>
              <a:off x="0" y="-47625"/>
              <a:ext cx="684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171550" y="953346"/>
            <a:ext cx="82296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aleway"/>
              <a:buNone/>
              <a:defRPr sz="6000" i="0" u="none" strike="noStrike" cap="none"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1171550" y="2910520"/>
            <a:ext cx="8972700" cy="4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dk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1"/>
          <p:cNvGrpSpPr/>
          <p:nvPr/>
        </p:nvGrpSpPr>
        <p:grpSpPr>
          <a:xfrm>
            <a:off x="0" y="-717109"/>
            <a:ext cx="1029933" cy="11004083"/>
            <a:chOff x="0" y="-47625"/>
            <a:chExt cx="68400" cy="730809"/>
          </a:xfrm>
        </p:grpSpPr>
        <p:sp>
          <p:nvSpPr>
            <p:cNvPr id="66" name="Google Shape;66;p11"/>
            <p:cNvSpPr/>
            <p:nvPr/>
          </p:nvSpPr>
          <p:spPr>
            <a:xfrm>
              <a:off x="0" y="0"/>
              <a:ext cx="68318" cy="683184"/>
            </a:xfrm>
            <a:custGeom>
              <a:avLst/>
              <a:gdLst/>
              <a:ahLst/>
              <a:cxnLst/>
              <a:rect l="l" t="t" r="r" b="b"/>
              <a:pathLst>
                <a:path w="68318" h="683184" extrusionOk="0">
                  <a:moveTo>
                    <a:pt x="0" y="0"/>
                  </a:moveTo>
                  <a:lnTo>
                    <a:pt x="68318" y="0"/>
                  </a:lnTo>
                  <a:lnTo>
                    <a:pt x="68318" y="683184"/>
                  </a:lnTo>
                  <a:lnTo>
                    <a:pt x="0" y="683184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7" name="Google Shape;67;p11"/>
            <p:cNvSpPr txBox="1"/>
            <p:nvPr/>
          </p:nvSpPr>
          <p:spPr>
            <a:xfrm>
              <a:off x="0" y="-47625"/>
              <a:ext cx="68400" cy="7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" name="Google Shape;68;p11"/>
          <p:cNvSpPr>
            <a:spLocks noGrp="1"/>
          </p:cNvSpPr>
          <p:nvPr>
            <p:ph type="pic" idx="2"/>
          </p:nvPr>
        </p:nvSpPr>
        <p:spPr>
          <a:xfrm>
            <a:off x="1029925" y="4433100"/>
            <a:ext cx="17258100" cy="58539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1743100" y="963325"/>
            <a:ext cx="5293500" cy="27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"/>
              <a:buNone/>
              <a:defRPr sz="600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12482600" y="963325"/>
            <a:ext cx="5012400" cy="27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»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10842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aleway"/>
              <a:buNone/>
              <a:defRPr sz="600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28804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»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/>
          <p:nvPr/>
        </p:nvSpPr>
        <p:spPr>
          <a:xfrm>
            <a:off x="-88524" y="-8123981"/>
            <a:ext cx="18465048" cy="12019067"/>
          </a:xfrm>
          <a:custGeom>
            <a:avLst/>
            <a:gdLst/>
            <a:ahLst/>
            <a:cxnLst/>
            <a:rect l="l" t="t" r="r" b="b"/>
            <a:pathLst>
              <a:path w="18465048" h="12019067" extrusionOk="0">
                <a:moveTo>
                  <a:pt x="0" y="0"/>
                </a:moveTo>
                <a:lnTo>
                  <a:pt x="18465048" y="0"/>
                </a:lnTo>
                <a:lnTo>
                  <a:pt x="18465048" y="12019068"/>
                </a:lnTo>
                <a:lnTo>
                  <a:pt x="0" y="12019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0</a:t>
            </a:r>
          </a:p>
        </p:txBody>
      </p:sp>
      <p:cxnSp>
        <p:nvCxnSpPr>
          <p:cNvPr id="76" name="Google Shape;76;p12"/>
          <p:cNvCxnSpPr/>
          <p:nvPr/>
        </p:nvCxnSpPr>
        <p:spPr>
          <a:xfrm>
            <a:off x="1028700" y="8794531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" name="Google Shape;77;p12"/>
          <p:cNvSpPr txBox="1"/>
          <p:nvPr/>
        </p:nvSpPr>
        <p:spPr>
          <a:xfrm>
            <a:off x="1028700" y="4634277"/>
            <a:ext cx="16230600" cy="38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2</a:t>
            </a:r>
          </a:p>
        </p:txBody>
      </p:sp>
      <p:sp>
        <p:nvSpPr>
          <p:cNvPr id="78" name="Google Shape;78;p12"/>
          <p:cNvSpPr txBox="1"/>
          <p:nvPr/>
        </p:nvSpPr>
        <p:spPr>
          <a:xfrm>
            <a:off x="1028700" y="9007793"/>
            <a:ext cx="541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 rot="-5400000">
            <a:off x="9676321" y="1746262"/>
            <a:ext cx="10438441" cy="6794476"/>
          </a:xfrm>
          <a:custGeom>
            <a:avLst/>
            <a:gdLst/>
            <a:ahLst/>
            <a:cxnLst/>
            <a:rect l="l" t="t" r="r" b="b"/>
            <a:pathLst>
              <a:path w="10438441" h="6794476" extrusionOk="0">
                <a:moveTo>
                  <a:pt x="0" y="0"/>
                </a:moveTo>
                <a:lnTo>
                  <a:pt x="10438441" y="0"/>
                </a:lnTo>
                <a:lnTo>
                  <a:pt x="10438441" y="6794477"/>
                </a:lnTo>
                <a:lnTo>
                  <a:pt x="0" y="6794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0</a:t>
            </a:r>
          </a:p>
        </p:txBody>
      </p:sp>
      <p:sp>
        <p:nvSpPr>
          <p:cNvPr id="85" name="Google Shape;85;p13"/>
          <p:cNvSpPr txBox="1"/>
          <p:nvPr/>
        </p:nvSpPr>
        <p:spPr>
          <a:xfrm>
            <a:off x="1028415" y="531121"/>
            <a:ext cx="995963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1</a:t>
            </a:r>
          </a:p>
        </p:txBody>
      </p:sp>
      <p:sp>
        <p:nvSpPr>
          <p:cNvPr id="89" name="Google Shape;89;p13"/>
          <p:cNvSpPr txBox="1"/>
          <p:nvPr/>
        </p:nvSpPr>
        <p:spPr>
          <a:xfrm>
            <a:off x="1028415" y="2221237"/>
            <a:ext cx="383513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2</a:t>
            </a:r>
          </a:p>
        </p:txBody>
      </p:sp>
      <p:sp>
        <p:nvSpPr>
          <p:cNvPr id="92" name="Google Shape;92;p13"/>
          <p:cNvSpPr txBox="1"/>
          <p:nvPr/>
        </p:nvSpPr>
        <p:spPr>
          <a:xfrm>
            <a:off x="1028415" y="4151695"/>
            <a:ext cx="228462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3</a:t>
            </a:r>
          </a:p>
        </p:txBody>
      </p:sp>
      <p:sp>
        <p:nvSpPr>
          <p:cNvPr id="95" name="Google Shape;95;p13"/>
          <p:cNvSpPr txBox="1"/>
          <p:nvPr/>
        </p:nvSpPr>
        <p:spPr>
          <a:xfrm>
            <a:off x="1028415" y="6012054"/>
            <a:ext cx="2947237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14"/>
          <p:cNvGrpSpPr/>
          <p:nvPr/>
        </p:nvGrpSpPr>
        <p:grpSpPr>
          <a:xfrm>
            <a:off x="0" y="-180826"/>
            <a:ext cx="6061945" cy="10467826"/>
            <a:chOff x="0" y="-47625"/>
            <a:chExt cx="1596562" cy="2756958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1596562" cy="2709333"/>
            </a:xfrm>
            <a:custGeom>
              <a:avLst/>
              <a:gdLst/>
              <a:ahLst/>
              <a:cxnLst/>
              <a:rect l="l" t="t" r="r" b="b"/>
              <a:pathLst>
                <a:path w="1596562" h="2709333" extrusionOk="0">
                  <a:moveTo>
                    <a:pt x="0" y="0"/>
                  </a:moveTo>
                  <a:lnTo>
                    <a:pt x="1596562" y="0"/>
                  </a:lnTo>
                  <a:lnTo>
                    <a:pt x="15965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0" y="-47625"/>
              <a:ext cx="1596562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4"/>
          <p:cNvSpPr/>
          <p:nvPr/>
        </p:nvSpPr>
        <p:spPr>
          <a:xfrm rot="10800000">
            <a:off x="11" y="19"/>
            <a:ext cx="3030967" cy="5143481"/>
          </a:xfrm>
          <a:custGeom>
            <a:avLst/>
            <a:gdLst/>
            <a:ahLst/>
            <a:cxnLst/>
            <a:rect l="l" t="t" r="r" b="b"/>
            <a:pathLst>
              <a:path w="3668563" h="6225467" extrusionOk="0">
                <a:moveTo>
                  <a:pt x="3668563" y="0"/>
                </a:moveTo>
                <a:lnTo>
                  <a:pt x="3668563" y="6225467"/>
                </a:lnTo>
                <a:cubicBezTo>
                  <a:pt x="1642474" y="6225467"/>
                  <a:pt x="0" y="4831847"/>
                  <a:pt x="0" y="3112734"/>
                </a:cubicBezTo>
                <a:cubicBezTo>
                  <a:pt x="0" y="1393620"/>
                  <a:pt x="1642474" y="0"/>
                  <a:pt x="3668563" y="0"/>
                </a:cubicBezTo>
                <a:close/>
              </a:path>
            </a:pathLst>
          </a:custGeom>
          <a:gradFill>
            <a:gsLst>
              <a:gs pos="0">
                <a:srgbClr val="C6DB63"/>
              </a:gs>
              <a:gs pos="50000">
                <a:srgbClr val="FBFFE7"/>
              </a:gs>
              <a:gs pos="100000">
                <a:srgbClr val="B7D0DD"/>
              </a:gs>
            </a:gsLst>
            <a:lin ang="5400000" scaled="0"/>
          </a:gra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index 1</a:t>
            </a:r>
          </a:p>
        </p:txBody>
      </p:sp>
      <p:sp>
        <p:nvSpPr>
          <p:cNvPr id="109" name="Google Shape;109;p14"/>
          <p:cNvSpPr/>
          <p:nvPr/>
        </p:nvSpPr>
        <p:spPr>
          <a:xfrm>
            <a:off x="3030978" y="5143519"/>
            <a:ext cx="3030967" cy="5143481"/>
          </a:xfrm>
          <a:custGeom>
            <a:avLst/>
            <a:gdLst/>
            <a:ahLst/>
            <a:cxnLst/>
            <a:rect l="l" t="t" r="r" b="b"/>
            <a:pathLst>
              <a:path w="3668563" h="6225467" extrusionOk="0">
                <a:moveTo>
                  <a:pt x="3668563" y="0"/>
                </a:moveTo>
                <a:lnTo>
                  <a:pt x="3668563" y="6225467"/>
                </a:lnTo>
                <a:cubicBezTo>
                  <a:pt x="1642474" y="6225467"/>
                  <a:pt x="0" y="4831847"/>
                  <a:pt x="0" y="3112734"/>
                </a:cubicBezTo>
                <a:cubicBezTo>
                  <a:pt x="0" y="1393620"/>
                  <a:pt x="1642474" y="0"/>
                  <a:pt x="3668563" y="0"/>
                </a:cubicBezTo>
                <a:close/>
              </a:path>
            </a:pathLst>
          </a:custGeom>
          <a:gradFill>
            <a:gsLst>
              <a:gs pos="0">
                <a:srgbClr val="C6DB63"/>
              </a:gs>
              <a:gs pos="50000">
                <a:srgbClr val="FBFFE7"/>
              </a:gs>
              <a:gs pos="100000">
                <a:srgbClr val="B7D0DD"/>
              </a:gs>
            </a:gsLst>
            <a:lin ang="5400000" scaled="0"/>
          </a:gra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index 2</a:t>
            </a:r>
          </a:p>
        </p:txBody>
      </p:sp>
      <p:sp>
        <p:nvSpPr>
          <p:cNvPr id="110" name="Google Shape;110;p14"/>
          <p:cNvSpPr txBox="1"/>
          <p:nvPr/>
        </p:nvSpPr>
        <p:spPr>
          <a:xfrm>
            <a:off x="8106628" y="859045"/>
            <a:ext cx="9152672" cy="162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3</a:t>
            </a:r>
          </a:p>
        </p:txBody>
      </p:sp>
      <p:sp>
        <p:nvSpPr>
          <p:cNvPr id="111" name="Google Shape;111;p14"/>
          <p:cNvSpPr txBox="1"/>
          <p:nvPr/>
        </p:nvSpPr>
        <p:spPr>
          <a:xfrm>
            <a:off x="8106628" y="3033819"/>
            <a:ext cx="721289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/>
          <p:nvPr/>
        </p:nvSpPr>
        <p:spPr>
          <a:xfrm>
            <a:off x="-91705" y="-140888"/>
            <a:ext cx="6787607" cy="10427888"/>
          </a:xfrm>
          <a:custGeom>
            <a:avLst/>
            <a:gdLst/>
            <a:ahLst/>
            <a:cxnLst/>
            <a:rect l="l" t="t" r="r" b="b"/>
            <a:pathLst>
              <a:path w="6787607" h="10427888" extrusionOk="0">
                <a:moveTo>
                  <a:pt x="0" y="0"/>
                </a:moveTo>
                <a:lnTo>
                  <a:pt x="6787607" y="0"/>
                </a:lnTo>
                <a:lnTo>
                  <a:pt x="6787607" y="10427888"/>
                </a:lnTo>
                <a:lnTo>
                  <a:pt x="0" y="10427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0</a:t>
            </a:r>
          </a:p>
        </p:txBody>
      </p:sp>
      <p:sp>
        <p:nvSpPr>
          <p:cNvPr id="120" name="Google Shape;120;p15"/>
          <p:cNvSpPr txBox="1"/>
          <p:nvPr/>
        </p:nvSpPr>
        <p:spPr>
          <a:xfrm>
            <a:off x="8201100" y="1128810"/>
            <a:ext cx="913771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/>
          <p:nvPr/>
        </p:nvSpPr>
        <p:spPr>
          <a:xfrm rot="5400000">
            <a:off x="2690431" y="-5257488"/>
            <a:ext cx="13296576" cy="20370799"/>
          </a:xfrm>
          <a:custGeom>
            <a:avLst/>
            <a:gdLst/>
            <a:ahLst/>
            <a:cxnLst/>
            <a:rect l="l" t="t" r="r" b="b"/>
            <a:pathLst>
              <a:path w="13296576" h="20370799" extrusionOk="0">
                <a:moveTo>
                  <a:pt x="0" y="0"/>
                </a:moveTo>
                <a:lnTo>
                  <a:pt x="13296576" y="0"/>
                </a:lnTo>
                <a:lnTo>
                  <a:pt x="13296576" y="20370799"/>
                </a:lnTo>
                <a:lnTo>
                  <a:pt x="0" y="20370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p>
            <a:r>
              <a:t>index 0</a:t>
            </a:r>
          </a:p>
        </p:txBody>
      </p:sp>
      <p:sp>
        <p:nvSpPr>
          <p:cNvPr id="127" name="Google Shape;127;p16"/>
          <p:cNvSpPr txBox="1"/>
          <p:nvPr/>
        </p:nvSpPr>
        <p:spPr>
          <a:xfrm>
            <a:off x="1028700" y="1276350"/>
            <a:ext cx="16230600" cy="1725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1</a:t>
            </a:r>
          </a:p>
        </p:txBody>
      </p:sp>
      <p:sp>
        <p:nvSpPr>
          <p:cNvPr id="128" name="Google Shape;128;p16"/>
          <p:cNvSpPr txBox="1"/>
          <p:nvPr/>
        </p:nvSpPr>
        <p:spPr>
          <a:xfrm>
            <a:off x="960861" y="3500254"/>
            <a:ext cx="15747722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2</a:t>
            </a:r>
          </a:p>
        </p:txBody>
      </p:sp>
      <p:sp>
        <p:nvSpPr>
          <p:cNvPr id="5" name="Google Shape;109;p14">
            <a:extLst>
              <a:ext uri="{FF2B5EF4-FFF2-40B4-BE49-F238E27FC236}">
                <a16:creationId xmlns:a16="http://schemas.microsoft.com/office/drawing/2014/main" id="{BC1BFCE7-6A65-49E2-B1B1-93B642C559E8}"/>
              </a:ext>
            </a:extLst>
          </p:cNvPr>
          <p:cNvSpPr/>
          <p:nvPr/>
        </p:nvSpPr>
        <p:spPr>
          <a:xfrm>
            <a:off x="17130461" y="1459429"/>
            <a:ext cx="3030967" cy="5143481"/>
          </a:xfrm>
          <a:custGeom>
            <a:avLst/>
            <a:gdLst/>
            <a:ahLst/>
            <a:cxnLst/>
            <a:rect l="l" t="t" r="r" b="b"/>
            <a:pathLst>
              <a:path w="3668563" h="6225467" extrusionOk="0">
                <a:moveTo>
                  <a:pt x="3668563" y="0"/>
                </a:moveTo>
                <a:lnTo>
                  <a:pt x="3668563" y="6225467"/>
                </a:lnTo>
                <a:cubicBezTo>
                  <a:pt x="1642474" y="6225467"/>
                  <a:pt x="0" y="4831847"/>
                  <a:pt x="0" y="3112734"/>
                </a:cubicBezTo>
                <a:cubicBezTo>
                  <a:pt x="0" y="1393620"/>
                  <a:pt x="1642474" y="0"/>
                  <a:pt x="366856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1"/>
              </a:gs>
              <a:gs pos="39000">
                <a:schemeClr val="bg1">
                  <a:lumMod val="65000"/>
                </a:schemeClr>
              </a:gs>
              <a:gs pos="60000">
                <a:schemeClr val="tx1"/>
              </a:gs>
            </a:gsLst>
            <a:lin ang="2700000" scaled="1"/>
            <a:tileRect/>
          </a:gra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index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/>
        </p:nvSpPr>
        <p:spPr>
          <a:xfrm>
            <a:off x="1028700" y="1019175"/>
            <a:ext cx="16095518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0</a:t>
            </a:r>
          </a:p>
        </p:txBody>
      </p:sp>
      <p:pic>
        <p:nvPicPr>
          <p:cNvPr id="143" name="Google Shape;143;p17"/>
          <p:cNvPicPr preferRelativeResize="0"/>
          <p:nvPr/>
        </p:nvPicPr>
        <p:blipFill rotWithShape="1">
          <a:blip r:embed="rId3">
            <a:alphaModFix/>
          </a:blip>
          <a:srcRect b="75043"/>
          <a:stretch/>
        </p:blipFill>
        <p:spPr>
          <a:xfrm>
            <a:off x="0" y="7316402"/>
            <a:ext cx="18288000" cy="29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/>
          <p:cNvPicPr preferRelativeResize="0"/>
          <p:nvPr/>
        </p:nvPicPr>
        <p:blipFill rotWithShape="1">
          <a:blip r:embed="rId3">
            <a:alphaModFix/>
          </a:blip>
          <a:srcRect t="78345"/>
          <a:stretch/>
        </p:blipFill>
        <p:spPr>
          <a:xfrm>
            <a:off x="0" y="0"/>
            <a:ext cx="18288000" cy="257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1028700" y="767471"/>
            <a:ext cx="162306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349BA8-42B6-4E47-816A-EFC553405CB6}"/>
              </a:ext>
            </a:extLst>
          </p:cNvPr>
          <p:cNvSpPr txBox="1"/>
          <p:nvPr/>
        </p:nvSpPr>
        <p:spPr>
          <a:xfrm>
            <a:off x="1773382" y="3352800"/>
            <a:ext cx="14824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index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/>
        </p:nvSpPr>
        <p:spPr>
          <a:xfrm>
            <a:off x="1167245" y="2090304"/>
            <a:ext cx="16303338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7C77281-8B03-4597-838E-F5C94935F740}"/>
              </a:ext>
            </a:extLst>
          </p:cNvPr>
          <p:cNvCxnSpPr/>
          <p:nvPr/>
        </p:nvCxnSpPr>
        <p:spPr>
          <a:xfrm>
            <a:off x="0" y="1288473"/>
            <a:ext cx="1844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6DAE351-EC1A-4952-8577-626C3FB69B2C}"/>
              </a:ext>
            </a:extLst>
          </p:cNvPr>
          <p:cNvSpPr/>
          <p:nvPr/>
        </p:nvSpPr>
        <p:spPr>
          <a:xfrm>
            <a:off x="554182" y="-193961"/>
            <a:ext cx="17401309" cy="1026621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index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/>
          <p:cNvPicPr preferRelativeResize="0"/>
          <p:nvPr/>
        </p:nvPicPr>
        <p:blipFill rotWithShape="1">
          <a:blip r:embed="rId3">
            <a:alphaModFix/>
          </a:blip>
          <a:srcRect l="25255" t="17574" b="17574"/>
          <a:stretch/>
        </p:blipFill>
        <p:spPr>
          <a:xfrm>
            <a:off x="0" y="0"/>
            <a:ext cx="9175751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1028700" y="3765545"/>
            <a:ext cx="7052700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1</a:t>
            </a:r>
          </a:p>
        </p:txBody>
      </p:sp>
      <p:sp>
        <p:nvSpPr>
          <p:cNvPr id="186" name="Google Shape;186;p20"/>
          <p:cNvSpPr txBox="1"/>
          <p:nvPr/>
        </p:nvSpPr>
        <p:spPr>
          <a:xfrm>
            <a:off x="10875373" y="543941"/>
            <a:ext cx="6343800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/>
        </p:nvSpPr>
        <p:spPr>
          <a:xfrm>
            <a:off x="3200400" y="2754066"/>
            <a:ext cx="12053455" cy="24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0</a:t>
            </a:r>
          </a:p>
        </p:txBody>
      </p:sp>
      <p:sp>
        <p:nvSpPr>
          <p:cNvPr id="202" name="Google Shape;202;p21"/>
          <p:cNvSpPr txBox="1"/>
          <p:nvPr/>
        </p:nvSpPr>
        <p:spPr>
          <a:xfrm>
            <a:off x="3841843" y="880629"/>
            <a:ext cx="1060424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index 1</a:t>
            </a:r>
          </a:p>
        </p:txBody>
      </p:sp>
      <p:grpSp>
        <p:nvGrpSpPr>
          <p:cNvPr id="207" name="Google Shape;207;p21"/>
          <p:cNvGrpSpPr/>
          <p:nvPr/>
        </p:nvGrpSpPr>
        <p:grpSpPr>
          <a:xfrm rot="5400000">
            <a:off x="8988205" y="270095"/>
            <a:ext cx="1028700" cy="19005110"/>
            <a:chOff x="0" y="-47625"/>
            <a:chExt cx="68318" cy="1262175"/>
          </a:xfrm>
        </p:grpSpPr>
        <p:sp>
          <p:nvSpPr>
            <p:cNvPr id="208" name="Google Shape;208;p21"/>
            <p:cNvSpPr/>
            <p:nvPr/>
          </p:nvSpPr>
          <p:spPr>
            <a:xfrm>
              <a:off x="0" y="0"/>
              <a:ext cx="68318" cy="1214550"/>
            </a:xfrm>
            <a:custGeom>
              <a:avLst/>
              <a:gdLst/>
              <a:ahLst/>
              <a:cxnLst/>
              <a:rect l="l" t="t" r="r" b="b"/>
              <a:pathLst>
                <a:path w="68318" h="1214550" extrusionOk="0">
                  <a:moveTo>
                    <a:pt x="0" y="0"/>
                  </a:moveTo>
                  <a:lnTo>
                    <a:pt x="68318" y="0"/>
                  </a:lnTo>
                  <a:lnTo>
                    <a:pt x="68318" y="1214550"/>
                  </a:lnTo>
                  <a:lnTo>
                    <a:pt x="0" y="1214550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09" name="Google Shape;209;p21"/>
            <p:cNvSpPr txBox="1"/>
            <p:nvPr/>
          </p:nvSpPr>
          <p:spPr>
            <a:xfrm>
              <a:off x="0" y="-47625"/>
              <a:ext cx="68318" cy="1262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56</Words>
  <Application>Microsoft Office PowerPoint</Application>
  <PresentationFormat>Custom</PresentationFormat>
  <Paragraphs>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Inter</vt:lpstr>
      <vt:lpstr>Raleway</vt:lpstr>
      <vt:lpstr>Arial</vt:lpstr>
      <vt:lpstr>Calibri</vt:lpstr>
      <vt:lpstr>Space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Azamjon Rozibayev</cp:lastModifiedBy>
  <cp:revision>9</cp:revision>
  <dcterms:modified xsi:type="dcterms:W3CDTF">2026-01-07T17:07:05Z</dcterms:modified>
</cp:coreProperties>
</file>