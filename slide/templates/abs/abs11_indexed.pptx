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7FC"/>
              </a:gs>
              <a:gs pos="100000">
                <a:srgbClr val="D8D8D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ctrTitle"/>
          </p:nvPr>
        </p:nvSpPr>
        <p:spPr>
          <a:xfrm>
            <a:off x="2236520" y="1692379"/>
            <a:ext cx="729936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2236520" y="4172054"/>
            <a:ext cx="729936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151906" y="365126"/>
            <a:ext cx="10201894" cy="5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94" name="Google Shape;94;p14"/>
          <p:cNvGrpSpPr/>
          <p:nvPr/>
        </p:nvGrpSpPr>
        <p:grpSpPr>
          <a:xfrm>
            <a:off x="3453210" y="4268074"/>
            <a:ext cx="5193966" cy="685707"/>
            <a:chOff x="1192" y="1375"/>
            <a:chExt cx="3272" cy="432"/>
          </a:xfrm>
        </p:grpSpPr>
        <p:cxnSp>
          <p:nvCxnSpPr>
            <p:cNvPr id="95" name="Google Shape;95;p14"/>
            <p:cNvCxnSpPr/>
            <p:nvPr/>
          </p:nvCxnSpPr>
          <p:spPr>
            <a:xfrm>
              <a:off x="1440" y="17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96" name="Google Shape;96;p14"/>
            <p:cNvSpPr/>
            <p:nvPr/>
          </p:nvSpPr>
          <p:spPr>
            <a:xfrm rot="3419336">
              <a:off x="1261" y="1427"/>
              <a:ext cx="302" cy="328"/>
            </a:xfrm>
            <a:prstGeom prst="rect">
              <a:avLst/>
            </a:prstGeom>
            <a:gradFill>
              <a:gsLst>
                <a:gs pos="0">
                  <a:srgbClr val="FF7C80"/>
                </a:gs>
                <a:gs pos="100000">
                  <a:srgbClr val="B357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2256" y="14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296" y="14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3453210" y="1753474"/>
            <a:ext cx="5193966" cy="685707"/>
            <a:chOff x="1192" y="1965"/>
            <a:chExt cx="3272" cy="432"/>
          </a:xfrm>
        </p:grpSpPr>
        <p:cxnSp>
          <p:nvCxnSpPr>
            <p:cNvPr id="100" name="Google Shape;100;p14"/>
            <p:cNvCxnSpPr/>
            <p:nvPr/>
          </p:nvCxnSpPr>
          <p:spPr>
            <a:xfrm>
              <a:off x="1440" y="23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1" name="Google Shape;101;p14"/>
            <p:cNvSpPr/>
            <p:nvPr/>
          </p:nvSpPr>
          <p:spPr>
            <a:xfrm rot="3419336">
              <a:off x="1261" y="2017"/>
              <a:ext cx="302" cy="328"/>
            </a:xfrm>
            <a:prstGeom prst="rect">
              <a:avLst/>
            </a:prstGeom>
            <a:gradFill>
              <a:gsLst>
                <a:gs pos="0">
                  <a:srgbClr val="99CC00"/>
                </a:gs>
                <a:gs pos="100000">
                  <a:srgbClr val="6B8F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2256" y="20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296" y="20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3453210" y="2591674"/>
            <a:ext cx="5193966" cy="685707"/>
            <a:chOff x="1192" y="2575"/>
            <a:chExt cx="3272" cy="432"/>
          </a:xfrm>
        </p:grpSpPr>
        <p:cxnSp>
          <p:nvCxnSpPr>
            <p:cNvPr id="105" name="Google Shape;105;p14"/>
            <p:cNvCxnSpPr/>
            <p:nvPr/>
          </p:nvCxnSpPr>
          <p:spPr>
            <a:xfrm>
              <a:off x="1440" y="29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6" name="Google Shape;106;p14"/>
            <p:cNvSpPr/>
            <p:nvPr/>
          </p:nvSpPr>
          <p:spPr>
            <a:xfrm rot="3419336">
              <a:off x="1261" y="2627"/>
              <a:ext cx="302" cy="328"/>
            </a:xfrm>
            <a:prstGeom prst="rect">
              <a:avLst/>
            </a:prstGeom>
            <a:gradFill>
              <a:gsLst>
                <a:gs pos="0">
                  <a:srgbClr val="006699"/>
                </a:gs>
                <a:gs pos="100000">
                  <a:srgbClr val="0047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2256" y="26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296" y="26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3453210" y="3429874"/>
            <a:ext cx="5193966" cy="685707"/>
            <a:chOff x="1192" y="3165"/>
            <a:chExt cx="3272" cy="432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1441" y="3579"/>
              <a:ext cx="3023" cy="1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1" name="Google Shape;111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FF9933"/>
                </a:gs>
                <a:gs pos="100000">
                  <a:srgbClr val="B36B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3453210" y="5128499"/>
            <a:ext cx="5193966" cy="685707"/>
            <a:chOff x="1192" y="3165"/>
            <a:chExt cx="3272" cy="432"/>
          </a:xfrm>
        </p:grpSpPr>
        <p:cxnSp>
          <p:nvCxnSpPr>
            <p:cNvPr id="115" name="Google Shape;115;p14"/>
            <p:cNvCxnSpPr/>
            <p:nvPr/>
          </p:nvCxnSpPr>
          <p:spPr>
            <a:xfrm>
              <a:off x="1440" y="35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6" name="Google Shape;116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990099"/>
                </a:gs>
                <a:gs pos="100000">
                  <a:srgbClr val="6B00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