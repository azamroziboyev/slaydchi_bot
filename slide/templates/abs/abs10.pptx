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2563585" y="1629208"/>
            <a:ext cx="7064829" cy="3761509"/>
          </a:xfrm>
          <a:prstGeom prst="rect">
            <a:avLst/>
          </a:prstGeom>
          <a:solidFill>
            <a:schemeClr val="lt1">
              <a:alpha val="82745"/>
            </a:schemeClr>
          </a:solidFill>
          <a:ln cap="flat" cmpd="dbl" w="2381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265792" y="246892"/>
            <a:ext cx="11660415" cy="6364215"/>
          </a:xfrm>
          <a:prstGeom prst="rect">
            <a:avLst/>
          </a:prstGeom>
          <a:solidFill>
            <a:schemeClr val="lt1">
              <a:alpha val="82745"/>
            </a:schemeClr>
          </a:solidFill>
          <a:ln cap="flat" cmpd="dbl" w="2381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2671948" y="1716128"/>
            <a:ext cx="6840187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Avenir"/>
              <a:buNone/>
            </a:pPr>
            <a:r>
              <a:rPr b="1" lang="en-US">
                <a:solidFill>
                  <a:srgbClr val="C00000"/>
                </a:solidFill>
                <a:latin typeface="Avenir"/>
                <a:ea typeface="Avenir"/>
                <a:cs typeface="Avenir"/>
                <a:sym typeface="Avenir"/>
              </a:rPr>
              <a:t>NAME OF PRESENTATION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2671948" y="4195803"/>
            <a:ext cx="684018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Subtitle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838200" y="365125"/>
            <a:ext cx="10515600" cy="905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3453210" y="4268074"/>
            <a:ext cx="5193966" cy="685707"/>
            <a:chOff x="1192" y="1375"/>
            <a:chExt cx="3272" cy="432"/>
          </a:xfrm>
        </p:grpSpPr>
        <p:cxnSp>
          <p:nvCxnSpPr>
            <p:cNvPr id="96" name="Google Shape;96;p14"/>
            <p:cNvCxnSpPr/>
            <p:nvPr/>
          </p:nvCxnSpPr>
          <p:spPr>
            <a:xfrm>
              <a:off x="1440" y="17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97" name="Google Shape;97;p14"/>
            <p:cNvSpPr/>
            <p:nvPr/>
          </p:nvSpPr>
          <p:spPr>
            <a:xfrm rot="3419336">
              <a:off x="1261" y="1427"/>
              <a:ext cx="302" cy="328"/>
            </a:xfrm>
            <a:prstGeom prst="rect">
              <a:avLst/>
            </a:prstGeom>
            <a:gradFill>
              <a:gsLst>
                <a:gs pos="0">
                  <a:srgbClr val="FF7C80"/>
                </a:gs>
                <a:gs pos="100000">
                  <a:srgbClr val="B357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2256" y="148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296" y="145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3453210" y="1753474"/>
            <a:ext cx="5193966" cy="685707"/>
            <a:chOff x="1192" y="1965"/>
            <a:chExt cx="3272" cy="432"/>
          </a:xfrm>
        </p:grpSpPr>
        <p:cxnSp>
          <p:nvCxnSpPr>
            <p:cNvPr id="101" name="Google Shape;101;p14"/>
            <p:cNvCxnSpPr/>
            <p:nvPr/>
          </p:nvCxnSpPr>
          <p:spPr>
            <a:xfrm>
              <a:off x="1440" y="23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2" name="Google Shape;102;p14"/>
            <p:cNvSpPr/>
            <p:nvPr/>
          </p:nvSpPr>
          <p:spPr>
            <a:xfrm rot="3419336">
              <a:off x="1261" y="2017"/>
              <a:ext cx="302" cy="328"/>
            </a:xfrm>
            <a:prstGeom prst="rect">
              <a:avLst/>
            </a:prstGeom>
            <a:gradFill>
              <a:gsLst>
                <a:gs pos="0">
                  <a:srgbClr val="99CC00"/>
                </a:gs>
                <a:gs pos="100000">
                  <a:srgbClr val="6B8F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2256" y="20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296" y="20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3453210" y="2591674"/>
            <a:ext cx="5193966" cy="685707"/>
            <a:chOff x="1192" y="2575"/>
            <a:chExt cx="3272" cy="432"/>
          </a:xfrm>
        </p:grpSpPr>
        <p:cxnSp>
          <p:nvCxnSpPr>
            <p:cNvPr id="106" name="Google Shape;106;p14"/>
            <p:cNvCxnSpPr/>
            <p:nvPr/>
          </p:nvCxnSpPr>
          <p:spPr>
            <a:xfrm>
              <a:off x="1440" y="29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7" name="Google Shape;107;p14"/>
            <p:cNvSpPr/>
            <p:nvPr/>
          </p:nvSpPr>
          <p:spPr>
            <a:xfrm rot="3419336">
              <a:off x="1261" y="2627"/>
              <a:ext cx="302" cy="328"/>
            </a:xfrm>
            <a:prstGeom prst="rect">
              <a:avLst/>
            </a:prstGeom>
            <a:gradFill>
              <a:gsLst>
                <a:gs pos="0">
                  <a:srgbClr val="006699"/>
                </a:gs>
                <a:gs pos="100000">
                  <a:srgbClr val="0047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2256" y="268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1296" y="265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3453210" y="3429874"/>
            <a:ext cx="5193966" cy="685707"/>
            <a:chOff x="1192" y="3165"/>
            <a:chExt cx="3272" cy="432"/>
          </a:xfrm>
        </p:grpSpPr>
        <p:cxnSp>
          <p:nvCxnSpPr>
            <p:cNvPr id="111" name="Google Shape;111;p14"/>
            <p:cNvCxnSpPr/>
            <p:nvPr/>
          </p:nvCxnSpPr>
          <p:spPr>
            <a:xfrm>
              <a:off x="1441" y="3579"/>
              <a:ext cx="3023" cy="1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2" name="Google Shape;112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FF9933"/>
                </a:gs>
                <a:gs pos="100000">
                  <a:srgbClr val="B36B2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3453210" y="5128499"/>
            <a:ext cx="5193966" cy="685707"/>
            <a:chOff x="1192" y="3165"/>
            <a:chExt cx="3272" cy="432"/>
          </a:xfrm>
        </p:grpSpPr>
        <p:cxnSp>
          <p:nvCxnSpPr>
            <p:cNvPr id="116" name="Google Shape;116;p14"/>
            <p:cNvCxnSpPr/>
            <p:nvPr/>
          </p:nvCxnSpPr>
          <p:spPr>
            <a:xfrm>
              <a:off x="1440" y="35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7" name="Google Shape;117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990099"/>
                </a:gs>
                <a:gs pos="100000">
                  <a:srgbClr val="6B00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