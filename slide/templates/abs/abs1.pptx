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Raleway" panose="020B0604020202020204" charset="0"/>
      <p:regular r:id="rId22"/>
      <p:bold r:id="rId23"/>
      <p:italic r:id="rId24"/>
      <p:boldItalic r:id="rId25"/>
    </p:embeddedFont>
    <p:embeddedFont>
      <p:font typeface="Space Mon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87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78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028700" y="8794531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t="64934"/>
          <a:stretch/>
        </p:blipFill>
        <p:spPr>
          <a:xfrm>
            <a:off x="-66275" y="0"/>
            <a:ext cx="18456376" cy="421567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28700" y="4802175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3"/>
          </p:nvPr>
        </p:nvSpPr>
        <p:spPr>
          <a:xfrm>
            <a:off x="11637175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5400000">
            <a:off x="9764473" y="1686719"/>
            <a:ext cx="10438441" cy="679447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09625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09625" y="2880450"/>
            <a:ext cx="8972700" cy="57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12417550" y="1170775"/>
            <a:ext cx="5132400" cy="7945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"/>
          <p:cNvGrpSpPr/>
          <p:nvPr/>
        </p:nvGrpSpPr>
        <p:grpSpPr>
          <a:xfrm>
            <a:off x="0" y="-180827"/>
            <a:ext cx="6062131" cy="10468053"/>
            <a:chOff x="0" y="-47625"/>
            <a:chExt cx="1596600" cy="2757000"/>
          </a:xfrm>
        </p:grpSpPr>
        <p:sp>
          <p:nvSpPr>
            <p:cNvPr id="28" name="Google Shape;28;p5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" name="Google Shape;29;p5"/>
            <p:cNvSpPr txBox="1"/>
            <p:nvPr/>
          </p:nvSpPr>
          <p:spPr>
            <a:xfrm>
              <a:off x="0" y="-47625"/>
              <a:ext cx="1596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5"/>
          <p:cNvSpPr/>
          <p:nvPr/>
        </p:nvSpPr>
        <p:spPr>
          <a:xfrm rot="10800000">
            <a:off x="4414" y="7490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3030978" y="5143519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469950" y="26082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469950" y="4029695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3055975" y="7500"/>
            <a:ext cx="2976600" cy="5211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5"/>
          <p:cNvSpPr>
            <a:spLocks noGrp="1"/>
          </p:cNvSpPr>
          <p:nvPr>
            <p:ph type="pic" idx="3"/>
          </p:nvPr>
        </p:nvSpPr>
        <p:spPr>
          <a:xfrm>
            <a:off x="29400" y="5218800"/>
            <a:ext cx="2976600" cy="5060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12907"/>
          <a:stretch/>
        </p:blipFill>
        <p:spPr>
          <a:xfrm>
            <a:off x="-111125" y="-79375"/>
            <a:ext cx="18399124" cy="10477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028700" y="1218400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68109"/>
          <a:stretch/>
        </p:blipFill>
        <p:spPr>
          <a:xfrm>
            <a:off x="0" y="6542518"/>
            <a:ext cx="18288000" cy="379607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07225" y="596121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70722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951181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029250" y="9699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2"/>
          </p:nvPr>
        </p:nvSpPr>
        <p:spPr>
          <a:xfrm>
            <a:off x="1129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8"/>
          <p:cNvSpPr>
            <a:spLocks noGrp="1"/>
          </p:cNvSpPr>
          <p:nvPr>
            <p:ph type="pic" idx="3"/>
          </p:nvPr>
        </p:nvSpPr>
        <p:spPr>
          <a:xfrm>
            <a:off x="70484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4"/>
          </p:nvPr>
        </p:nvSpPr>
        <p:spPr>
          <a:xfrm>
            <a:off x="12966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719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5"/>
          </p:nvPr>
        </p:nvSpPr>
        <p:spPr>
          <a:xfrm>
            <a:off x="66377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6"/>
          </p:nvPr>
        </p:nvSpPr>
        <p:spPr>
          <a:xfrm>
            <a:off x="12556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9"/>
          <p:cNvPicPr preferRelativeResize="0"/>
          <p:nvPr/>
        </p:nvPicPr>
        <p:blipFill rotWithShape="1">
          <a:blip r:embed="rId2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219250" y="38327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10982425" y="3778275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0"/>
          <p:cNvGrpSpPr/>
          <p:nvPr/>
        </p:nvGrpSpPr>
        <p:grpSpPr>
          <a:xfrm rot="5400000">
            <a:off x="8987605" y="270730"/>
            <a:ext cx="1029933" cy="19005074"/>
            <a:chOff x="0" y="-47625"/>
            <a:chExt cx="68400" cy="1262175"/>
          </a:xfrm>
        </p:grpSpPr>
        <p:sp>
          <p:nvSpPr>
            <p:cNvPr id="60" name="Google Shape;60;p10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0"/>
            <p:cNvSpPr txBox="1"/>
            <p:nvPr/>
          </p:nvSpPr>
          <p:spPr>
            <a:xfrm>
              <a:off x="0" y="-47625"/>
              <a:ext cx="68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71550" y="95334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171550" y="2910520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0" y="-717109"/>
            <a:ext cx="1029933" cy="11004083"/>
            <a:chOff x="0" y="-47625"/>
            <a:chExt cx="68400" cy="730809"/>
          </a:xfrm>
        </p:grpSpPr>
        <p:sp>
          <p:nvSpPr>
            <p:cNvPr id="66" name="Google Shape;66;p11"/>
            <p:cNvSpPr/>
            <p:nvPr/>
          </p:nvSpPr>
          <p:spPr>
            <a:xfrm>
              <a:off x="0" y="0"/>
              <a:ext cx="68318" cy="683184"/>
            </a:xfrm>
            <a:custGeom>
              <a:avLst/>
              <a:gdLst/>
              <a:ahLst/>
              <a:cxnLst/>
              <a:rect l="l" t="t" r="r" b="b"/>
              <a:pathLst>
                <a:path w="68318" h="683184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7" name="Google Shape;67;p11"/>
            <p:cNvSpPr txBox="1"/>
            <p:nvPr/>
          </p:nvSpPr>
          <p:spPr>
            <a:xfrm>
              <a:off x="0" y="-47625"/>
              <a:ext cx="68400" cy="7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1"/>
          <p:cNvSpPr>
            <a:spLocks noGrp="1"/>
          </p:cNvSpPr>
          <p:nvPr>
            <p:ph type="pic" idx="2"/>
          </p:nvPr>
        </p:nvSpPr>
        <p:spPr>
          <a:xfrm>
            <a:off x="1029925" y="4433100"/>
            <a:ext cx="17258100" cy="5853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743100" y="9633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12482600" y="963325"/>
            <a:ext cx="50124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880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-88524" y="-8123981"/>
            <a:ext cx="18465048" cy="12019067"/>
          </a:xfrm>
          <a:custGeom>
            <a:avLst/>
            <a:gdLst/>
            <a:ahLst/>
            <a:cxnLst/>
            <a:rect l="l" t="t" r="r" b="b"/>
            <a:pathLst>
              <a:path w="18465048" h="12019067" extrusionOk="0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76" name="Google Shape;76;p12"/>
          <p:cNvCxnSpPr/>
          <p:nvPr/>
        </p:nvCxnSpPr>
        <p:spPr>
          <a:xfrm>
            <a:off x="1028700" y="8794531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2"/>
          <p:cNvSpPr txBox="1"/>
          <p:nvPr/>
        </p:nvSpPr>
        <p:spPr>
          <a:xfrm>
            <a:off x="1028700" y="4634277"/>
            <a:ext cx="16230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College Final</a:t>
            </a:r>
            <a:endParaRPr sz="1000" dirty="0">
              <a:latin typeface="Raleway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Year Project</a:t>
            </a:r>
            <a:endParaRPr sz="1000" dirty="0">
              <a:latin typeface="Raleway" panose="020B0604020202020204" charset="0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1028700" y="9007793"/>
            <a:ext cx="54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Your name here</a:t>
            </a:r>
            <a:endParaRPr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-5400000">
            <a:off x="9676321" y="1746262"/>
            <a:ext cx="10438441" cy="679447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1028415" y="531121"/>
            <a:ext cx="995963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Reja</a:t>
            </a:r>
            <a:r>
              <a:rPr lang="en-US" sz="60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028415" y="2221237"/>
            <a:ext cx="949734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Reja1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028415" y="4151695"/>
            <a:ext cx="949734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Reja2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1028415" y="6012054"/>
            <a:ext cx="949734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Reja3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4"/>
          <p:cNvGrpSpPr/>
          <p:nvPr/>
        </p:nvGrpSpPr>
        <p:grpSpPr>
          <a:xfrm>
            <a:off x="0" y="-180826"/>
            <a:ext cx="6061945" cy="10467826"/>
            <a:chOff x="0" y="-47625"/>
            <a:chExt cx="1596562" cy="2756958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-47625"/>
              <a:ext cx="1596562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 rot="10800000">
            <a:off x="11" y="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3030978" y="51435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93280" y="635525"/>
            <a:ext cx="104851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Raleway"/>
                <a:sym typeface="Raleway"/>
              </a:rPr>
              <a:t>Reja1</a:t>
            </a:r>
            <a:endParaRPr sz="9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7193280" y="3054139"/>
            <a:ext cx="104851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-91705" y="-140888"/>
            <a:ext cx="6787607" cy="10427888"/>
          </a:xfrm>
          <a:custGeom>
            <a:avLst/>
            <a:gdLst/>
            <a:ahLst/>
            <a:cxnLst/>
            <a:rect l="l" t="t" r="r" b="b"/>
            <a:pathLst>
              <a:path w="6787607" h="10427888" extrusionOk="0">
                <a:moveTo>
                  <a:pt x="0" y="0"/>
                </a:moveTo>
                <a:lnTo>
                  <a:pt x="6787607" y="0"/>
                </a:lnTo>
                <a:lnTo>
                  <a:pt x="6787607" y="10427888"/>
                </a:lnTo>
                <a:lnTo>
                  <a:pt x="0" y="104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15"/>
          <p:cNvSpPr txBox="1"/>
          <p:nvPr/>
        </p:nvSpPr>
        <p:spPr>
          <a:xfrm>
            <a:off x="8201100" y="1128810"/>
            <a:ext cx="913771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 rot="5400000">
            <a:off x="2690431" y="-5257488"/>
            <a:ext cx="13296576" cy="203707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16"/>
          <p:cNvSpPr txBox="1"/>
          <p:nvPr/>
        </p:nvSpPr>
        <p:spPr>
          <a:xfrm>
            <a:off x="1028700" y="422910"/>
            <a:ext cx="162306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Reja2</a:t>
            </a:r>
            <a:endParaRPr sz="600"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960861" y="3500254"/>
            <a:ext cx="1574772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Identify the core issue your project or study addresses. Describe the challenge your project focuses on, highlight its scope and impact, and briefly discuss why it matters.</a:t>
            </a:r>
            <a:endParaRPr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BC1BFCE7-6A65-49E2-B1B1-93B642C559E8}"/>
              </a:ext>
            </a:extLst>
          </p:cNvPr>
          <p:cNvSpPr/>
          <p:nvPr/>
        </p:nvSpPr>
        <p:spPr>
          <a:xfrm>
            <a:off x="17130461" y="145942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39000">
                <a:schemeClr val="bg1">
                  <a:lumMod val="65000"/>
                </a:schemeClr>
              </a:gs>
              <a:gs pos="60000">
                <a:schemeClr val="tx1"/>
              </a:gs>
            </a:gsLst>
            <a:lin ang="2700000" scaled="1"/>
            <a:tileRect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1028700" y="1019175"/>
            <a:ext cx="1609551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sz="800" dirty="0"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75043"/>
          <a:stretch/>
        </p:blipFill>
        <p:spPr>
          <a:xfrm>
            <a:off x="0" y="7316402"/>
            <a:ext cx="18288000" cy="29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28700" y="403416"/>
            <a:ext cx="16230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Reja3</a:t>
            </a:r>
            <a:endParaRPr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49BA8-42B6-4E47-816A-EFC553405CB6}"/>
              </a:ext>
            </a:extLst>
          </p:cNvPr>
          <p:cNvSpPr txBox="1"/>
          <p:nvPr/>
        </p:nvSpPr>
        <p:spPr>
          <a:xfrm>
            <a:off x="1028701" y="3352800"/>
            <a:ext cx="16313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1167245" y="2090304"/>
            <a:ext cx="1630333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matn</a:t>
            </a:r>
            <a:endParaRPr sz="7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C77281-8B03-4597-838E-F5C94935F740}"/>
              </a:ext>
            </a:extLst>
          </p:cNvPr>
          <p:cNvCxnSpPr/>
          <p:nvPr/>
        </p:nvCxnSpPr>
        <p:spPr>
          <a:xfrm>
            <a:off x="0" y="1288473"/>
            <a:ext cx="1844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6DAE351-EC1A-4952-8577-626C3FB69B2C}"/>
              </a:ext>
            </a:extLst>
          </p:cNvPr>
          <p:cNvSpPr/>
          <p:nvPr/>
        </p:nvSpPr>
        <p:spPr>
          <a:xfrm>
            <a:off x="554182" y="-193961"/>
            <a:ext cx="17401309" cy="102662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028700" y="3765545"/>
            <a:ext cx="70527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i="0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Xulosa</a:t>
            </a:r>
            <a:endParaRPr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9936480" y="543941"/>
            <a:ext cx="766064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3200400" y="2754066"/>
            <a:ext cx="12053455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</a:rPr>
              <a:t>matn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841843" y="880629"/>
            <a:ext cx="106042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Foydalanilgan</a:t>
            </a:r>
            <a:r>
              <a:rPr lang="en-US" sz="65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adabiyotlar</a:t>
            </a:r>
            <a:endParaRPr dirty="0"/>
          </a:p>
        </p:txBody>
      </p:sp>
      <p:grpSp>
        <p:nvGrpSpPr>
          <p:cNvPr id="207" name="Google Shape;207;p21"/>
          <p:cNvGrpSpPr/>
          <p:nvPr/>
        </p:nvGrpSpPr>
        <p:grpSpPr>
          <a:xfrm rot="5400000">
            <a:off x="8988205" y="270095"/>
            <a:ext cx="1028700" cy="19005110"/>
            <a:chOff x="0" y="-47625"/>
            <a:chExt cx="68318" cy="1262175"/>
          </a:xfrm>
        </p:grpSpPr>
        <p:sp>
          <p:nvSpPr>
            <p:cNvPr id="208" name="Google Shape;208;p21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9" name="Google Shape;209;p21"/>
            <p:cNvSpPr txBox="1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3841880" y="6793749"/>
            <a:ext cx="106042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Foydalanilgan</a:t>
            </a:r>
            <a:r>
              <a:rPr lang="en-US" sz="65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adabiyotlar</a:t>
            </a:r>
            <a:endParaRPr dirty="0"/>
          </a:p>
        </p:txBody>
      </p:sp>
      <p:grpSp>
        <p:nvGrpSpPr>
          <p:cNvPr id="207" name="Google Shape;207;p21"/>
          <p:cNvGrpSpPr/>
          <p:nvPr/>
        </p:nvGrpSpPr>
        <p:grpSpPr>
          <a:xfrm rot="5400000">
            <a:off x="8988205" y="270095"/>
            <a:ext cx="1028700" cy="19005110"/>
            <a:chOff x="0" y="-47625"/>
            <a:chExt cx="68318" cy="1262175"/>
          </a:xfrm>
        </p:grpSpPr>
        <p:sp>
          <p:nvSpPr>
            <p:cNvPr id="208" name="Google Shape;208;p21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9" name="Google Shape;209;p21"/>
            <p:cNvSpPr txBox="1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518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58</Words>
  <Application>Microsoft Office PowerPoint</Application>
  <PresentationFormat>Custom</PresentationFormat>
  <Paragraphs>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Raleway</vt:lpstr>
      <vt:lpstr>Space Mono</vt:lpstr>
      <vt:lpstr>Arial</vt:lpstr>
      <vt:lpstr>Times New Roman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16</cp:revision>
  <dcterms:modified xsi:type="dcterms:W3CDTF">2026-01-09T17:54:48Z</dcterms:modified>
</cp:coreProperties>
</file>