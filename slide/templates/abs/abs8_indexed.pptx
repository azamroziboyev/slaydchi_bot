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93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83355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7200"/>
              <a:buFont typeface="Calibri"/>
              <a:buNone/>
              <a:defRPr sz="7200" b="1">
                <a:solidFill>
                  <a:srgbClr val="2358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85521"/>
            <a:ext cx="9144000" cy="117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9B8B"/>
              </a:buClr>
              <a:buSzPts val="2400"/>
              <a:buNone/>
              <a:defRPr sz="2400" b="1">
                <a:solidFill>
                  <a:srgbClr val="FD9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" y="10043"/>
            <a:ext cx="12191999" cy="68479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587F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2358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2590800" y="188435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t>index 0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2590800" y="4336321"/>
            <a:ext cx="9144000" cy="117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index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t>index 0</a:t>
            </a:r>
          </a:p>
        </p:txBody>
      </p:sp>
      <p:grpSp>
        <p:nvGrpSpPr>
          <p:cNvPr id="93" name="Google Shape;93;p14"/>
          <p:cNvGrpSpPr/>
          <p:nvPr/>
        </p:nvGrpSpPr>
        <p:grpSpPr>
          <a:xfrm>
            <a:off x="1381503" y="1759082"/>
            <a:ext cx="1049867" cy="1049867"/>
            <a:chOff x="1016000" y="1689100"/>
            <a:chExt cx="787400" cy="787400"/>
          </a:xfrm>
        </p:grpSpPr>
        <p:grpSp>
          <p:nvGrpSpPr>
            <p:cNvPr id="94" name="Google Shape;94;p14"/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95" name="Google Shape;95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7" name="Google Shape;97;p14"/>
            <p:cNvSpPr/>
            <p:nvPr/>
          </p:nvSpPr>
          <p:spPr>
            <a:xfrm>
              <a:off x="1267654" y="1960311"/>
              <a:ext cx="284092" cy="244978"/>
            </a:xfrm>
            <a:custGeom>
              <a:avLst/>
              <a:gdLst/>
              <a:ahLst/>
              <a:cxnLst/>
              <a:rect l="l" t="t" r="r" b="b"/>
              <a:pathLst>
                <a:path w="64" h="55" extrusionOk="0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1107021" y="2847220"/>
            <a:ext cx="1547259" cy="1949967"/>
            <a:chOff x="3171825" y="2459015"/>
            <a:chExt cx="1219200" cy="1536522"/>
          </a:xfrm>
        </p:grpSpPr>
        <p:sp>
          <p:nvSpPr>
            <p:cNvPr id="99" name="Google Shape;99;p14"/>
            <p:cNvSpPr/>
            <p:nvPr/>
          </p:nvSpPr>
          <p:spPr>
            <a:xfrm>
              <a:off x="3171825" y="2459015"/>
              <a:ext cx="1219200" cy="1536522"/>
            </a:xfrm>
            <a:custGeom>
              <a:avLst/>
              <a:gdLst/>
              <a:ahLst/>
              <a:cxnLst/>
              <a:rect l="l" t="t" r="r" b="b"/>
              <a:pathLst>
                <a:path w="3360" h="2115" extrusionOk="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3705225" y="3738983"/>
              <a:ext cx="193039" cy="153943"/>
            </a:xfrm>
            <a:custGeom>
              <a:avLst/>
              <a:gdLst/>
              <a:ahLst/>
              <a:cxnLst/>
              <a:rect l="l" t="t" r="r" b="b"/>
              <a:pathLst>
                <a:path w="73" h="58" extrusionOk="0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3463392" y="1822753"/>
            <a:ext cx="1049867" cy="1049867"/>
            <a:chOff x="2597150" y="1689100"/>
            <a:chExt cx="787400" cy="787400"/>
          </a:xfrm>
        </p:grpSpPr>
        <p:grpSp>
          <p:nvGrpSpPr>
            <p:cNvPr id="102" name="Google Shape;102;p14"/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03" name="Google Shape;103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" name="Google Shape;105;p14"/>
            <p:cNvSpPr/>
            <p:nvPr/>
          </p:nvSpPr>
          <p:spPr>
            <a:xfrm>
              <a:off x="2847775" y="1970605"/>
              <a:ext cx="286150" cy="224390"/>
            </a:xfrm>
            <a:custGeom>
              <a:avLst/>
              <a:gdLst/>
              <a:ahLst/>
              <a:cxnLst/>
              <a:rect l="l" t="t" r="r" b="b"/>
              <a:pathLst>
                <a:path w="64" h="50" extrusionOk="0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3214696" y="2847220"/>
            <a:ext cx="1547259" cy="1949967"/>
            <a:chOff x="1388111" y="2459015"/>
            <a:chExt cx="1219200" cy="1536522"/>
          </a:xfrm>
        </p:grpSpPr>
        <p:sp>
          <p:nvSpPr>
            <p:cNvPr id="107" name="Google Shape;107;p14"/>
            <p:cNvSpPr/>
            <p:nvPr/>
          </p:nvSpPr>
          <p:spPr>
            <a:xfrm>
              <a:off x="1388111" y="2459015"/>
              <a:ext cx="1219200" cy="1536522"/>
            </a:xfrm>
            <a:custGeom>
              <a:avLst/>
              <a:gdLst/>
              <a:ahLst/>
              <a:cxnLst/>
              <a:rect l="l" t="t" r="r" b="b"/>
              <a:pathLst>
                <a:path w="3360" h="2115" extrusionOk="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1881030" y="3714750"/>
              <a:ext cx="233363" cy="180975"/>
            </a:xfrm>
            <a:custGeom>
              <a:avLst/>
              <a:gdLst/>
              <a:ahLst/>
              <a:cxnLst/>
              <a:rect l="l" t="t" r="r" b="b"/>
              <a:pathLst>
                <a:path w="68" h="53" extrusionOk="0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5571067" y="1822753"/>
            <a:ext cx="1049867" cy="1049867"/>
            <a:chOff x="4178300" y="1689100"/>
            <a:chExt cx="787400" cy="787400"/>
          </a:xfrm>
        </p:grpSpPr>
        <p:grpSp>
          <p:nvGrpSpPr>
            <p:cNvPr id="110" name="Google Shape;110;p14"/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4"/>
            <p:cNvSpPr/>
            <p:nvPr/>
          </p:nvSpPr>
          <p:spPr>
            <a:xfrm>
              <a:off x="4429954" y="1979868"/>
              <a:ext cx="284092" cy="205864"/>
            </a:xfrm>
            <a:custGeom>
              <a:avLst/>
              <a:gdLst/>
              <a:ahLst/>
              <a:cxnLst/>
              <a:rect l="l" t="t" r="r" b="b"/>
              <a:pathLst>
                <a:path w="64" h="46" extrusionOk="0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5322371" y="2847220"/>
            <a:ext cx="1547259" cy="1949967"/>
            <a:chOff x="1388111" y="2459015"/>
            <a:chExt cx="1219200" cy="1536522"/>
          </a:xfrm>
        </p:grpSpPr>
        <p:sp>
          <p:nvSpPr>
            <p:cNvPr id="115" name="Google Shape;115;p14"/>
            <p:cNvSpPr/>
            <p:nvPr/>
          </p:nvSpPr>
          <p:spPr>
            <a:xfrm>
              <a:off x="1388111" y="2459015"/>
              <a:ext cx="1219200" cy="1536522"/>
            </a:xfrm>
            <a:custGeom>
              <a:avLst/>
              <a:gdLst/>
              <a:ahLst/>
              <a:cxnLst/>
              <a:rect l="l" t="t" r="r" b="b"/>
              <a:pathLst>
                <a:path w="3360" h="2115" extrusionOk="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881030" y="3714750"/>
              <a:ext cx="233363" cy="180975"/>
            </a:xfrm>
            <a:custGeom>
              <a:avLst/>
              <a:gdLst/>
              <a:ahLst/>
              <a:cxnLst/>
              <a:rect l="l" t="t" r="r" b="b"/>
              <a:pathLst>
                <a:path w="68" h="53" extrusionOk="0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7678741" y="1822753"/>
            <a:ext cx="1049867" cy="1049867"/>
            <a:chOff x="5759450" y="1689100"/>
            <a:chExt cx="787400" cy="787400"/>
          </a:xfrm>
        </p:grpSpPr>
        <p:grpSp>
          <p:nvGrpSpPr>
            <p:cNvPr id="118" name="Google Shape;118;p14"/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119" name="Google Shape;119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" name="Google Shape;121;p14"/>
            <p:cNvSpPr/>
            <p:nvPr/>
          </p:nvSpPr>
          <p:spPr>
            <a:xfrm>
              <a:off x="6030661" y="1960311"/>
              <a:ext cx="244978" cy="244978"/>
            </a:xfrm>
            <a:custGeom>
              <a:avLst/>
              <a:gdLst/>
              <a:ahLst/>
              <a:cxnLst/>
              <a:rect l="l" t="t" r="r" b="b"/>
              <a:pathLst>
                <a:path w="55" h="55" extrusionOk="0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4"/>
          <p:cNvGrpSpPr/>
          <p:nvPr/>
        </p:nvGrpSpPr>
        <p:grpSpPr>
          <a:xfrm flipH="1">
            <a:off x="7430045" y="2847220"/>
            <a:ext cx="1547259" cy="1949967"/>
            <a:chOff x="3171825" y="2459015"/>
            <a:chExt cx="1219200" cy="1536522"/>
          </a:xfrm>
        </p:grpSpPr>
        <p:sp>
          <p:nvSpPr>
            <p:cNvPr id="123" name="Google Shape;123;p14"/>
            <p:cNvSpPr/>
            <p:nvPr/>
          </p:nvSpPr>
          <p:spPr>
            <a:xfrm>
              <a:off x="3171825" y="2459015"/>
              <a:ext cx="1219200" cy="1536522"/>
            </a:xfrm>
            <a:custGeom>
              <a:avLst/>
              <a:gdLst/>
              <a:ahLst/>
              <a:cxnLst/>
              <a:rect l="l" t="t" r="r" b="b"/>
              <a:pathLst>
                <a:path w="3360" h="2115" extrusionOk="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3705225" y="3738983"/>
              <a:ext cx="193039" cy="153943"/>
            </a:xfrm>
            <a:custGeom>
              <a:avLst/>
              <a:gdLst/>
              <a:ahLst/>
              <a:cxnLst/>
              <a:rect l="l" t="t" r="r" b="b"/>
              <a:pathLst>
                <a:path w="73" h="58" extrusionOk="0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4"/>
          <p:cNvGrpSpPr/>
          <p:nvPr/>
        </p:nvGrpSpPr>
        <p:grpSpPr>
          <a:xfrm>
            <a:off x="9786416" y="1822753"/>
            <a:ext cx="1049867" cy="1049867"/>
            <a:chOff x="7340600" y="1689100"/>
            <a:chExt cx="787400" cy="787400"/>
          </a:xfrm>
        </p:grpSpPr>
        <p:grpSp>
          <p:nvGrpSpPr>
            <p:cNvPr id="126" name="Google Shape;126;p14"/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127" name="Google Shape;127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" name="Google Shape;129;p14"/>
            <p:cNvSpPr/>
            <p:nvPr/>
          </p:nvSpPr>
          <p:spPr>
            <a:xfrm>
              <a:off x="7606665" y="1979869"/>
              <a:ext cx="255270" cy="205862"/>
            </a:xfrm>
            <a:custGeom>
              <a:avLst/>
              <a:gdLst/>
              <a:ahLst/>
              <a:cxnLst/>
              <a:rect l="l" t="t" r="r" b="b"/>
              <a:pathLst>
                <a:path w="57" h="46" extrusionOk="0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4"/>
          <p:cNvGrpSpPr/>
          <p:nvPr/>
        </p:nvGrpSpPr>
        <p:grpSpPr>
          <a:xfrm flipH="1">
            <a:off x="9537720" y="2847220"/>
            <a:ext cx="1547259" cy="1949967"/>
            <a:chOff x="3171825" y="2459015"/>
            <a:chExt cx="1219200" cy="1536522"/>
          </a:xfrm>
        </p:grpSpPr>
        <p:sp>
          <p:nvSpPr>
            <p:cNvPr id="131" name="Google Shape;131;p14"/>
            <p:cNvSpPr/>
            <p:nvPr/>
          </p:nvSpPr>
          <p:spPr>
            <a:xfrm>
              <a:off x="3171825" y="2459015"/>
              <a:ext cx="1219200" cy="1536522"/>
            </a:xfrm>
            <a:custGeom>
              <a:avLst/>
              <a:gdLst/>
              <a:ahLst/>
              <a:cxnLst/>
              <a:rect l="l" t="t" r="r" b="b"/>
              <a:pathLst>
                <a:path w="3360" h="2115" extrusionOk="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3705225" y="3738983"/>
              <a:ext cx="193039" cy="153943"/>
            </a:xfrm>
            <a:custGeom>
              <a:avLst/>
              <a:gdLst/>
              <a:ahLst/>
              <a:cxnLst/>
              <a:rect l="l" t="t" r="r" b="b"/>
              <a:pathLst>
                <a:path w="73" h="58" extrusionOk="0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4"/>
          <p:cNvGrpSpPr/>
          <p:nvPr/>
        </p:nvGrpSpPr>
        <p:grpSpPr>
          <a:xfrm>
            <a:off x="1064335" y="4797187"/>
            <a:ext cx="1632628" cy="1053938"/>
            <a:chOff x="1064335" y="4682887"/>
            <a:chExt cx="1632628" cy="1053938"/>
          </a:xfrm>
        </p:grpSpPr>
        <p:sp>
          <p:nvSpPr>
            <p:cNvPr id="134" name="Google Shape;134;p14"/>
            <p:cNvSpPr txBox="1"/>
            <p:nvPr/>
          </p:nvSpPr>
          <p:spPr>
            <a:xfrm>
              <a:off x="106433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4472C3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sz="1800" b="1" i="0" u="none" strike="noStrike" cap="none">
                <a:solidFill>
                  <a:srgbClr val="4472C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4"/>
            <p:cNvSpPr txBox="1"/>
            <p:nvPr/>
          </p:nvSpPr>
          <p:spPr>
            <a:xfrm>
              <a:off x="106433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4"/>
          <p:cNvGrpSpPr/>
          <p:nvPr/>
        </p:nvGrpSpPr>
        <p:grpSpPr>
          <a:xfrm>
            <a:off x="3172010" y="4797187"/>
            <a:ext cx="1632628" cy="1053938"/>
            <a:chOff x="3172010" y="4682887"/>
            <a:chExt cx="1632628" cy="1053938"/>
          </a:xfrm>
        </p:grpSpPr>
        <p:sp>
          <p:nvSpPr>
            <p:cNvPr id="137" name="Google Shape;137;p14"/>
            <p:cNvSpPr txBox="1"/>
            <p:nvPr/>
          </p:nvSpPr>
          <p:spPr>
            <a:xfrm>
              <a:off x="3172010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sz="1800" b="1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3172010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4"/>
          <p:cNvGrpSpPr/>
          <p:nvPr/>
        </p:nvGrpSpPr>
        <p:grpSpPr>
          <a:xfrm>
            <a:off x="5279685" y="4797187"/>
            <a:ext cx="1632628" cy="1053938"/>
            <a:chOff x="5279685" y="4682887"/>
            <a:chExt cx="1632628" cy="1053938"/>
          </a:xfrm>
        </p:grpSpPr>
        <p:sp>
          <p:nvSpPr>
            <p:cNvPr id="140" name="Google Shape;140;p14"/>
            <p:cNvSpPr txBox="1"/>
            <p:nvPr/>
          </p:nvSpPr>
          <p:spPr>
            <a:xfrm>
              <a:off x="527968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sz="1800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4"/>
            <p:cNvSpPr txBox="1"/>
            <p:nvPr/>
          </p:nvSpPr>
          <p:spPr>
            <a:xfrm>
              <a:off x="527968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7374765" y="4797187"/>
            <a:ext cx="1632628" cy="1053938"/>
            <a:chOff x="7374765" y="4682887"/>
            <a:chExt cx="1632628" cy="1053938"/>
          </a:xfrm>
        </p:grpSpPr>
        <p:sp>
          <p:nvSpPr>
            <p:cNvPr id="143" name="Google Shape;143;p14"/>
            <p:cNvSpPr txBox="1"/>
            <p:nvPr/>
          </p:nvSpPr>
          <p:spPr>
            <a:xfrm>
              <a:off x="737476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sz="18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737476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4"/>
          <p:cNvGrpSpPr/>
          <p:nvPr/>
        </p:nvGrpSpPr>
        <p:grpSpPr>
          <a:xfrm>
            <a:off x="9495034" y="4797187"/>
            <a:ext cx="1632628" cy="1053938"/>
            <a:chOff x="9495034" y="4682887"/>
            <a:chExt cx="1632628" cy="1053938"/>
          </a:xfrm>
        </p:grpSpPr>
        <p:sp>
          <p:nvSpPr>
            <p:cNvPr id="146" name="Google Shape;146;p14"/>
            <p:cNvSpPr txBox="1"/>
            <p:nvPr/>
          </p:nvSpPr>
          <p:spPr>
            <a:xfrm>
              <a:off x="9495034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rm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5A9BD5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sz="1800" b="1" i="0" u="none" strike="noStrike" cap="none">
                <a:solidFill>
                  <a:srgbClr val="5A9BD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9495034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1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br>
                <a:rPr lang="en-US" sz="1100" b="0" i="0" u="none" strike="noStrike" cap="non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t>index 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t>index 0</a:t>
            </a:r>
          </a:p>
        </p:txBody>
      </p:sp>
      <p:grpSp>
        <p:nvGrpSpPr>
          <p:cNvPr id="207" name="Google Shape;207;p16"/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id="208" name="Google Shape;208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SpPr/>
            <p:nvPr/>
          </p:nvSpPr>
          <p:spPr>
            <a:xfrm>
              <a:off x="5793154" y="2315778"/>
              <a:ext cx="973591" cy="486745"/>
            </a:xfrm>
            <a:custGeom>
              <a:avLst/>
              <a:gdLst/>
              <a:ahLst/>
              <a:cxnLst/>
              <a:rect l="l" t="t" r="r" b="b"/>
              <a:pathLst>
                <a:path w="973591" h="486745" extrusionOk="0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9675" tIns="19675" rIns="19675" bIns="19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209" name="Google Shape;209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SpPr/>
            <p:nvPr/>
          </p:nvSpPr>
          <p:spPr>
            <a:xfrm>
              <a:off x="5306522" y="3320269"/>
              <a:ext cx="973591" cy="486745"/>
            </a:xfrm>
            <a:custGeom>
              <a:avLst/>
              <a:gdLst/>
              <a:ahLst/>
              <a:cxnLst/>
              <a:rect l="l" t="t" r="r" b="b"/>
              <a:pathLst>
                <a:path w="973591" h="486745" extrusionOk="0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9675" tIns="19675" rIns="19675" bIns="19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210" name="Google Shape;210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SpPr/>
            <p:nvPr/>
          </p:nvSpPr>
          <p:spPr>
            <a:xfrm>
              <a:off x="5793154" y="4299283"/>
              <a:ext cx="973591" cy="486745"/>
            </a:xfrm>
            <a:custGeom>
              <a:avLst/>
              <a:gdLst/>
              <a:ahLst/>
              <a:cxnLst/>
              <a:rect l="l" t="t" r="r" b="b"/>
              <a:pathLst>
                <a:path w="973591" h="486745" extrusionOk="0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9675" tIns="19675" rIns="19675" bIns="19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1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SpPr/>
            <p:nvPr/>
          </p:nvSpPr>
          <p:spPr>
            <a:xfrm>
              <a:off x="5306522" y="5329250"/>
              <a:ext cx="973591" cy="486745"/>
            </a:xfrm>
            <a:custGeom>
              <a:avLst/>
              <a:gdLst/>
              <a:ahLst/>
              <a:cxnLst/>
              <a:rect l="l" t="t" r="r" b="b"/>
              <a:pathLst>
                <a:path w="973591" h="486745" extrusionOk="0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19675" tIns="19675" rIns="19675" bIns="19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grpSp>
          <p:nvGrpSpPr>
            <p:cNvPr id="212" name="Google Shape;212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213" name="Google Shape;213;p16"/>
              <p:cNvSpPr/>
              <p:nvPr/>
            </p:nvSpPr>
            <p:spPr>
              <a:xfrm>
                <a:off x="5466028" y="3573608"/>
                <a:ext cx="1744609" cy="17447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23520" y="23523"/>
                    </a:moveTo>
                    <a:lnTo>
                      <a:pt x="23520" y="23523"/>
                    </a:lnTo>
                    <a:cubicBezTo>
                      <a:pt x="39049" y="7991"/>
                      <a:pt x="62710" y="3996"/>
                      <a:pt x="82479" y="13566"/>
                    </a:cubicBezTo>
                    <a:cubicBezTo>
                      <a:pt x="102248" y="23137"/>
                      <a:pt x="113790" y="44176"/>
                      <a:pt x="111239" y="65991"/>
                    </a:cubicBezTo>
                    <a:cubicBezTo>
                      <a:pt x="108688" y="87807"/>
                      <a:pt x="92605" y="105615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87199" y="91427"/>
                      <a:pt x="97618" y="77668"/>
                      <a:pt x="98369" y="61817"/>
                    </a:cubicBezTo>
                    <a:cubicBezTo>
                      <a:pt x="99120" y="45966"/>
                      <a:pt x="90046" y="31284"/>
                      <a:pt x="75534" y="24867"/>
                    </a:cubicBezTo>
                    <a:cubicBezTo>
                      <a:pt x="61021" y="18450"/>
                      <a:pt x="44056" y="21617"/>
                      <a:pt x="32836" y="3283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6"/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lang="en-US" sz="200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sz="200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name="adj1" fmla="val 0"/>
                  <a:gd name="adj2" fmla="val 18900000"/>
                  <a:gd name="adj3" fmla="val 1274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lang="en-US" sz="200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200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8" name="Google Shape;218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219" name="Google Shape;219;p16"/>
              <p:cNvSpPr/>
              <p:nvPr/>
            </p:nvSpPr>
            <p:spPr>
              <a:xfrm>
                <a:off x="4981360" y="2567267"/>
                <a:ext cx="1744609" cy="17447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6480" y="23523"/>
                    </a:moveTo>
                    <a:lnTo>
                      <a:pt x="87164" y="32839"/>
                    </a:lnTo>
                    <a:cubicBezTo>
                      <a:pt x="75944" y="21617"/>
                      <a:pt x="58979" y="18450"/>
                      <a:pt x="44466" y="24867"/>
                    </a:cubicBezTo>
                    <a:cubicBezTo>
                      <a:pt x="29954" y="31284"/>
                      <a:pt x="20880" y="45966"/>
                      <a:pt x="21631" y="61817"/>
                    </a:cubicBezTo>
                    <a:cubicBezTo>
                      <a:pt x="22382" y="77668"/>
                      <a:pt x="32801" y="91427"/>
                      <a:pt x="47856" y="96444"/>
                    </a:cubicBezTo>
                    <a:lnTo>
                      <a:pt x="47295" y="88507"/>
                    </a:lnTo>
                    <a:lnTo>
                      <a:pt x="63170" y="104890"/>
                    </a:lnTo>
                    <a:lnTo>
                      <a:pt x="49408" y="118429"/>
                    </a:lnTo>
                    <a:lnTo>
                      <a:pt x="48839" y="110367"/>
                    </a:lnTo>
                    <a:cubicBezTo>
                      <a:pt x="27395" y="105615"/>
                      <a:pt x="11312" y="87807"/>
                      <a:pt x="8761" y="65991"/>
                    </a:cubicBezTo>
                    <a:cubicBezTo>
                      <a:pt x="6210" y="44176"/>
                      <a:pt x="17752" y="23137"/>
                      <a:pt x="37521" y="13566"/>
                    </a:cubicBezTo>
                    <a:cubicBezTo>
                      <a:pt x="57290" y="3996"/>
                      <a:pt x="80951" y="7991"/>
                      <a:pt x="96480" y="2352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lang="en-US" sz="200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sz="200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/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222" name="Google Shape;222;p16"/>
              <p:cNvSpPr/>
              <p:nvPr/>
            </p:nvSpPr>
            <p:spPr>
              <a:xfrm>
                <a:off x="5466028" y="1564628"/>
                <a:ext cx="1744609" cy="17447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8412" y="60000"/>
                    </a:moveTo>
                    <a:lnTo>
                      <a:pt x="8412" y="60000"/>
                    </a:lnTo>
                    <a:cubicBezTo>
                      <a:pt x="8412" y="32962"/>
                      <a:pt x="29287" y="10511"/>
                      <a:pt x="56253" y="8547"/>
                    </a:cubicBezTo>
                    <a:cubicBezTo>
                      <a:pt x="83219" y="6584"/>
                      <a:pt x="107127" y="25773"/>
                      <a:pt x="111044" y="52526"/>
                    </a:cubicBezTo>
                    <a:cubicBezTo>
                      <a:pt x="114961" y="79279"/>
                      <a:pt x="97558" y="104517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90761" y="90239"/>
                      <a:pt x="101708" y="71000"/>
                      <a:pt x="97532" y="51825"/>
                    </a:cubicBezTo>
                    <a:cubicBezTo>
                      <a:pt x="93356" y="32650"/>
                      <a:pt x="75400" y="19706"/>
                      <a:pt x="55889" y="21806"/>
                    </a:cubicBezTo>
                    <a:cubicBezTo>
                      <a:pt x="36379" y="23907"/>
                      <a:pt x="21588" y="40376"/>
                      <a:pt x="21588" y="60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6"/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lang="en-US" sz="200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sz="200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4" name="Google Shape;224;p16"/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5" name="Google Shape;225;p16"/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sz="18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16"/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28" name="Google Shape;228;p16"/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just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sz="18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16"/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31" name="Google Shape;231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sz="18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16"/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234" name="Google Shape;234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sz="18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t>index 0</a:t>
            </a:r>
          </a:p>
        </p:txBody>
      </p:sp>
      <p:sp>
        <p:nvSpPr>
          <p:cNvPr id="241" name="Google Shape;241;p17"/>
          <p:cNvSpPr/>
          <p:nvPr/>
        </p:nvSpPr>
        <p:spPr>
          <a:xfrm>
            <a:off x="5481340" y="1748157"/>
            <a:ext cx="1199467" cy="1042233"/>
          </a:xfrm>
          <a:custGeom>
            <a:avLst/>
            <a:gdLst/>
            <a:ahLst/>
            <a:cxnLst/>
            <a:rect l="l" t="t" r="r" b="b"/>
            <a:pathLst>
              <a:path w="267" h="232" extrusionOk="0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t>index 1</a:t>
            </a:r>
          </a:p>
        </p:txBody>
      </p:sp>
      <p:sp>
        <p:nvSpPr>
          <p:cNvPr id="242" name="Google Shape;242;p17"/>
          <p:cNvSpPr/>
          <p:nvPr/>
        </p:nvSpPr>
        <p:spPr>
          <a:xfrm>
            <a:off x="5068039" y="3010519"/>
            <a:ext cx="2026066" cy="489671"/>
          </a:xfrm>
          <a:custGeom>
            <a:avLst/>
            <a:gdLst/>
            <a:ahLst/>
            <a:cxnLst/>
            <a:rect l="l" t="t" r="r" b="b"/>
            <a:pathLst>
              <a:path w="451" h="109" extrusionOk="0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index 2</a:t>
            </a:r>
          </a:p>
        </p:txBody>
      </p:sp>
      <p:sp>
        <p:nvSpPr>
          <p:cNvPr id="243" name="Google Shape;243;p17"/>
          <p:cNvSpPr/>
          <p:nvPr/>
        </p:nvSpPr>
        <p:spPr>
          <a:xfrm>
            <a:off x="4663726" y="3724805"/>
            <a:ext cx="2843679" cy="485178"/>
          </a:xfrm>
          <a:custGeom>
            <a:avLst/>
            <a:gdLst/>
            <a:ahLst/>
            <a:cxnLst/>
            <a:rect l="l" t="t" r="r" b="b"/>
            <a:pathLst>
              <a:path w="633" h="108" extrusionOk="0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index 3</a:t>
            </a:r>
          </a:p>
        </p:txBody>
      </p:sp>
      <p:sp>
        <p:nvSpPr>
          <p:cNvPr id="244" name="Google Shape;244;p17"/>
          <p:cNvSpPr/>
          <p:nvPr/>
        </p:nvSpPr>
        <p:spPr>
          <a:xfrm>
            <a:off x="4039283" y="4434602"/>
            <a:ext cx="4097053" cy="862538"/>
          </a:xfrm>
          <a:custGeom>
            <a:avLst/>
            <a:gdLst/>
            <a:ahLst/>
            <a:cxnLst/>
            <a:rect l="l" t="t" r="r" b="b"/>
            <a:pathLst>
              <a:path w="912" h="192" extrusionOk="0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index 4</a:t>
            </a:r>
          </a:p>
        </p:txBody>
      </p:sp>
      <p:sp>
        <p:nvSpPr>
          <p:cNvPr id="245" name="Google Shape;245;p17"/>
          <p:cNvSpPr/>
          <p:nvPr/>
        </p:nvSpPr>
        <p:spPr>
          <a:xfrm>
            <a:off x="5481339" y="2790389"/>
            <a:ext cx="1325254" cy="220128"/>
          </a:xfrm>
          <a:custGeom>
            <a:avLst/>
            <a:gdLst/>
            <a:ahLst/>
            <a:cxnLst/>
            <a:rect l="l" t="t" r="r" b="b"/>
            <a:pathLst>
              <a:path w="295" h="49" extrusionOk="0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5</a:t>
            </a:r>
          </a:p>
        </p:txBody>
      </p:sp>
      <p:sp>
        <p:nvSpPr>
          <p:cNvPr id="246" name="Google Shape;246;p17"/>
          <p:cNvSpPr/>
          <p:nvPr/>
        </p:nvSpPr>
        <p:spPr>
          <a:xfrm>
            <a:off x="5068039" y="3500187"/>
            <a:ext cx="2156344" cy="224619"/>
          </a:xfrm>
          <a:custGeom>
            <a:avLst/>
            <a:gdLst/>
            <a:ahLst/>
            <a:cxnLst/>
            <a:rect l="l" t="t" r="r" b="b"/>
            <a:pathLst>
              <a:path w="480" h="50" extrusionOk="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6</a:t>
            </a:r>
          </a:p>
        </p:txBody>
      </p:sp>
      <p:sp>
        <p:nvSpPr>
          <p:cNvPr id="247" name="Google Shape;247;p17"/>
          <p:cNvSpPr/>
          <p:nvPr/>
        </p:nvSpPr>
        <p:spPr>
          <a:xfrm>
            <a:off x="4663726" y="4209984"/>
            <a:ext cx="2973957" cy="224619"/>
          </a:xfrm>
          <a:custGeom>
            <a:avLst/>
            <a:gdLst/>
            <a:ahLst/>
            <a:cxnLst/>
            <a:rect l="l" t="t" r="r" b="b"/>
            <a:pathLst>
              <a:path w="662" h="50" extrusionOk="0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7</a:t>
            </a:r>
          </a:p>
        </p:txBody>
      </p:sp>
      <p:sp>
        <p:nvSpPr>
          <p:cNvPr id="248" name="Google Shape;248;p17"/>
          <p:cNvSpPr/>
          <p:nvPr/>
        </p:nvSpPr>
        <p:spPr>
          <a:xfrm>
            <a:off x="1152008" y="1786257"/>
            <a:ext cx="489671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8</a:t>
            </a:r>
          </a:p>
        </p:txBody>
      </p:sp>
      <p:sp>
        <p:nvSpPr>
          <p:cNvPr id="249" name="Google Shape;249;p17"/>
          <p:cNvSpPr/>
          <p:nvPr/>
        </p:nvSpPr>
        <p:spPr>
          <a:xfrm>
            <a:off x="1152008" y="3048619"/>
            <a:ext cx="489671" cy="4806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9</a:t>
            </a:r>
          </a:p>
        </p:txBody>
      </p:sp>
      <p:sp>
        <p:nvSpPr>
          <p:cNvPr id="250" name="Google Shape;250;p17"/>
          <p:cNvSpPr/>
          <p:nvPr/>
        </p:nvSpPr>
        <p:spPr>
          <a:xfrm>
            <a:off x="1152008" y="4301992"/>
            <a:ext cx="489671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10</a:t>
            </a:r>
          </a:p>
        </p:txBody>
      </p:sp>
      <p:sp>
        <p:nvSpPr>
          <p:cNvPr id="251" name="Google Shape;251;p17"/>
          <p:cNvSpPr/>
          <p:nvPr/>
        </p:nvSpPr>
        <p:spPr>
          <a:xfrm>
            <a:off x="10520782" y="1786257"/>
            <a:ext cx="485177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11</a:t>
            </a:r>
          </a:p>
        </p:txBody>
      </p:sp>
      <p:sp>
        <p:nvSpPr>
          <p:cNvPr id="252" name="Google Shape;252;p17"/>
          <p:cNvSpPr/>
          <p:nvPr/>
        </p:nvSpPr>
        <p:spPr>
          <a:xfrm>
            <a:off x="10520782" y="3048619"/>
            <a:ext cx="485177" cy="4806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12</a:t>
            </a:r>
          </a:p>
        </p:txBody>
      </p:sp>
      <p:sp>
        <p:nvSpPr>
          <p:cNvPr id="253" name="Google Shape;253;p17"/>
          <p:cNvSpPr/>
          <p:nvPr/>
        </p:nvSpPr>
        <p:spPr>
          <a:xfrm>
            <a:off x="10520782" y="4301992"/>
            <a:ext cx="485177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13</a:t>
            </a:r>
          </a:p>
        </p:txBody>
      </p:sp>
      <p:sp>
        <p:nvSpPr>
          <p:cNvPr id="254" name="Google Shape;254;p17"/>
          <p:cNvSpPr/>
          <p:nvPr/>
        </p:nvSpPr>
        <p:spPr>
          <a:xfrm>
            <a:off x="10601141" y="3126734"/>
            <a:ext cx="324456" cy="324454"/>
          </a:xfrm>
          <a:custGeom>
            <a:avLst/>
            <a:gdLst/>
            <a:ahLst/>
            <a:cxnLst/>
            <a:rect l="l" t="t" r="r" b="b"/>
            <a:pathLst>
              <a:path w="140" h="140" extrusionOk="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14</a:t>
            </a:r>
          </a:p>
        </p:txBody>
      </p:sp>
      <p:sp>
        <p:nvSpPr>
          <p:cNvPr id="255" name="Google Shape;255;p17"/>
          <p:cNvSpPr/>
          <p:nvPr/>
        </p:nvSpPr>
        <p:spPr>
          <a:xfrm>
            <a:off x="1239409" y="3154751"/>
            <a:ext cx="324456" cy="277404"/>
          </a:xfrm>
          <a:custGeom>
            <a:avLst/>
            <a:gdLst/>
            <a:ahLst/>
            <a:cxnLst/>
            <a:rect l="l" t="t" r="r" b="b"/>
            <a:pathLst>
              <a:path w="140" h="120" extrusionOk="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15</a:t>
            </a:r>
          </a:p>
        </p:txBody>
      </p:sp>
      <p:sp>
        <p:nvSpPr>
          <p:cNvPr id="256" name="Google Shape;256;p17"/>
          <p:cNvSpPr/>
          <p:nvPr/>
        </p:nvSpPr>
        <p:spPr>
          <a:xfrm>
            <a:off x="10652288" y="4383619"/>
            <a:ext cx="307790" cy="326414"/>
          </a:xfrm>
          <a:custGeom>
            <a:avLst/>
            <a:gdLst/>
            <a:ahLst/>
            <a:cxnLst/>
            <a:rect l="l" t="t" r="r" b="b"/>
            <a:pathLst>
              <a:path w="133" h="141" extrusionOk="0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16</a:t>
            </a:r>
          </a:p>
        </p:txBody>
      </p:sp>
      <p:sp>
        <p:nvSpPr>
          <p:cNvPr id="257" name="Google Shape;257;p17"/>
          <p:cNvSpPr/>
          <p:nvPr/>
        </p:nvSpPr>
        <p:spPr>
          <a:xfrm>
            <a:off x="1265001" y="4374307"/>
            <a:ext cx="263682" cy="345038"/>
          </a:xfrm>
          <a:custGeom>
            <a:avLst/>
            <a:gdLst/>
            <a:ahLst/>
            <a:cxnLst/>
            <a:rect l="l" t="t" r="r" b="b"/>
            <a:pathLst>
              <a:path w="114" h="149" extrusionOk="0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17</a:t>
            </a:r>
          </a:p>
        </p:txBody>
      </p:sp>
      <p:sp>
        <p:nvSpPr>
          <p:cNvPr id="258" name="Google Shape;258;p17"/>
          <p:cNvSpPr/>
          <p:nvPr/>
        </p:nvSpPr>
        <p:spPr>
          <a:xfrm>
            <a:off x="1260591" y="1867622"/>
            <a:ext cx="272502" cy="326414"/>
          </a:xfrm>
          <a:custGeom>
            <a:avLst/>
            <a:gdLst/>
            <a:ahLst/>
            <a:cxnLst/>
            <a:rect l="l" t="t" r="r" b="b"/>
            <a:pathLst>
              <a:path w="118" h="141" extrusionOk="0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18</a:t>
            </a:r>
          </a:p>
        </p:txBody>
      </p:sp>
      <p:sp>
        <p:nvSpPr>
          <p:cNvPr id="259" name="Google Shape;259;p17"/>
          <p:cNvSpPr/>
          <p:nvPr/>
        </p:nvSpPr>
        <p:spPr>
          <a:xfrm>
            <a:off x="10601141" y="1912974"/>
            <a:ext cx="324456" cy="236234"/>
          </a:xfrm>
          <a:custGeom>
            <a:avLst/>
            <a:gdLst/>
            <a:ahLst/>
            <a:cxnLst/>
            <a:rect l="l" t="t" r="r" b="b"/>
            <a:pathLst>
              <a:path w="140" h="102" extrusionOk="0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index 19</a:t>
            </a:r>
          </a:p>
        </p:txBody>
      </p:sp>
      <p:sp>
        <p:nvSpPr>
          <p:cNvPr id="260" name="Google Shape;260;p17"/>
          <p:cNvSpPr txBox="1"/>
          <p:nvPr/>
        </p:nvSpPr>
        <p:spPr>
          <a:xfrm>
            <a:off x="1749501" y="17834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index 20</a:t>
            </a:r>
          </a:p>
        </p:txBody>
      </p:sp>
      <p:sp>
        <p:nvSpPr>
          <p:cNvPr id="261" name="Google Shape;261;p17"/>
          <p:cNvSpPr txBox="1"/>
          <p:nvPr/>
        </p:nvSpPr>
        <p:spPr>
          <a:xfrm>
            <a:off x="1749501" y="3036863"/>
            <a:ext cx="2664296" cy="626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index 21</a:t>
            </a:r>
          </a:p>
        </p:txBody>
      </p:sp>
      <p:sp>
        <p:nvSpPr>
          <p:cNvPr id="262" name="Google Shape;262;p17"/>
          <p:cNvSpPr txBox="1"/>
          <p:nvPr/>
        </p:nvSpPr>
        <p:spPr>
          <a:xfrm>
            <a:off x="1749501" y="42005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index 22</a:t>
            </a:r>
          </a:p>
        </p:txBody>
      </p:sp>
      <p:sp>
        <p:nvSpPr>
          <p:cNvPr id="263" name="Google Shape;263;p17"/>
          <p:cNvSpPr txBox="1"/>
          <p:nvPr/>
        </p:nvSpPr>
        <p:spPr>
          <a:xfrm>
            <a:off x="7442026" y="17834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index 23</a:t>
            </a:r>
          </a:p>
        </p:txBody>
      </p:sp>
      <p:sp>
        <p:nvSpPr>
          <p:cNvPr id="264" name="Google Shape;264;p17"/>
          <p:cNvSpPr txBox="1"/>
          <p:nvPr/>
        </p:nvSpPr>
        <p:spPr>
          <a:xfrm>
            <a:off x="7730058" y="3036863"/>
            <a:ext cx="2664296" cy="625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index 24</a:t>
            </a:r>
          </a:p>
        </p:txBody>
      </p:sp>
      <p:sp>
        <p:nvSpPr>
          <p:cNvPr id="265" name="Google Shape;265;p17"/>
          <p:cNvSpPr txBox="1"/>
          <p:nvPr/>
        </p:nvSpPr>
        <p:spPr>
          <a:xfrm>
            <a:off x="8090098" y="42005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index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6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t>index 0</a:t>
            </a:r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527801" y="1766690"/>
            <a:ext cx="6010436" cy="2795037"/>
            <a:chOff x="3527801" y="2467334"/>
            <a:chExt cx="6010436" cy="2795037"/>
          </a:xfrm>
        </p:grpSpPr>
        <p:sp>
          <p:nvSpPr>
            <p:cNvPr id="272" name="Google Shape;272;p18"/>
            <p:cNvSpPr/>
            <p:nvPr/>
          </p:nvSpPr>
          <p:spPr>
            <a:xfrm rot="7160031" flipH="1">
              <a:off x="7145427" y="3464265"/>
              <a:ext cx="2749581" cy="790366"/>
            </a:xfrm>
            <a:prstGeom prst="homePlate">
              <a:avLst>
                <a:gd name="adj" fmla="val 64512"/>
              </a:avLst>
            </a:prstGeom>
            <a:solidFill>
              <a:srgbClr val="2E7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 rot="5400000" flipH="1">
              <a:off x="3438139" y="3880910"/>
              <a:ext cx="2314306" cy="426997"/>
            </a:xfrm>
            <a:prstGeom prst="parallelogram">
              <a:avLst>
                <a:gd name="adj" fmla="val 217202"/>
              </a:avLst>
            </a:prstGeom>
            <a:solidFill>
              <a:srgbClr val="2F549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 rot="5400000" flipH="1">
              <a:off x="5781179" y="3693378"/>
              <a:ext cx="2694618" cy="426997"/>
            </a:xfrm>
            <a:prstGeom prst="parallelogram">
              <a:avLst>
                <a:gd name="adj" fmla="val 254198"/>
              </a:avLst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 rot="5400000" flipH="1">
              <a:off x="4606157" y="3791892"/>
              <a:ext cx="2513961" cy="426997"/>
            </a:xfrm>
            <a:prstGeom prst="parallelogram">
              <a:avLst>
                <a:gd name="adj" fmla="val 221414"/>
              </a:avLst>
            </a:prstGeom>
            <a:solidFill>
              <a:srgbClr val="A95B5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0" name="Google Shape;280;p18"/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</p:grpSpPr>
          <p:sp>
            <p:nvSpPr>
              <p:cNvPr id="281" name="Google Shape;281;p18"/>
              <p:cNvSpPr/>
              <p:nvPr/>
            </p:nvSpPr>
            <p:spPr>
              <a:xfrm>
                <a:off x="4080141" y="823174"/>
                <a:ext cx="294839" cy="294839"/>
              </a:xfrm>
              <a:custGeom>
                <a:avLst/>
                <a:gdLst/>
                <a:ahLst/>
                <a:cxnLst/>
                <a:rect l="l" t="t" r="r" b="b"/>
                <a:pathLst>
                  <a:path w="284" h="284" extrusionOk="0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4260783" y="798258"/>
                <a:ext cx="147420" cy="147420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42" extrusionOk="0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3" name="Google Shape;283;p18"/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8E2F3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284" name="Google Shape;284;p18"/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3E8E7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285" name="Google Shape;285;p18"/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F2CC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  <p:sp>
          <p:nvSpPr>
            <p:cNvPr id="286" name="Google Shape;286;p18"/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DEAF6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5055265" y="3211461"/>
              <a:ext cx="361046" cy="574728"/>
            </a:xfrm>
            <a:custGeom>
              <a:avLst/>
              <a:gdLst/>
              <a:ahLst/>
              <a:cxnLst/>
              <a:rect l="l" t="t" r="r" b="b"/>
              <a:pathLst>
                <a:path w="196" h="311" extrusionOk="0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rgbClr val="F3E8E7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" name="Google Shape;288;p18"/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</p:grpSpPr>
          <p:sp>
            <p:nvSpPr>
              <p:cNvPr id="289" name="Google Shape;289;p18"/>
              <p:cNvSpPr/>
              <p:nvPr/>
            </p:nvSpPr>
            <p:spPr>
              <a:xfrm>
                <a:off x="5552261" y="1715997"/>
                <a:ext cx="363359" cy="116275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12" extrusionOk="0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5552261" y="1554043"/>
                <a:ext cx="363359" cy="13703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30" extrusionOk="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8"/>
              <p:cNvSpPr/>
              <p:nvPr/>
            </p:nvSpPr>
            <p:spPr>
              <a:xfrm>
                <a:off x="5710062" y="1715997"/>
                <a:ext cx="45679" cy="18688"/>
              </a:xfrm>
              <a:prstGeom prst="rect">
                <a:avLst/>
              </a:pr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121900" tIns="60950" rIns="121900" bIns="609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2" name="Google Shape;292;p18"/>
            <p:cNvSpPr/>
            <p:nvPr/>
          </p:nvSpPr>
          <p:spPr>
            <a:xfrm>
              <a:off x="7573095" y="2802903"/>
              <a:ext cx="378645" cy="426288"/>
            </a:xfrm>
            <a:custGeom>
              <a:avLst/>
              <a:gdLst/>
              <a:ahLst/>
              <a:cxnLst/>
              <a:rect l="l" t="t" r="r" b="b"/>
              <a:pathLst>
                <a:path w="320" h="360" extrusionOk="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rgbClr val="DDEAF6"/>
            </a:solidFill>
            <a:ln>
              <a:noFill/>
            </a:ln>
          </p:spPr>
          <p:txBody>
            <a:bodyPr spcFirstLastPara="1" wrap="square" lIns="121900" tIns="60950" rIns="121900" bIns="609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8"/>
          <p:cNvGrpSpPr/>
          <p:nvPr/>
        </p:nvGrpSpPr>
        <p:grpSpPr>
          <a:xfrm>
            <a:off x="796834" y="3318580"/>
            <a:ext cx="2536916" cy="918608"/>
            <a:chOff x="796834" y="4019224"/>
            <a:chExt cx="2536916" cy="918608"/>
          </a:xfrm>
        </p:grpSpPr>
        <p:sp>
          <p:nvSpPr>
            <p:cNvPr id="294" name="Google Shape;294;p18"/>
            <p:cNvSpPr/>
            <p:nvPr/>
          </p:nvSpPr>
          <p:spPr>
            <a:xfrm>
              <a:off x="796834" y="4308044"/>
              <a:ext cx="2536916" cy="62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 txBox="1"/>
            <p:nvPr/>
          </p:nvSpPr>
          <p:spPr>
            <a:xfrm>
              <a:off x="2095198" y="40192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2597441" y="4767080"/>
            <a:ext cx="3077100" cy="918608"/>
            <a:chOff x="2597441" y="5467724"/>
            <a:chExt cx="3077100" cy="918608"/>
          </a:xfrm>
        </p:grpSpPr>
        <p:sp>
          <p:nvSpPr>
            <p:cNvPr id="297" name="Google Shape;297;p18"/>
            <p:cNvSpPr/>
            <p:nvPr/>
          </p:nvSpPr>
          <p:spPr>
            <a:xfrm>
              <a:off x="2597441" y="5756544"/>
              <a:ext cx="3077100" cy="62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 txBox="1"/>
            <p:nvPr/>
          </p:nvSpPr>
          <p:spPr>
            <a:xfrm>
              <a:off x="4435989" y="54677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6086076" y="4767080"/>
            <a:ext cx="3077100" cy="918608"/>
            <a:chOff x="6086076" y="5467724"/>
            <a:chExt cx="3077100" cy="918608"/>
          </a:xfrm>
        </p:grpSpPr>
        <p:sp>
          <p:nvSpPr>
            <p:cNvPr id="300" name="Google Shape;300;p18"/>
            <p:cNvSpPr/>
            <p:nvPr/>
          </p:nvSpPr>
          <p:spPr>
            <a:xfrm>
              <a:off x="6086076" y="5756544"/>
              <a:ext cx="3077100" cy="62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8"/>
            <p:cNvSpPr txBox="1"/>
            <p:nvPr/>
          </p:nvSpPr>
          <p:spPr>
            <a:xfrm>
              <a:off x="6086076" y="54677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928828" y="3318580"/>
            <a:ext cx="2466338" cy="918608"/>
            <a:chOff x="8928828" y="4019224"/>
            <a:chExt cx="2466338" cy="918608"/>
          </a:xfrm>
        </p:grpSpPr>
        <p:sp>
          <p:nvSpPr>
            <p:cNvPr id="303" name="Google Shape;303;p18"/>
            <p:cNvSpPr/>
            <p:nvPr/>
          </p:nvSpPr>
          <p:spPr>
            <a:xfrm>
              <a:off x="8928828" y="4308044"/>
              <a:ext cx="2466338" cy="62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8"/>
            <p:cNvSpPr txBox="1"/>
            <p:nvPr/>
          </p:nvSpPr>
          <p:spPr>
            <a:xfrm>
              <a:off x="8928828" y="40192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Custom 4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C6928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297</Words>
  <Application>Microsoft Office PowerPoint</Application>
  <PresentationFormat>Широкоэкранный</PresentationFormat>
  <Paragraphs>54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Тема Office</vt:lpstr>
      <vt:lpstr>NAME OF PRESENTATION</vt:lpstr>
      <vt:lpstr>Slide title</vt:lpstr>
      <vt:lpstr>Slide title</vt:lpstr>
      <vt:lpstr>Slide title</vt:lpstr>
      <vt:lpstr>Slide title</vt:lpstr>
      <vt:lpstr>Slide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cp:lastModifiedBy>azam</cp:lastModifiedBy>
  <cp:revision>1</cp:revision>
  <dcterms:modified xsi:type="dcterms:W3CDTF">2026-01-03T06:01:14Z</dcterms:modified>
</cp:coreProperties>
</file>