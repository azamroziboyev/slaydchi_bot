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24000" y="2001838"/>
            <a:ext cx="9144000" cy="28500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03267" y="1800635"/>
            <a:ext cx="9391404" cy="3261261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/>
          <p:nvPr/>
        </p:nvSpPr>
        <p:spPr>
          <a:xfrm>
            <a:off x="374073" y="365125"/>
            <a:ext cx="11443854" cy="6127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68234" y="168976"/>
            <a:ext cx="11790218" cy="6552499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ctrTitle"/>
          </p:nvPr>
        </p:nvSpPr>
        <p:spPr>
          <a:xfrm>
            <a:off x="1524000" y="163300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524000" y="411267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index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grpSp>
        <p:nvGrpSpPr>
          <p:cNvPr id="97" name="Google Shape;97;p14"/>
          <p:cNvGrpSpPr/>
          <p:nvPr/>
        </p:nvGrpSpPr>
        <p:grpSpPr>
          <a:xfrm>
            <a:off x="1355717" y="1822753"/>
            <a:ext cx="1049867" cy="1049867"/>
            <a:chOff x="1016000" y="1689100"/>
            <a:chExt cx="787400" cy="787400"/>
          </a:xfrm>
        </p:grpSpPr>
        <p:grpSp>
          <p:nvGrpSpPr>
            <p:cNvPr id="98" name="Google Shape;98;p14"/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99" name="Google Shape;99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1" name="Google Shape;101;p14"/>
            <p:cNvSpPr/>
            <p:nvPr/>
          </p:nvSpPr>
          <p:spPr>
            <a:xfrm>
              <a:off x="1267654" y="1960311"/>
              <a:ext cx="284092" cy="244978"/>
            </a:xfrm>
            <a:custGeom>
              <a:rect b="b" l="l" r="r" t="t"/>
              <a:pathLst>
                <a:path extrusionOk="0" h="55" w="64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4"/>
          <p:cNvGrpSpPr/>
          <p:nvPr/>
        </p:nvGrpSpPr>
        <p:grpSpPr>
          <a:xfrm>
            <a:off x="1107021" y="2847220"/>
            <a:ext cx="1547259" cy="1949967"/>
            <a:chOff x="3171825" y="2459015"/>
            <a:chExt cx="1219200" cy="1536522"/>
          </a:xfrm>
        </p:grpSpPr>
        <p:sp>
          <p:nvSpPr>
            <p:cNvPr id="103" name="Google Shape;103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3463392" y="1822753"/>
            <a:ext cx="1049867" cy="1049867"/>
            <a:chOff x="2597150" y="1689100"/>
            <a:chExt cx="787400" cy="787400"/>
          </a:xfrm>
        </p:grpSpPr>
        <p:grpSp>
          <p:nvGrpSpPr>
            <p:cNvPr id="106" name="Google Shape;106;p14"/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07" name="Google Shape;107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14"/>
            <p:cNvSpPr/>
            <p:nvPr/>
          </p:nvSpPr>
          <p:spPr>
            <a:xfrm>
              <a:off x="2847775" y="1970605"/>
              <a:ext cx="286150" cy="224390"/>
            </a:xfrm>
            <a:custGeom>
              <a:rect b="b" l="l" r="r" t="t"/>
              <a:pathLst>
                <a:path extrusionOk="0" h="50" w="64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4"/>
          <p:cNvGrpSpPr/>
          <p:nvPr/>
        </p:nvGrpSpPr>
        <p:grpSpPr>
          <a:xfrm>
            <a:off x="3214696" y="2847220"/>
            <a:ext cx="1547259" cy="1949967"/>
            <a:chOff x="1388111" y="2459015"/>
            <a:chExt cx="1219200" cy="1536522"/>
          </a:xfrm>
        </p:grpSpPr>
        <p:sp>
          <p:nvSpPr>
            <p:cNvPr id="111" name="Google Shape;111;p14"/>
            <p:cNvSpPr/>
            <p:nvPr/>
          </p:nvSpPr>
          <p:spPr>
            <a:xfrm>
              <a:off x="1388111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881030" y="3714750"/>
              <a:ext cx="233363" cy="180975"/>
            </a:xfrm>
            <a:custGeom>
              <a:rect b="b" l="l" r="r" t="t"/>
              <a:pathLst>
                <a:path extrusionOk="0" h="53" w="68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4"/>
          <p:cNvGrpSpPr/>
          <p:nvPr/>
        </p:nvGrpSpPr>
        <p:grpSpPr>
          <a:xfrm>
            <a:off x="5571067" y="1822753"/>
            <a:ext cx="1049867" cy="1049867"/>
            <a:chOff x="4178300" y="1689100"/>
            <a:chExt cx="787400" cy="787400"/>
          </a:xfrm>
        </p:grpSpPr>
        <p:grpSp>
          <p:nvGrpSpPr>
            <p:cNvPr id="114" name="Google Shape;114;p14"/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115" name="Google Shape;115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" name="Google Shape;117;p14"/>
            <p:cNvSpPr/>
            <p:nvPr/>
          </p:nvSpPr>
          <p:spPr>
            <a:xfrm>
              <a:off x="4429954" y="1979868"/>
              <a:ext cx="284092" cy="205864"/>
            </a:xfrm>
            <a:custGeom>
              <a:rect b="b" l="l" r="r" t="t"/>
              <a:pathLst>
                <a:path extrusionOk="0" h="46" w="64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4"/>
          <p:cNvGrpSpPr/>
          <p:nvPr/>
        </p:nvGrpSpPr>
        <p:grpSpPr>
          <a:xfrm>
            <a:off x="5322371" y="2847220"/>
            <a:ext cx="1547259" cy="1949967"/>
            <a:chOff x="1388111" y="2459015"/>
            <a:chExt cx="1219200" cy="1536522"/>
          </a:xfrm>
        </p:grpSpPr>
        <p:sp>
          <p:nvSpPr>
            <p:cNvPr id="119" name="Google Shape;119;p14"/>
            <p:cNvSpPr/>
            <p:nvPr/>
          </p:nvSpPr>
          <p:spPr>
            <a:xfrm>
              <a:off x="1388111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1881030" y="3714750"/>
              <a:ext cx="233363" cy="180975"/>
            </a:xfrm>
            <a:custGeom>
              <a:rect b="b" l="l" r="r" t="t"/>
              <a:pathLst>
                <a:path extrusionOk="0" h="53" w="68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4"/>
          <p:cNvGrpSpPr/>
          <p:nvPr/>
        </p:nvGrpSpPr>
        <p:grpSpPr>
          <a:xfrm>
            <a:off x="7678741" y="1822753"/>
            <a:ext cx="1049867" cy="1049867"/>
            <a:chOff x="5759450" y="1689100"/>
            <a:chExt cx="787400" cy="787400"/>
          </a:xfrm>
        </p:grpSpPr>
        <p:grpSp>
          <p:nvGrpSpPr>
            <p:cNvPr id="122" name="Google Shape;122;p14"/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123" name="Google Shape;123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5" name="Google Shape;125;p14"/>
            <p:cNvSpPr/>
            <p:nvPr/>
          </p:nvSpPr>
          <p:spPr>
            <a:xfrm>
              <a:off x="6030661" y="1960311"/>
              <a:ext cx="244978" cy="244978"/>
            </a:xfrm>
            <a:custGeom>
              <a:rect b="b" l="l" r="r" t="t"/>
              <a:pathLst>
                <a:path extrusionOk="0" h="55" w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4"/>
          <p:cNvGrpSpPr/>
          <p:nvPr/>
        </p:nvGrpSpPr>
        <p:grpSpPr>
          <a:xfrm flipH="1">
            <a:off x="7430045" y="2847220"/>
            <a:ext cx="1547259" cy="1949967"/>
            <a:chOff x="3171825" y="2459015"/>
            <a:chExt cx="1219200" cy="1536522"/>
          </a:xfrm>
        </p:grpSpPr>
        <p:sp>
          <p:nvSpPr>
            <p:cNvPr id="127" name="Google Shape;127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14"/>
          <p:cNvGrpSpPr/>
          <p:nvPr/>
        </p:nvGrpSpPr>
        <p:grpSpPr>
          <a:xfrm>
            <a:off x="9786416" y="1822753"/>
            <a:ext cx="1049867" cy="1049867"/>
            <a:chOff x="7340600" y="1689100"/>
            <a:chExt cx="787400" cy="787400"/>
          </a:xfrm>
        </p:grpSpPr>
        <p:grpSp>
          <p:nvGrpSpPr>
            <p:cNvPr id="130" name="Google Shape;130;p14"/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131" name="Google Shape;131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" name="Google Shape;133;p14"/>
            <p:cNvSpPr/>
            <p:nvPr/>
          </p:nvSpPr>
          <p:spPr>
            <a:xfrm>
              <a:off x="7606665" y="1979869"/>
              <a:ext cx="255270" cy="205862"/>
            </a:xfrm>
            <a:custGeom>
              <a:rect b="b" l="l" r="r" t="t"/>
              <a:pathLst>
                <a:path extrusionOk="0" h="46" w="57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14"/>
          <p:cNvGrpSpPr/>
          <p:nvPr/>
        </p:nvGrpSpPr>
        <p:grpSpPr>
          <a:xfrm flipH="1">
            <a:off x="9537720" y="2847220"/>
            <a:ext cx="1547259" cy="1949967"/>
            <a:chOff x="3171825" y="2459015"/>
            <a:chExt cx="1219200" cy="1536522"/>
          </a:xfrm>
        </p:grpSpPr>
        <p:sp>
          <p:nvSpPr>
            <p:cNvPr id="135" name="Google Shape;135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14"/>
          <p:cNvSpPr txBox="1"/>
          <p:nvPr/>
        </p:nvSpPr>
        <p:spPr>
          <a:xfrm>
            <a:off x="1064335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r>
              <a:t>index 11</a:t>
            </a:r>
          </a:p>
        </p:txBody>
      </p:sp>
      <p:sp>
        <p:nvSpPr>
          <p:cNvPr id="138" name="Google Shape;138;p14"/>
          <p:cNvSpPr txBox="1"/>
          <p:nvPr/>
        </p:nvSpPr>
        <p:spPr>
          <a:xfrm>
            <a:off x="1064335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r>
              <a:t>index 12</a:t>
            </a:r>
          </a:p>
        </p:txBody>
      </p:sp>
      <p:sp>
        <p:nvSpPr>
          <p:cNvPr id="139" name="Google Shape;139;p14"/>
          <p:cNvSpPr txBox="1"/>
          <p:nvPr/>
        </p:nvSpPr>
        <p:spPr>
          <a:xfrm>
            <a:off x="3172010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r>
              <a:t>index 13</a:t>
            </a:r>
          </a:p>
        </p:txBody>
      </p:sp>
      <p:sp>
        <p:nvSpPr>
          <p:cNvPr id="140" name="Google Shape;140;p14"/>
          <p:cNvSpPr txBox="1"/>
          <p:nvPr/>
        </p:nvSpPr>
        <p:spPr>
          <a:xfrm>
            <a:off x="3172010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r>
              <a:t>index 14</a:t>
            </a:r>
          </a:p>
        </p:txBody>
      </p:sp>
      <p:sp>
        <p:nvSpPr>
          <p:cNvPr id="141" name="Google Shape;141;p14"/>
          <p:cNvSpPr txBox="1"/>
          <p:nvPr/>
        </p:nvSpPr>
        <p:spPr>
          <a:xfrm>
            <a:off x="5279685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r>
              <a:t>index 15</a:t>
            </a:r>
          </a:p>
        </p:txBody>
      </p:sp>
      <p:sp>
        <p:nvSpPr>
          <p:cNvPr id="142" name="Google Shape;142;p14"/>
          <p:cNvSpPr txBox="1"/>
          <p:nvPr/>
        </p:nvSpPr>
        <p:spPr>
          <a:xfrm>
            <a:off x="5279685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r>
              <a:t>index 16</a:t>
            </a:r>
          </a:p>
        </p:txBody>
      </p:sp>
      <p:sp>
        <p:nvSpPr>
          <p:cNvPr id="143" name="Google Shape;143;p14"/>
          <p:cNvSpPr txBox="1"/>
          <p:nvPr/>
        </p:nvSpPr>
        <p:spPr>
          <a:xfrm>
            <a:off x="7374765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r>
              <a:t>index 17</a:t>
            </a:r>
          </a:p>
        </p:txBody>
      </p:sp>
      <p:sp>
        <p:nvSpPr>
          <p:cNvPr id="144" name="Google Shape;144;p14"/>
          <p:cNvSpPr txBox="1"/>
          <p:nvPr/>
        </p:nvSpPr>
        <p:spPr>
          <a:xfrm>
            <a:off x="7374765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r>
              <a:t>index 18</a:t>
            </a:r>
          </a:p>
        </p:txBody>
      </p:sp>
      <p:sp>
        <p:nvSpPr>
          <p:cNvPr id="145" name="Google Shape;145;p14"/>
          <p:cNvSpPr txBox="1"/>
          <p:nvPr/>
        </p:nvSpPr>
        <p:spPr>
          <a:xfrm>
            <a:off x="9495034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r>
              <a:t>index 19</a:t>
            </a:r>
          </a:p>
        </p:txBody>
      </p:sp>
      <p:sp>
        <p:nvSpPr>
          <p:cNvPr id="146" name="Google Shape;146;p14"/>
          <p:cNvSpPr txBox="1"/>
          <p:nvPr/>
        </p:nvSpPr>
        <p:spPr>
          <a:xfrm>
            <a:off x="9495034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r>
              <a:t>index 20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grpSp>
        <p:nvGrpSpPr>
          <p:cNvPr id="152" name="Google Shape;152;p15"/>
          <p:cNvGrpSpPr/>
          <p:nvPr/>
        </p:nvGrpSpPr>
        <p:grpSpPr>
          <a:xfrm>
            <a:off x="4679824" y="2313816"/>
            <a:ext cx="3329201" cy="3327668"/>
            <a:chOff x="3347856" y="1888809"/>
            <a:chExt cx="2663825" cy="2662237"/>
          </a:xfrm>
        </p:grpSpPr>
        <p:sp>
          <p:nvSpPr>
            <p:cNvPr id="153" name="Google Shape;153;p15"/>
            <p:cNvSpPr/>
            <p:nvPr/>
          </p:nvSpPr>
          <p:spPr>
            <a:xfrm>
              <a:off x="3347856" y="1888809"/>
              <a:ext cx="2663825" cy="2662237"/>
            </a:xfrm>
            <a:custGeom>
              <a:rect b="b" l="l" r="r" t="t"/>
              <a:pathLst>
                <a:path extrusionOk="0" h="986" w="986">
                  <a:moveTo>
                    <a:pt x="0" y="817"/>
                  </a:moveTo>
                  <a:cubicBezTo>
                    <a:pt x="75" y="741"/>
                    <a:pt x="75" y="741"/>
                    <a:pt x="75" y="741"/>
                  </a:cubicBezTo>
                  <a:cubicBezTo>
                    <a:pt x="259" y="925"/>
                    <a:pt x="558" y="925"/>
                    <a:pt x="741" y="741"/>
                  </a:cubicBezTo>
                  <a:cubicBezTo>
                    <a:pt x="925" y="558"/>
                    <a:pt x="925" y="259"/>
                    <a:pt x="741" y="75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926" y="109"/>
                    <a:pt x="986" y="254"/>
                    <a:pt x="986" y="408"/>
                  </a:cubicBezTo>
                  <a:cubicBezTo>
                    <a:pt x="986" y="563"/>
                    <a:pt x="926" y="708"/>
                    <a:pt x="817" y="817"/>
                  </a:cubicBezTo>
                  <a:cubicBezTo>
                    <a:pt x="708" y="926"/>
                    <a:pt x="563" y="986"/>
                    <a:pt x="408" y="986"/>
                  </a:cubicBezTo>
                  <a:cubicBezTo>
                    <a:pt x="254" y="986"/>
                    <a:pt x="109" y="926"/>
                    <a:pt x="0" y="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5"/>
            <p:cNvSpPr txBox="1"/>
            <p:nvPr/>
          </p:nvSpPr>
          <p:spPr>
            <a:xfrm>
              <a:off x="5215273" y="3837624"/>
              <a:ext cx="311934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15"/>
          <p:cNvGrpSpPr/>
          <p:nvPr/>
        </p:nvGrpSpPr>
        <p:grpSpPr>
          <a:xfrm>
            <a:off x="4360392" y="1982444"/>
            <a:ext cx="2747881" cy="2748252"/>
            <a:chOff x="3092268" y="1623697"/>
            <a:chExt cx="2198688" cy="2198687"/>
          </a:xfrm>
        </p:grpSpPr>
        <p:sp>
          <p:nvSpPr>
            <p:cNvPr id="156" name="Google Shape;156;p15"/>
            <p:cNvSpPr/>
            <p:nvPr/>
          </p:nvSpPr>
          <p:spPr>
            <a:xfrm>
              <a:off x="3092268" y="1623697"/>
              <a:ext cx="2198688" cy="2198687"/>
            </a:xfrm>
            <a:custGeom>
              <a:rect b="b" l="l" r="r" t="t"/>
              <a:pathLst>
                <a:path extrusionOk="0" h="814" w="814">
                  <a:moveTo>
                    <a:pt x="174" y="814"/>
                  </a:moveTo>
                  <a:cubicBezTo>
                    <a:pt x="0" y="640"/>
                    <a:pt x="3" y="355"/>
                    <a:pt x="179" y="179"/>
                  </a:cubicBezTo>
                  <a:cubicBezTo>
                    <a:pt x="356" y="2"/>
                    <a:pt x="641" y="0"/>
                    <a:pt x="814" y="174"/>
                  </a:cubicBezTo>
                  <a:cubicBezTo>
                    <a:pt x="739" y="249"/>
                    <a:pt x="739" y="249"/>
                    <a:pt x="739" y="249"/>
                  </a:cubicBezTo>
                  <a:cubicBezTo>
                    <a:pt x="607" y="117"/>
                    <a:pt x="390" y="120"/>
                    <a:pt x="255" y="255"/>
                  </a:cubicBezTo>
                  <a:cubicBezTo>
                    <a:pt x="120" y="389"/>
                    <a:pt x="118" y="606"/>
                    <a:pt x="250" y="738"/>
                  </a:cubicBezTo>
                  <a:lnTo>
                    <a:pt x="174" y="8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3808197" y="1809956"/>
              <a:ext cx="327326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" name="Google Shape;158;p15"/>
          <p:cNvGrpSpPr/>
          <p:nvPr/>
        </p:nvGrpSpPr>
        <p:grpSpPr>
          <a:xfrm>
            <a:off x="5165907" y="2790051"/>
            <a:ext cx="1414613" cy="1414803"/>
            <a:chOff x="3736793" y="2269809"/>
            <a:chExt cx="1131888" cy="1131887"/>
          </a:xfrm>
        </p:grpSpPr>
        <p:sp>
          <p:nvSpPr>
            <p:cNvPr id="159" name="Google Shape;159;p15"/>
            <p:cNvSpPr/>
            <p:nvPr/>
          </p:nvSpPr>
          <p:spPr>
            <a:xfrm>
              <a:off x="3736793" y="2269809"/>
              <a:ext cx="1131888" cy="1131887"/>
            </a:xfrm>
            <a:custGeom>
              <a:rect b="b" l="l" r="r" t="t"/>
              <a:pathLst>
                <a:path extrusionOk="0" h="419" w="419">
                  <a:moveTo>
                    <a:pt x="91" y="419"/>
                  </a:moveTo>
                  <a:cubicBezTo>
                    <a:pt x="0" y="329"/>
                    <a:pt x="0" y="181"/>
                    <a:pt x="91" y="91"/>
                  </a:cubicBezTo>
                  <a:cubicBezTo>
                    <a:pt x="181" y="0"/>
                    <a:pt x="329" y="0"/>
                    <a:pt x="419" y="91"/>
                  </a:cubicBezTo>
                  <a:cubicBezTo>
                    <a:pt x="344" y="166"/>
                    <a:pt x="344" y="166"/>
                    <a:pt x="344" y="166"/>
                  </a:cubicBezTo>
                  <a:cubicBezTo>
                    <a:pt x="295" y="117"/>
                    <a:pt x="215" y="117"/>
                    <a:pt x="167" y="166"/>
                  </a:cubicBezTo>
                  <a:cubicBezTo>
                    <a:pt x="118" y="215"/>
                    <a:pt x="118" y="295"/>
                    <a:pt x="167" y="343"/>
                  </a:cubicBezTo>
                  <a:lnTo>
                    <a:pt x="91" y="41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5"/>
            <p:cNvSpPr txBox="1"/>
            <p:nvPr/>
          </p:nvSpPr>
          <p:spPr>
            <a:xfrm>
              <a:off x="4013937" y="2370026"/>
              <a:ext cx="309369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15"/>
          <p:cNvGrpSpPr/>
          <p:nvPr/>
        </p:nvGrpSpPr>
        <p:grpSpPr>
          <a:xfrm>
            <a:off x="5304787" y="2905139"/>
            <a:ext cx="2065376" cy="2065653"/>
            <a:chOff x="3847918" y="2361884"/>
            <a:chExt cx="1652588" cy="1652587"/>
          </a:xfrm>
        </p:grpSpPr>
        <p:sp>
          <p:nvSpPr>
            <p:cNvPr id="162" name="Google Shape;162;p15"/>
            <p:cNvSpPr/>
            <p:nvPr/>
          </p:nvSpPr>
          <p:spPr>
            <a:xfrm>
              <a:off x="3847918" y="2361884"/>
              <a:ext cx="1652588" cy="1652587"/>
            </a:xfrm>
            <a:custGeom>
              <a:rect b="b" l="l" r="r" t="t"/>
              <a:pathLst>
                <a:path extrusionOk="0" h="612" w="612">
                  <a:moveTo>
                    <a:pt x="0" y="480"/>
                  </a:moveTo>
                  <a:cubicBezTo>
                    <a:pt x="76" y="404"/>
                    <a:pt x="76" y="404"/>
                    <a:pt x="76" y="404"/>
                  </a:cubicBezTo>
                  <a:cubicBezTo>
                    <a:pt x="166" y="495"/>
                    <a:pt x="314" y="495"/>
                    <a:pt x="404" y="404"/>
                  </a:cubicBezTo>
                  <a:cubicBezTo>
                    <a:pt x="495" y="314"/>
                    <a:pt x="495" y="166"/>
                    <a:pt x="404" y="76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612" y="132"/>
                    <a:pt x="612" y="348"/>
                    <a:pt x="480" y="480"/>
                  </a:cubicBezTo>
                  <a:cubicBezTo>
                    <a:pt x="348" y="612"/>
                    <a:pt x="133" y="612"/>
                    <a:pt x="0" y="4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5"/>
            <p:cNvSpPr txBox="1"/>
            <p:nvPr/>
          </p:nvSpPr>
          <p:spPr>
            <a:xfrm>
              <a:off x="5056570" y="2613663"/>
              <a:ext cx="292696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4" name="Google Shape;1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7686" y="3383356"/>
            <a:ext cx="632135" cy="90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/>
          <p:nvPr/>
        </p:nvSpPr>
        <p:spPr>
          <a:xfrm>
            <a:off x="8081179" y="4193941"/>
            <a:ext cx="319496" cy="480201"/>
          </a:xfrm>
          <a:custGeom>
            <a:rect b="b" l="l" r="r" t="t"/>
            <a:pathLst>
              <a:path extrusionOk="0" h="155" w="103">
                <a:moveTo>
                  <a:pt x="83" y="52"/>
                </a:moveTo>
                <a:cubicBezTo>
                  <a:pt x="83" y="52"/>
                  <a:pt x="83" y="52"/>
                  <a:pt x="83" y="52"/>
                </a:cubicBezTo>
                <a:cubicBezTo>
                  <a:pt x="85" y="47"/>
                  <a:pt x="87" y="41"/>
                  <a:pt x="87" y="36"/>
                </a:cubicBezTo>
                <a:cubicBezTo>
                  <a:pt x="87" y="16"/>
                  <a:pt x="71" y="0"/>
                  <a:pt x="52" y="0"/>
                </a:cubicBezTo>
                <a:cubicBezTo>
                  <a:pt x="45" y="0"/>
                  <a:pt x="38" y="3"/>
                  <a:pt x="32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1" y="17"/>
                  <a:pt x="17" y="26"/>
                  <a:pt x="17" y="36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7" y="37"/>
                  <a:pt x="17" y="38"/>
                </a:cubicBezTo>
                <a:cubicBezTo>
                  <a:pt x="17" y="38"/>
                  <a:pt x="17" y="39"/>
                  <a:pt x="17" y="40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4"/>
                  <a:pt x="19" y="48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6" y="52"/>
                  <a:pt x="12" y="53"/>
                  <a:pt x="9" y="55"/>
                </a:cubicBezTo>
                <a:cubicBezTo>
                  <a:pt x="4" y="59"/>
                  <a:pt x="0" y="65"/>
                  <a:pt x="0" y="7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6"/>
                  <a:pt x="9" y="155"/>
                  <a:pt x="20" y="155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94" y="155"/>
                  <a:pt x="103" y="146"/>
                  <a:pt x="103" y="135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61"/>
                  <a:pt x="94" y="52"/>
                  <a:pt x="83" y="52"/>
                </a:cubicBezTo>
                <a:close/>
                <a:moveTo>
                  <a:pt x="82" y="36"/>
                </a:moveTo>
                <a:cubicBezTo>
                  <a:pt x="82" y="39"/>
                  <a:pt x="82" y="42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0" y="46"/>
                  <a:pt x="80" y="47"/>
                  <a:pt x="79" y="48"/>
                </a:cubicBezTo>
                <a:cubicBezTo>
                  <a:pt x="79" y="48"/>
                  <a:pt x="79" y="49"/>
                  <a:pt x="79" y="49"/>
                </a:cubicBezTo>
                <a:cubicBezTo>
                  <a:pt x="79" y="50"/>
                  <a:pt x="78" y="50"/>
                  <a:pt x="78" y="50"/>
                </a:cubicBezTo>
                <a:cubicBezTo>
                  <a:pt x="75" y="57"/>
                  <a:pt x="69" y="62"/>
                  <a:pt x="61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4" y="95"/>
                  <a:pt x="54" y="95"/>
                  <a:pt x="54" y="95"/>
                </a:cubicBezTo>
                <a:cubicBezTo>
                  <a:pt x="52" y="78"/>
                  <a:pt x="52" y="78"/>
                  <a:pt x="52" y="78"/>
                </a:cubicBezTo>
                <a:cubicBezTo>
                  <a:pt x="55" y="73"/>
                  <a:pt x="55" y="73"/>
                  <a:pt x="55" y="73"/>
                </a:cubicBezTo>
                <a:cubicBezTo>
                  <a:pt x="59" y="66"/>
                  <a:pt x="59" y="66"/>
                  <a:pt x="59" y="66"/>
                </a:cubicBezTo>
                <a:cubicBezTo>
                  <a:pt x="44" y="66"/>
                  <a:pt x="44" y="66"/>
                  <a:pt x="44" y="66"/>
                </a:cubicBezTo>
                <a:cubicBezTo>
                  <a:pt x="46" y="69"/>
                  <a:pt x="46" y="69"/>
                  <a:pt x="46" y="69"/>
                </a:cubicBezTo>
                <a:cubicBezTo>
                  <a:pt x="52" y="78"/>
                  <a:pt x="52" y="78"/>
                  <a:pt x="52" y="78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37" y="64"/>
                  <a:pt x="37" y="64"/>
                  <a:pt x="37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39" y="63"/>
                  <a:pt x="36" y="62"/>
                  <a:pt x="34" y="60"/>
                </a:cubicBezTo>
                <a:cubicBezTo>
                  <a:pt x="31" y="58"/>
                  <a:pt x="29" y="56"/>
                  <a:pt x="27" y="53"/>
                </a:cubicBezTo>
                <a:cubicBezTo>
                  <a:pt x="23" y="48"/>
                  <a:pt x="21" y="42"/>
                  <a:pt x="21" y="36"/>
                </a:cubicBezTo>
                <a:cubicBezTo>
                  <a:pt x="21" y="28"/>
                  <a:pt x="24" y="21"/>
                  <a:pt x="29" y="16"/>
                </a:cubicBezTo>
                <a:cubicBezTo>
                  <a:pt x="34" y="9"/>
                  <a:pt x="42" y="5"/>
                  <a:pt x="52" y="5"/>
                </a:cubicBezTo>
                <a:cubicBezTo>
                  <a:pt x="65" y="5"/>
                  <a:pt x="76" y="14"/>
                  <a:pt x="80" y="26"/>
                </a:cubicBezTo>
                <a:cubicBezTo>
                  <a:pt x="81" y="27"/>
                  <a:pt x="81" y="27"/>
                  <a:pt x="81" y="28"/>
                </a:cubicBezTo>
                <a:cubicBezTo>
                  <a:pt x="81" y="29"/>
                  <a:pt x="81" y="30"/>
                  <a:pt x="82" y="31"/>
                </a:cubicBezTo>
                <a:cubicBezTo>
                  <a:pt x="82" y="32"/>
                  <a:pt x="82" y="34"/>
                  <a:pt x="82" y="36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r>
              <a:t>index 6</a:t>
            </a:r>
          </a:p>
        </p:txBody>
      </p:sp>
      <p:grpSp>
        <p:nvGrpSpPr>
          <p:cNvPr id="166" name="Google Shape;166;p15"/>
          <p:cNvGrpSpPr/>
          <p:nvPr/>
        </p:nvGrpSpPr>
        <p:grpSpPr>
          <a:xfrm rot="2700000">
            <a:off x="8365775" y="4142021"/>
            <a:ext cx="2645084" cy="999556"/>
            <a:chOff x="6403403" y="1682338"/>
            <a:chExt cx="2116149" cy="799784"/>
          </a:xfrm>
        </p:grpSpPr>
        <p:sp>
          <p:nvSpPr>
            <p:cNvPr id="167" name="Google Shape;167;p15"/>
            <p:cNvSpPr txBox="1"/>
            <p:nvPr/>
          </p:nvSpPr>
          <p:spPr>
            <a:xfrm>
              <a:off x="6447907" y="2051160"/>
              <a:ext cx="2071645" cy="43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6403403" y="1682338"/>
              <a:ext cx="1604334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69" name="Google Shape;169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0" name="Google Shape;170;p15"/>
          <p:cNvSpPr/>
          <p:nvPr/>
        </p:nvSpPr>
        <p:spPr>
          <a:xfrm>
            <a:off x="7366602" y="3184696"/>
            <a:ext cx="1632572" cy="1650936"/>
          </a:xfrm>
          <a:custGeom>
            <a:rect b="b" l="l" r="r" t="t"/>
            <a:pathLst>
              <a:path extrusionOk="0" h="1320800" w="1306285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noFill/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r>
              <a:t>index 8</a:t>
            </a:r>
          </a:p>
        </p:txBody>
      </p:sp>
      <p:grpSp>
        <p:nvGrpSpPr>
          <p:cNvPr id="171" name="Google Shape;171;p15"/>
          <p:cNvGrpSpPr/>
          <p:nvPr/>
        </p:nvGrpSpPr>
        <p:grpSpPr>
          <a:xfrm>
            <a:off x="3957635" y="2980547"/>
            <a:ext cx="400773" cy="343285"/>
            <a:chOff x="2541588" y="2027238"/>
            <a:chExt cx="320675" cy="274638"/>
          </a:xfrm>
        </p:grpSpPr>
        <p:sp>
          <p:nvSpPr>
            <p:cNvPr id="172" name="Google Shape;172;p15"/>
            <p:cNvSpPr/>
            <p:nvPr/>
          </p:nvSpPr>
          <p:spPr>
            <a:xfrm>
              <a:off x="2541588" y="2027238"/>
              <a:ext cx="320675" cy="274638"/>
            </a:xfrm>
            <a:custGeom>
              <a:rect b="b" l="l" r="r" t="t"/>
              <a:pathLst>
                <a:path extrusionOk="0" h="173" w="202">
                  <a:moveTo>
                    <a:pt x="14" y="157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0" y="173"/>
                  </a:lnTo>
                  <a:lnTo>
                    <a:pt x="202" y="173"/>
                  </a:lnTo>
                  <a:lnTo>
                    <a:pt x="202" y="157"/>
                  </a:lnTo>
                  <a:lnTo>
                    <a:pt x="14" y="157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2587625" y="2106613"/>
              <a:ext cx="242887" cy="153988"/>
            </a:xfrm>
            <a:custGeom>
              <a:rect b="b" l="l" r="r" t="t"/>
              <a:pathLst>
                <a:path extrusionOk="0" h="97" w="153">
                  <a:moveTo>
                    <a:pt x="45" y="49"/>
                  </a:moveTo>
                  <a:lnTo>
                    <a:pt x="71" y="68"/>
                  </a:lnTo>
                  <a:lnTo>
                    <a:pt x="127" y="28"/>
                  </a:lnTo>
                  <a:lnTo>
                    <a:pt x="135" y="38"/>
                  </a:lnTo>
                  <a:lnTo>
                    <a:pt x="153" y="0"/>
                  </a:lnTo>
                  <a:lnTo>
                    <a:pt x="111" y="4"/>
                  </a:lnTo>
                  <a:lnTo>
                    <a:pt x="120" y="16"/>
                  </a:lnTo>
                  <a:lnTo>
                    <a:pt x="71" y="50"/>
                  </a:lnTo>
                  <a:lnTo>
                    <a:pt x="43" y="28"/>
                  </a:lnTo>
                  <a:lnTo>
                    <a:pt x="0" y="88"/>
                  </a:lnTo>
                  <a:lnTo>
                    <a:pt x="12" y="97"/>
                  </a:lnTo>
                  <a:lnTo>
                    <a:pt x="45" y="4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15"/>
          <p:cNvGrpSpPr/>
          <p:nvPr/>
        </p:nvGrpSpPr>
        <p:grpSpPr>
          <a:xfrm rot="2700000">
            <a:off x="1614240" y="1715423"/>
            <a:ext cx="2589459" cy="1037588"/>
            <a:chOff x="6432912" y="1656194"/>
            <a:chExt cx="2071645" cy="830216"/>
          </a:xfrm>
        </p:grpSpPr>
        <p:sp>
          <p:nvSpPr>
            <p:cNvPr id="175" name="Google Shape;175;p15"/>
            <p:cNvSpPr txBox="1"/>
            <p:nvPr/>
          </p:nvSpPr>
          <p:spPr>
            <a:xfrm>
              <a:off x="6432912" y="2055447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6805042" y="1656194"/>
              <a:ext cx="1562808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77" name="Google Shape;177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8" name="Google Shape;178;p15"/>
          <p:cNvSpPr/>
          <p:nvPr/>
        </p:nvSpPr>
        <p:spPr>
          <a:xfrm>
            <a:off x="4124124" y="2510268"/>
            <a:ext cx="1142800" cy="1142956"/>
          </a:xfrm>
          <a:custGeom>
            <a:rect b="b" l="l" r="r" t="t"/>
            <a:pathLst>
              <a:path extrusionOk="0" h="914400" w="914400">
                <a:moveTo>
                  <a:pt x="914400" y="0"/>
                </a:moveTo>
                <a:lnTo>
                  <a:pt x="0" y="914400"/>
                </a:lnTo>
              </a:path>
            </a:pathLst>
          </a:custGeom>
          <a:noFill/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r>
              <a:t>index 11</a:t>
            </a:r>
          </a:p>
        </p:txBody>
      </p:sp>
      <p:grpSp>
        <p:nvGrpSpPr>
          <p:cNvPr id="179" name="Google Shape;179;p15"/>
          <p:cNvGrpSpPr/>
          <p:nvPr/>
        </p:nvGrpSpPr>
        <p:grpSpPr>
          <a:xfrm>
            <a:off x="3868354" y="4972782"/>
            <a:ext cx="476167" cy="559572"/>
            <a:chOff x="2635250" y="3875088"/>
            <a:chExt cx="381000" cy="447675"/>
          </a:xfrm>
        </p:grpSpPr>
        <p:sp>
          <p:nvSpPr>
            <p:cNvPr id="180" name="Google Shape;180;p15"/>
            <p:cNvSpPr/>
            <p:nvPr/>
          </p:nvSpPr>
          <p:spPr>
            <a:xfrm>
              <a:off x="2870200" y="3967163"/>
              <a:ext cx="146050" cy="168275"/>
            </a:xfrm>
            <a:custGeom>
              <a:rect b="b" l="l" r="r" t="t"/>
              <a:pathLst>
                <a:path extrusionOk="0" h="61" w="53">
                  <a:moveTo>
                    <a:pt x="4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3" y="3"/>
                    <a:pt x="3" y="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4" y="27"/>
                    <a:pt x="19" y="32"/>
                    <a:pt x="19" y="38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9" y="61"/>
                    <a:pt x="53" y="58"/>
                    <a:pt x="53" y="5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49" y="0"/>
                    <a:pt x="45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2890838" y="3875088"/>
              <a:ext cx="87312" cy="106363"/>
            </a:xfrm>
            <a:custGeom>
              <a:rect b="b" l="l" r="r" t="t"/>
              <a:pathLst>
                <a:path extrusionOk="0" h="39" w="32">
                  <a:moveTo>
                    <a:pt x="8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8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3" y="32"/>
                    <a:pt x="8" y="32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816225" y="4071938"/>
              <a:ext cx="30162" cy="130175"/>
            </a:xfrm>
            <a:custGeom>
              <a:rect b="b" l="l" r="r" t="t"/>
              <a:pathLst>
                <a:path extrusionOk="0" h="82" w="19">
                  <a:moveTo>
                    <a:pt x="9" y="0"/>
                  </a:moveTo>
                  <a:lnTo>
                    <a:pt x="0" y="68"/>
                  </a:lnTo>
                  <a:lnTo>
                    <a:pt x="9" y="82"/>
                  </a:lnTo>
                  <a:lnTo>
                    <a:pt x="19" y="68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2755900" y="3962400"/>
              <a:ext cx="161925" cy="263525"/>
            </a:xfrm>
            <a:custGeom>
              <a:rect b="b" l="l" r="r" t="t"/>
              <a:pathLst>
                <a:path extrusionOk="0" h="96" w="59">
                  <a:moveTo>
                    <a:pt x="49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28"/>
                    <a:pt x="43" y="26"/>
                    <a:pt x="43" y="2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3"/>
                    <a:pt x="39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1" y="3"/>
                    <a:pt x="11" y="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6"/>
                    <a:pt x="13" y="28"/>
                    <a:pt x="15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1"/>
                    <a:pt x="2" y="32"/>
                    <a:pt x="0" y="32"/>
                  </a:cubicBezTo>
                  <a:cubicBezTo>
                    <a:pt x="1" y="33"/>
                    <a:pt x="2" y="33"/>
                    <a:pt x="2" y="33"/>
                  </a:cubicBezTo>
                  <a:cubicBezTo>
                    <a:pt x="3" y="33"/>
                    <a:pt x="4" y="33"/>
                    <a:pt x="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4" y="33"/>
                    <a:pt x="57" y="36"/>
                    <a:pt x="57" y="40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91"/>
                    <a:pt x="54" y="94"/>
                    <a:pt x="4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5" y="96"/>
                    <a:pt x="59" y="92"/>
                    <a:pt x="59" y="87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5" y="31"/>
                    <a:pt x="49" y="3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2635250" y="4052888"/>
              <a:ext cx="174625" cy="269875"/>
            </a:xfrm>
            <a:custGeom>
              <a:rect b="b" l="l" r="r" t="t"/>
              <a:pathLst>
                <a:path extrusionOk="0" h="98" w="64">
                  <a:moveTo>
                    <a:pt x="54" y="33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9" y="30"/>
                    <a:pt x="49" y="28"/>
                    <a:pt x="49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4"/>
                    <a:pt x="45" y="0"/>
                    <a:pt x="4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4" y="4"/>
                    <a:pt x="14" y="10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8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37"/>
                    <a:pt x="0" y="4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4"/>
                    <a:pt x="4" y="98"/>
                    <a:pt x="9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60" y="98"/>
                    <a:pt x="64" y="94"/>
                    <a:pt x="64" y="90"/>
                  </a:cubicBezTo>
                  <a:cubicBezTo>
                    <a:pt x="64" y="42"/>
                    <a:pt x="64" y="42"/>
                    <a:pt x="64" y="42"/>
                  </a:cubicBezTo>
                  <a:cubicBezTo>
                    <a:pt x="64" y="37"/>
                    <a:pt x="60" y="33"/>
                    <a:pt x="54" y="33"/>
                  </a:cubicBezTo>
                  <a:close/>
                  <a:moveTo>
                    <a:pt x="16" y="25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5"/>
                    <a:pt x="20" y="2"/>
                    <a:pt x="24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4" y="2"/>
                    <a:pt x="48" y="5"/>
                    <a:pt x="48" y="10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30"/>
                    <a:pt x="44" y="33"/>
                    <a:pt x="40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3"/>
                    <a:pt x="16" y="30"/>
                    <a:pt x="16" y="25"/>
                  </a:cubicBezTo>
                  <a:close/>
                  <a:moveTo>
                    <a:pt x="62" y="90"/>
                  </a:moveTo>
                  <a:cubicBezTo>
                    <a:pt x="62" y="93"/>
                    <a:pt x="59" y="96"/>
                    <a:pt x="54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5" y="96"/>
                    <a:pt x="1" y="93"/>
                    <a:pt x="1" y="9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5" y="35"/>
                    <a:pt x="9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9" y="35"/>
                    <a:pt x="62" y="38"/>
                    <a:pt x="62" y="42"/>
                  </a:cubicBezTo>
                  <a:lnTo>
                    <a:pt x="62" y="9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2706688" y="4171950"/>
              <a:ext cx="30162" cy="125413"/>
            </a:xfrm>
            <a:custGeom>
              <a:rect b="b" l="l" r="r" t="t"/>
              <a:pathLst>
                <a:path extrusionOk="0" h="79" w="19">
                  <a:moveTo>
                    <a:pt x="0" y="65"/>
                  </a:moveTo>
                  <a:lnTo>
                    <a:pt x="10" y="79"/>
                  </a:lnTo>
                  <a:lnTo>
                    <a:pt x="19" y="65"/>
                  </a:lnTo>
                  <a:lnTo>
                    <a:pt x="1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15"/>
          <p:cNvGrpSpPr/>
          <p:nvPr/>
        </p:nvGrpSpPr>
        <p:grpSpPr>
          <a:xfrm rot="2700000">
            <a:off x="1502061" y="3772275"/>
            <a:ext cx="2589459" cy="1022083"/>
            <a:chOff x="6422835" y="1650423"/>
            <a:chExt cx="2071645" cy="817810"/>
          </a:xfrm>
        </p:grpSpPr>
        <p:sp>
          <p:nvSpPr>
            <p:cNvPr id="187" name="Google Shape;187;p15"/>
            <p:cNvSpPr txBox="1"/>
            <p:nvPr/>
          </p:nvSpPr>
          <p:spPr>
            <a:xfrm>
              <a:off x="6422835" y="2037270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7018520" y="1650423"/>
              <a:ext cx="1331848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89" name="Google Shape;189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0" name="Google Shape;190;p15"/>
          <p:cNvSpPr/>
          <p:nvPr/>
        </p:nvSpPr>
        <p:spPr>
          <a:xfrm>
            <a:off x="3424159" y="3281760"/>
            <a:ext cx="2185605" cy="2185905"/>
          </a:xfrm>
          <a:custGeom>
            <a:rect b="b" l="l" r="r" t="t"/>
            <a:pathLst>
              <a:path extrusionOk="0" h="1748790" w="1748790">
                <a:moveTo>
                  <a:pt x="1748790" y="0"/>
                </a:moveTo>
                <a:lnTo>
                  <a:pt x="0" y="1748790"/>
                </a:lnTo>
              </a:path>
            </a:pathLst>
          </a:custGeom>
          <a:noFill/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r>
              <a:t>index 14</a:t>
            </a:r>
          </a:p>
        </p:txBody>
      </p:sp>
      <p:grpSp>
        <p:nvGrpSpPr>
          <p:cNvPr id="191" name="Google Shape;191;p15"/>
          <p:cNvGrpSpPr/>
          <p:nvPr/>
        </p:nvGrpSpPr>
        <p:grpSpPr>
          <a:xfrm rot="2700000">
            <a:off x="8427068" y="2187044"/>
            <a:ext cx="2589457" cy="1011781"/>
            <a:chOff x="6414313" y="1641124"/>
            <a:chExt cx="2071645" cy="809567"/>
          </a:xfrm>
        </p:grpSpPr>
        <p:sp>
          <p:nvSpPr>
            <p:cNvPr id="192" name="Google Shape;192;p15"/>
            <p:cNvSpPr txBox="1"/>
            <p:nvPr/>
          </p:nvSpPr>
          <p:spPr>
            <a:xfrm>
              <a:off x="6414313" y="2019728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6423334" y="1641124"/>
              <a:ext cx="1679259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94" name="Google Shape;194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5" name="Google Shape;195;p15"/>
          <p:cNvSpPr/>
          <p:nvPr/>
        </p:nvSpPr>
        <p:spPr>
          <a:xfrm>
            <a:off x="6923766" y="1641703"/>
            <a:ext cx="1632572" cy="1650936"/>
          </a:xfrm>
          <a:custGeom>
            <a:rect b="b" l="l" r="r" t="t"/>
            <a:pathLst>
              <a:path extrusionOk="0" h="1320800" w="1306285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solidFill>
            <a:srgbClr val="261F1C"/>
          </a:solidFill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r>
              <a:t>index 16</a:t>
            </a:r>
          </a:p>
        </p:txBody>
      </p:sp>
      <p:grpSp>
        <p:nvGrpSpPr>
          <p:cNvPr id="196" name="Google Shape;196;p15"/>
          <p:cNvGrpSpPr/>
          <p:nvPr/>
        </p:nvGrpSpPr>
        <p:grpSpPr>
          <a:xfrm>
            <a:off x="8087404" y="2295332"/>
            <a:ext cx="509896" cy="400828"/>
            <a:chOff x="5297488" y="2511425"/>
            <a:chExt cx="407988" cy="320675"/>
          </a:xfrm>
        </p:grpSpPr>
        <p:sp>
          <p:nvSpPr>
            <p:cNvPr id="197" name="Google Shape;197;p15"/>
            <p:cNvSpPr/>
            <p:nvPr/>
          </p:nvSpPr>
          <p:spPr>
            <a:xfrm>
              <a:off x="5297488" y="2511425"/>
              <a:ext cx="322263" cy="239713"/>
            </a:xfrm>
            <a:custGeom>
              <a:rect b="b" l="l" r="r" t="t"/>
              <a:pathLst>
                <a:path extrusionOk="0" h="97" w="131">
                  <a:moveTo>
                    <a:pt x="15" y="92"/>
                  </a:moveTo>
                  <a:cubicBezTo>
                    <a:pt x="10" y="92"/>
                    <a:pt x="6" y="88"/>
                    <a:pt x="6" y="8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22" y="6"/>
                    <a:pt x="126" y="10"/>
                    <a:pt x="126" y="15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15"/>
                    <a:pt x="131" y="15"/>
                    <a:pt x="131" y="15"/>
                  </a:cubicBezTo>
                  <a:cubicBezTo>
                    <a:pt x="131" y="7"/>
                    <a:pt x="125" y="0"/>
                    <a:pt x="1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7" y="97"/>
                    <a:pt x="15" y="97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97" y="92"/>
                    <a:pt x="97" y="92"/>
                    <a:pt x="97" y="92"/>
                  </a:cubicBezTo>
                  <a:lnTo>
                    <a:pt x="15" y="92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5541963" y="2663825"/>
              <a:ext cx="163513" cy="168275"/>
            </a:xfrm>
            <a:custGeom>
              <a:rect b="b" l="l" r="r" t="t"/>
              <a:pathLst>
                <a:path extrusionOk="0" h="68" w="67">
                  <a:moveTo>
                    <a:pt x="5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8"/>
                    <a:pt x="9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7" y="65"/>
                    <a:pt x="67" y="60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4"/>
                    <a:pt x="63" y="0"/>
                    <a:pt x="5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5580063" y="2573338"/>
              <a:ext cx="87313" cy="103188"/>
            </a:xfrm>
            <a:custGeom>
              <a:rect b="b" l="l" r="r" t="t"/>
              <a:pathLst>
                <a:path extrusionOk="0" h="42" w="35">
                  <a:moveTo>
                    <a:pt x="9" y="35"/>
                  </a:moveTo>
                  <a:cubicBezTo>
                    <a:pt x="9" y="36"/>
                    <a:pt x="9" y="36"/>
                    <a:pt x="9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1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5332413" y="2605088"/>
              <a:ext cx="203200" cy="109538"/>
            </a:xfrm>
            <a:custGeom>
              <a:rect b="b" l="l" r="r" t="t"/>
              <a:pathLst>
                <a:path extrusionOk="0" h="69" w="128">
                  <a:moveTo>
                    <a:pt x="116" y="9"/>
                  </a:moveTo>
                  <a:lnTo>
                    <a:pt x="91" y="34"/>
                  </a:lnTo>
                  <a:lnTo>
                    <a:pt x="79" y="20"/>
                  </a:lnTo>
                  <a:lnTo>
                    <a:pt x="38" y="59"/>
                  </a:lnTo>
                  <a:lnTo>
                    <a:pt x="15" y="50"/>
                  </a:lnTo>
                  <a:lnTo>
                    <a:pt x="0" y="65"/>
                  </a:lnTo>
                  <a:lnTo>
                    <a:pt x="3" y="69"/>
                  </a:lnTo>
                  <a:lnTo>
                    <a:pt x="17" y="55"/>
                  </a:lnTo>
                  <a:lnTo>
                    <a:pt x="40" y="64"/>
                  </a:lnTo>
                  <a:lnTo>
                    <a:pt x="79" y="26"/>
                  </a:lnTo>
                  <a:lnTo>
                    <a:pt x="91" y="40"/>
                  </a:lnTo>
                  <a:lnTo>
                    <a:pt x="119" y="12"/>
                  </a:lnTo>
                  <a:lnTo>
                    <a:pt x="124" y="17"/>
                  </a:lnTo>
                  <a:lnTo>
                    <a:pt x="128" y="0"/>
                  </a:lnTo>
                  <a:lnTo>
                    <a:pt x="111" y="5"/>
                  </a:lnTo>
                  <a:lnTo>
                    <a:pt x="116" y="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grpSp>
        <p:nvGrpSpPr>
          <p:cNvPr id="206" name="Google Shape;206;p16"/>
          <p:cNvGrpSpPr/>
          <p:nvPr/>
        </p:nvGrpSpPr>
        <p:grpSpPr>
          <a:xfrm>
            <a:off x="5186310" y="1734460"/>
            <a:ext cx="1819380" cy="3776112"/>
            <a:chOff x="4923304" y="1684213"/>
            <a:chExt cx="2229277" cy="4626854"/>
          </a:xfrm>
        </p:grpSpPr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7" name="Google Shape;207;p16"/>
            <p:cNvSpPr/>
            <p:nvPr/>
          </p:nvSpPr>
          <p:spPr>
            <a:xfrm>
              <a:off x="5793154" y="2315778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8" name="Google Shape;208;p16"/>
            <p:cNvSpPr/>
            <p:nvPr/>
          </p:nvSpPr>
          <p:spPr>
            <a:xfrm>
              <a:off x="5306522" y="3320269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9" name="Google Shape;209;p16"/>
            <p:cNvSpPr/>
            <p:nvPr/>
          </p:nvSpPr>
          <p:spPr>
            <a:xfrm>
              <a:off x="5793154" y="4299283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0" name="Google Shape;210;p16"/>
            <p:cNvSpPr/>
            <p:nvPr/>
          </p:nvSpPr>
          <p:spPr>
            <a:xfrm>
              <a:off x="5306522" y="5329250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1" name="Google Shape;211;p16"/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212" name="Google Shape;212;p16"/>
              <p:cNvSpPr/>
              <p:nvPr/>
            </p:nvSpPr>
            <p:spPr>
              <a:xfrm>
                <a:off x="5466028" y="3573608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23520" y="23523"/>
                    </a:moveTo>
                    <a:lnTo>
                      <a:pt x="23520" y="23523"/>
                    </a:lnTo>
                    <a:cubicBezTo>
                      <a:pt x="39049" y="7991"/>
                      <a:pt x="62710" y="3996"/>
                      <a:pt x="82479" y="13566"/>
                    </a:cubicBezTo>
                    <a:cubicBezTo>
                      <a:pt x="102248" y="23137"/>
                      <a:pt x="113790" y="44176"/>
                      <a:pt x="111239" y="65991"/>
                    </a:cubicBezTo>
                    <a:cubicBezTo>
                      <a:pt x="108688" y="87807"/>
                      <a:pt x="92605" y="105615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87199" y="91427"/>
                      <a:pt x="97618" y="77668"/>
                      <a:pt x="98369" y="61817"/>
                    </a:cubicBezTo>
                    <a:cubicBezTo>
                      <a:pt x="99120" y="45966"/>
                      <a:pt x="90046" y="31284"/>
                      <a:pt x="75534" y="24867"/>
                    </a:cubicBezTo>
                    <a:cubicBezTo>
                      <a:pt x="61021" y="18450"/>
                      <a:pt x="44056" y="21617"/>
                      <a:pt x="32836" y="3283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6"/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4" name="Google Shape;214;p16"/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215" name="Google Shape;215;p16"/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fmla="val 0" name="adj1"/>
                  <a:gd fmla="val 18900000" name="adj2"/>
                  <a:gd fmla="val 12740" name="adj3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16"/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7" name="Google Shape;217;p16"/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218" name="Google Shape;218;p16"/>
              <p:cNvSpPr/>
              <p:nvPr/>
            </p:nvSpPr>
            <p:spPr>
              <a:xfrm>
                <a:off x="4981360" y="2567267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96480" y="23523"/>
                    </a:moveTo>
                    <a:lnTo>
                      <a:pt x="87164" y="32839"/>
                    </a:lnTo>
                    <a:cubicBezTo>
                      <a:pt x="75944" y="21617"/>
                      <a:pt x="58979" y="18450"/>
                      <a:pt x="44466" y="24867"/>
                    </a:cubicBezTo>
                    <a:cubicBezTo>
                      <a:pt x="29954" y="31284"/>
                      <a:pt x="20880" y="45966"/>
                      <a:pt x="21631" y="61817"/>
                    </a:cubicBezTo>
                    <a:cubicBezTo>
                      <a:pt x="22382" y="77668"/>
                      <a:pt x="32801" y="91427"/>
                      <a:pt x="47856" y="96444"/>
                    </a:cubicBezTo>
                    <a:lnTo>
                      <a:pt x="47295" y="88507"/>
                    </a:lnTo>
                    <a:lnTo>
                      <a:pt x="63170" y="104890"/>
                    </a:lnTo>
                    <a:lnTo>
                      <a:pt x="49408" y="118429"/>
                    </a:lnTo>
                    <a:lnTo>
                      <a:pt x="48839" y="110367"/>
                    </a:lnTo>
                    <a:cubicBezTo>
                      <a:pt x="27395" y="105615"/>
                      <a:pt x="11312" y="87807"/>
                      <a:pt x="8761" y="65991"/>
                    </a:cubicBezTo>
                    <a:cubicBezTo>
                      <a:pt x="6210" y="44176"/>
                      <a:pt x="17752" y="23137"/>
                      <a:pt x="37521" y="13566"/>
                    </a:cubicBezTo>
                    <a:cubicBezTo>
                      <a:pt x="57290" y="3996"/>
                      <a:pt x="80951" y="7991"/>
                      <a:pt x="96480" y="2352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6"/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20" name="Google Shape;220;p16"/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221" name="Google Shape;221;p16"/>
              <p:cNvSpPr/>
              <p:nvPr/>
            </p:nvSpPr>
            <p:spPr>
              <a:xfrm>
                <a:off x="5466028" y="1564628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8412" y="60000"/>
                    </a:moveTo>
                    <a:lnTo>
                      <a:pt x="8412" y="60000"/>
                    </a:lnTo>
                    <a:cubicBezTo>
                      <a:pt x="8412" y="32962"/>
                      <a:pt x="29287" y="10511"/>
                      <a:pt x="56253" y="8547"/>
                    </a:cubicBezTo>
                    <a:cubicBezTo>
                      <a:pt x="83219" y="6584"/>
                      <a:pt x="107127" y="25773"/>
                      <a:pt x="111044" y="52526"/>
                    </a:cubicBezTo>
                    <a:cubicBezTo>
                      <a:pt x="114961" y="79279"/>
                      <a:pt x="97558" y="104517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90761" y="90239"/>
                      <a:pt x="101708" y="71000"/>
                      <a:pt x="97532" y="51825"/>
                    </a:cubicBezTo>
                    <a:cubicBezTo>
                      <a:pt x="93356" y="32650"/>
                      <a:pt x="75400" y="19706"/>
                      <a:pt x="55889" y="21806"/>
                    </a:cubicBezTo>
                    <a:cubicBezTo>
                      <a:pt x="36379" y="23907"/>
                      <a:pt x="21588" y="40376"/>
                      <a:pt x="21588" y="60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6"/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3" name="Google Shape;223;p16"/>
          <p:cNvGrpSpPr/>
          <p:nvPr/>
        </p:nvGrpSpPr>
        <p:grpSpPr>
          <a:xfrm>
            <a:off x="7150971" y="1917459"/>
            <a:ext cx="2717425" cy="884352"/>
            <a:chOff x="874713" y="3451823"/>
            <a:chExt cx="2717425" cy="884352"/>
          </a:xfrm>
        </p:grpSpPr>
        <p:sp>
          <p:nvSpPr>
            <p:cNvPr id="224" name="Google Shape;224;p16"/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16"/>
          <p:cNvGrpSpPr/>
          <p:nvPr/>
        </p:nvGrpSpPr>
        <p:grpSpPr>
          <a:xfrm>
            <a:off x="7150971" y="3615083"/>
            <a:ext cx="2717425" cy="884352"/>
            <a:chOff x="874713" y="3451823"/>
            <a:chExt cx="2717425" cy="884352"/>
          </a:xfrm>
        </p:grpSpPr>
        <p:sp>
          <p:nvSpPr>
            <p:cNvPr id="227" name="Google Shape;227;p16"/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16"/>
          <p:cNvGrpSpPr/>
          <p:nvPr/>
        </p:nvGrpSpPr>
        <p:grpSpPr>
          <a:xfrm>
            <a:off x="2090057" y="2676705"/>
            <a:ext cx="2915489" cy="884352"/>
            <a:chOff x="1493637" y="3451823"/>
            <a:chExt cx="2915489" cy="884352"/>
          </a:xfrm>
        </p:grpSpPr>
        <p:sp>
          <p:nvSpPr>
            <p:cNvPr id="230" name="Google Shape;230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16"/>
          <p:cNvGrpSpPr/>
          <p:nvPr/>
        </p:nvGrpSpPr>
        <p:grpSpPr>
          <a:xfrm>
            <a:off x="2090057" y="4465729"/>
            <a:ext cx="2915489" cy="884352"/>
            <a:chOff x="1493637" y="3451823"/>
            <a:chExt cx="2915489" cy="884352"/>
          </a:xfrm>
        </p:grpSpPr>
        <p:sp>
          <p:nvSpPr>
            <p:cNvPr id="233" name="Google Shape;233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sp>
        <p:nvSpPr>
          <p:cNvPr id="240" name="Google Shape;240;p17"/>
          <p:cNvSpPr/>
          <p:nvPr/>
        </p:nvSpPr>
        <p:spPr>
          <a:xfrm>
            <a:off x="5481340" y="2205357"/>
            <a:ext cx="1199467" cy="1042233"/>
          </a:xfrm>
          <a:custGeom>
            <a:rect b="b" l="l" r="r" t="t"/>
            <a:pathLst>
              <a:path extrusionOk="0" h="232" w="267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r>
              <a:t>index 1</a:t>
            </a:r>
          </a:p>
        </p:txBody>
      </p:sp>
      <p:sp>
        <p:nvSpPr>
          <p:cNvPr id="241" name="Google Shape;241;p17"/>
          <p:cNvSpPr/>
          <p:nvPr/>
        </p:nvSpPr>
        <p:spPr>
          <a:xfrm>
            <a:off x="5068039" y="3467719"/>
            <a:ext cx="2026066" cy="489671"/>
          </a:xfrm>
          <a:custGeom>
            <a:rect b="b" l="l" r="r" t="t"/>
            <a:pathLst>
              <a:path extrusionOk="0" h="109" w="451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index 2</a:t>
            </a:r>
          </a:p>
        </p:txBody>
      </p:sp>
      <p:sp>
        <p:nvSpPr>
          <p:cNvPr id="242" name="Google Shape;242;p17"/>
          <p:cNvSpPr/>
          <p:nvPr/>
        </p:nvSpPr>
        <p:spPr>
          <a:xfrm>
            <a:off x="4663726" y="4182005"/>
            <a:ext cx="2843679" cy="485178"/>
          </a:xfrm>
          <a:custGeom>
            <a:rect b="b" l="l" r="r" t="t"/>
            <a:pathLst>
              <a:path extrusionOk="0" h="108" w="633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index 3</a:t>
            </a:r>
          </a:p>
        </p:txBody>
      </p:sp>
      <p:sp>
        <p:nvSpPr>
          <p:cNvPr id="243" name="Google Shape;243;p17"/>
          <p:cNvSpPr/>
          <p:nvPr/>
        </p:nvSpPr>
        <p:spPr>
          <a:xfrm>
            <a:off x="4039283" y="4891802"/>
            <a:ext cx="4097053" cy="862538"/>
          </a:xfrm>
          <a:custGeom>
            <a:rect b="b" l="l" r="r" t="t"/>
            <a:pathLst>
              <a:path extrusionOk="0" h="192" w="91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index 4</a:t>
            </a:r>
          </a:p>
        </p:txBody>
      </p:sp>
      <p:sp>
        <p:nvSpPr>
          <p:cNvPr id="244" name="Google Shape;244;p17"/>
          <p:cNvSpPr/>
          <p:nvPr/>
        </p:nvSpPr>
        <p:spPr>
          <a:xfrm>
            <a:off x="5481339" y="3247589"/>
            <a:ext cx="1325254" cy="220128"/>
          </a:xfrm>
          <a:custGeom>
            <a:rect b="b" l="l" r="r" t="t"/>
            <a:pathLst>
              <a:path extrusionOk="0" h="49" w="295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5</a:t>
            </a:r>
          </a:p>
        </p:txBody>
      </p:sp>
      <p:sp>
        <p:nvSpPr>
          <p:cNvPr id="245" name="Google Shape;245;p17"/>
          <p:cNvSpPr/>
          <p:nvPr/>
        </p:nvSpPr>
        <p:spPr>
          <a:xfrm>
            <a:off x="5068039" y="3957387"/>
            <a:ext cx="2156344" cy="224619"/>
          </a:xfrm>
          <a:custGeom>
            <a:rect b="b" l="l" r="r" t="t"/>
            <a:pathLst>
              <a:path extrusionOk="0" h="50" w="48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6</a:t>
            </a:r>
          </a:p>
        </p:txBody>
      </p:sp>
      <p:sp>
        <p:nvSpPr>
          <p:cNvPr id="246" name="Google Shape;246;p17"/>
          <p:cNvSpPr/>
          <p:nvPr/>
        </p:nvSpPr>
        <p:spPr>
          <a:xfrm>
            <a:off x="4663726" y="4667184"/>
            <a:ext cx="2973957" cy="224619"/>
          </a:xfrm>
          <a:custGeom>
            <a:rect b="b" l="l" r="r" t="t"/>
            <a:pathLst>
              <a:path extrusionOk="0" h="50" w="662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7</a:t>
            </a:r>
          </a:p>
        </p:txBody>
      </p:sp>
      <p:sp>
        <p:nvSpPr>
          <p:cNvPr id="247" name="Google Shape;247;p17"/>
          <p:cNvSpPr/>
          <p:nvPr/>
        </p:nvSpPr>
        <p:spPr>
          <a:xfrm>
            <a:off x="1152008" y="2243457"/>
            <a:ext cx="489671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8</a:t>
            </a:r>
          </a:p>
        </p:txBody>
      </p:sp>
      <p:sp>
        <p:nvSpPr>
          <p:cNvPr id="248" name="Google Shape;248;p17"/>
          <p:cNvSpPr/>
          <p:nvPr/>
        </p:nvSpPr>
        <p:spPr>
          <a:xfrm>
            <a:off x="1152008" y="3505819"/>
            <a:ext cx="489671" cy="4806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9</a:t>
            </a:r>
          </a:p>
        </p:txBody>
      </p:sp>
      <p:sp>
        <p:nvSpPr>
          <p:cNvPr id="249" name="Google Shape;249;p17"/>
          <p:cNvSpPr/>
          <p:nvPr/>
        </p:nvSpPr>
        <p:spPr>
          <a:xfrm>
            <a:off x="1152008" y="4759192"/>
            <a:ext cx="489671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10</a:t>
            </a:r>
          </a:p>
        </p:txBody>
      </p:sp>
      <p:sp>
        <p:nvSpPr>
          <p:cNvPr id="250" name="Google Shape;250;p17"/>
          <p:cNvSpPr/>
          <p:nvPr/>
        </p:nvSpPr>
        <p:spPr>
          <a:xfrm>
            <a:off x="10520782" y="2243457"/>
            <a:ext cx="485177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11</a:t>
            </a:r>
          </a:p>
        </p:txBody>
      </p:sp>
      <p:sp>
        <p:nvSpPr>
          <p:cNvPr id="251" name="Google Shape;251;p17"/>
          <p:cNvSpPr/>
          <p:nvPr/>
        </p:nvSpPr>
        <p:spPr>
          <a:xfrm>
            <a:off x="10520782" y="3505819"/>
            <a:ext cx="485177" cy="4806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12</a:t>
            </a:r>
          </a:p>
        </p:txBody>
      </p:sp>
      <p:sp>
        <p:nvSpPr>
          <p:cNvPr id="252" name="Google Shape;252;p17"/>
          <p:cNvSpPr/>
          <p:nvPr/>
        </p:nvSpPr>
        <p:spPr>
          <a:xfrm>
            <a:off x="10520782" y="4759192"/>
            <a:ext cx="485177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13</a:t>
            </a:r>
          </a:p>
        </p:txBody>
      </p:sp>
      <p:sp>
        <p:nvSpPr>
          <p:cNvPr id="253" name="Google Shape;253;p17"/>
          <p:cNvSpPr/>
          <p:nvPr/>
        </p:nvSpPr>
        <p:spPr>
          <a:xfrm>
            <a:off x="10601141" y="3583934"/>
            <a:ext cx="324456" cy="324454"/>
          </a:xfrm>
          <a:custGeom>
            <a:rect b="b" l="l" r="r" t="t"/>
            <a:pathLst>
              <a:path extrusionOk="0" h="140" w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14</a:t>
            </a:r>
          </a:p>
        </p:txBody>
      </p:sp>
      <p:sp>
        <p:nvSpPr>
          <p:cNvPr id="254" name="Google Shape;254;p17"/>
          <p:cNvSpPr/>
          <p:nvPr/>
        </p:nvSpPr>
        <p:spPr>
          <a:xfrm>
            <a:off x="1239409" y="3611951"/>
            <a:ext cx="324456" cy="277404"/>
          </a:xfrm>
          <a:custGeom>
            <a:rect b="b" l="l" r="r" t="t"/>
            <a:pathLst>
              <a:path extrusionOk="0" h="120" w="14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15</a:t>
            </a:r>
          </a:p>
        </p:txBody>
      </p:sp>
      <p:sp>
        <p:nvSpPr>
          <p:cNvPr id="255" name="Google Shape;255;p17"/>
          <p:cNvSpPr/>
          <p:nvPr/>
        </p:nvSpPr>
        <p:spPr>
          <a:xfrm>
            <a:off x="10652288" y="4840819"/>
            <a:ext cx="307790" cy="326414"/>
          </a:xfrm>
          <a:custGeom>
            <a:rect b="b" l="l" r="r" t="t"/>
            <a:pathLst>
              <a:path extrusionOk="0" h="141" w="133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16</a:t>
            </a:r>
          </a:p>
        </p:txBody>
      </p:sp>
      <p:sp>
        <p:nvSpPr>
          <p:cNvPr id="256" name="Google Shape;256;p17"/>
          <p:cNvSpPr/>
          <p:nvPr/>
        </p:nvSpPr>
        <p:spPr>
          <a:xfrm>
            <a:off x="1265001" y="4831507"/>
            <a:ext cx="263682" cy="345038"/>
          </a:xfrm>
          <a:custGeom>
            <a:rect b="b" l="l" r="r" t="t"/>
            <a:pathLst>
              <a:path extrusionOk="0" h="149" w="114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17</a:t>
            </a:r>
          </a:p>
        </p:txBody>
      </p:sp>
      <p:sp>
        <p:nvSpPr>
          <p:cNvPr id="257" name="Google Shape;257;p17"/>
          <p:cNvSpPr/>
          <p:nvPr/>
        </p:nvSpPr>
        <p:spPr>
          <a:xfrm>
            <a:off x="1260591" y="2324822"/>
            <a:ext cx="272502" cy="326414"/>
          </a:xfrm>
          <a:custGeom>
            <a:rect b="b" l="l" r="r" t="t"/>
            <a:pathLst>
              <a:path extrusionOk="0" h="141" w="118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18</a:t>
            </a:r>
          </a:p>
        </p:txBody>
      </p:sp>
      <p:sp>
        <p:nvSpPr>
          <p:cNvPr id="258" name="Google Shape;258;p17"/>
          <p:cNvSpPr/>
          <p:nvPr/>
        </p:nvSpPr>
        <p:spPr>
          <a:xfrm>
            <a:off x="10601141" y="2370174"/>
            <a:ext cx="324456" cy="236234"/>
          </a:xfrm>
          <a:custGeom>
            <a:rect b="b" l="l" r="r" t="t"/>
            <a:pathLst>
              <a:path extrusionOk="0" h="102" w="140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19</a:t>
            </a:r>
          </a:p>
        </p:txBody>
      </p:sp>
      <p:sp>
        <p:nvSpPr>
          <p:cNvPr id="259" name="Google Shape;259;p17"/>
          <p:cNvSpPr txBox="1"/>
          <p:nvPr/>
        </p:nvSpPr>
        <p:spPr>
          <a:xfrm>
            <a:off x="1749501" y="22406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20</a:t>
            </a:r>
          </a:p>
        </p:txBody>
      </p:sp>
      <p:sp>
        <p:nvSpPr>
          <p:cNvPr id="260" name="Google Shape;260;p17"/>
          <p:cNvSpPr txBox="1"/>
          <p:nvPr/>
        </p:nvSpPr>
        <p:spPr>
          <a:xfrm>
            <a:off x="1749501" y="3494063"/>
            <a:ext cx="2664296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21</a:t>
            </a:r>
          </a:p>
        </p:txBody>
      </p:sp>
      <p:sp>
        <p:nvSpPr>
          <p:cNvPr id="261" name="Google Shape;261;p17"/>
          <p:cNvSpPr txBox="1"/>
          <p:nvPr/>
        </p:nvSpPr>
        <p:spPr>
          <a:xfrm>
            <a:off x="1749501" y="46577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22</a:t>
            </a:r>
          </a:p>
        </p:txBody>
      </p:sp>
      <p:sp>
        <p:nvSpPr>
          <p:cNvPr id="262" name="Google Shape;262;p17"/>
          <p:cNvSpPr txBox="1"/>
          <p:nvPr/>
        </p:nvSpPr>
        <p:spPr>
          <a:xfrm>
            <a:off x="7442026" y="22406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23</a:t>
            </a:r>
          </a:p>
        </p:txBody>
      </p:sp>
      <p:sp>
        <p:nvSpPr>
          <p:cNvPr id="263" name="Google Shape;263;p17"/>
          <p:cNvSpPr txBox="1"/>
          <p:nvPr/>
        </p:nvSpPr>
        <p:spPr>
          <a:xfrm>
            <a:off x="7730058" y="3494063"/>
            <a:ext cx="2664296" cy="625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24</a:t>
            </a:r>
          </a:p>
        </p:txBody>
      </p:sp>
      <p:sp>
        <p:nvSpPr>
          <p:cNvPr id="264" name="Google Shape;264;p17"/>
          <p:cNvSpPr txBox="1"/>
          <p:nvPr/>
        </p:nvSpPr>
        <p:spPr>
          <a:xfrm>
            <a:off x="8090098" y="46577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25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grpSp>
        <p:nvGrpSpPr>
          <p:cNvPr id="270" name="Google Shape;270;p18"/>
          <p:cNvGrpSpPr/>
          <p:nvPr/>
        </p:nvGrpSpPr>
        <p:grpSpPr>
          <a:xfrm>
            <a:off x="3527801" y="1766690"/>
            <a:ext cx="6010436" cy="2795037"/>
            <a:chOff x="3527801" y="2467334"/>
            <a:chExt cx="6010436" cy="2795037"/>
          </a:xfrm>
        </p:grpSpPr>
        <p:sp>
          <p:nvSpPr>
            <p:cNvPr id="271" name="Google Shape;271;p18"/>
            <p:cNvSpPr/>
            <p:nvPr/>
          </p:nvSpPr>
          <p:spPr>
            <a:xfrm flipH="1" rot="7160031">
              <a:off x="7145427" y="3464265"/>
              <a:ext cx="2749581" cy="790366"/>
            </a:xfrm>
            <a:prstGeom prst="homePlate">
              <a:avLst>
                <a:gd fmla="val 6451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8"/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 flipH="1" rot="5400000">
              <a:off x="3438139" y="3880910"/>
              <a:ext cx="2314306" cy="426997"/>
            </a:xfrm>
            <a:prstGeom prst="parallelogram">
              <a:avLst>
                <a:gd fmla="val 217202" name="adj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 flipH="1" rot="5400000">
              <a:off x="5781179" y="3693378"/>
              <a:ext cx="2694618" cy="426997"/>
            </a:xfrm>
            <a:prstGeom prst="parallelogram">
              <a:avLst>
                <a:gd fmla="val 254198" name="adj"/>
              </a:avLst>
            </a:prstGeom>
            <a:solidFill>
              <a:srgbClr val="BF9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 flipH="1" rot="5400000">
              <a:off x="4606157" y="3791892"/>
              <a:ext cx="2513961" cy="426997"/>
            </a:xfrm>
            <a:prstGeom prst="parallelogram">
              <a:avLst>
                <a:gd fmla="val 221414" name="adj"/>
              </a:avLst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" name="Google Shape;279;p18"/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</p:grpSpPr>
          <p:sp>
            <p:nvSpPr>
              <p:cNvPr id="280" name="Google Shape;280;p18"/>
              <p:cNvSpPr/>
              <p:nvPr/>
            </p:nvSpPr>
            <p:spPr>
              <a:xfrm>
                <a:off x="4080141" y="823174"/>
                <a:ext cx="294839" cy="294839"/>
              </a:xfrm>
              <a:custGeom>
                <a:rect b="b" l="l" r="r" t="t"/>
                <a:pathLst>
                  <a:path extrusionOk="0" h="284" w="284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solidFill>
                <a:srgbClr val="D8E2F3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8"/>
              <p:cNvSpPr/>
              <p:nvPr/>
            </p:nvSpPr>
            <p:spPr>
              <a:xfrm>
                <a:off x="4260783" y="798258"/>
                <a:ext cx="147420" cy="147420"/>
              </a:xfrm>
              <a:custGeom>
                <a:rect b="b" l="l" r="r" t="t"/>
                <a:pathLst>
                  <a:path extrusionOk="0" h="142" w="141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rgbClr val="D8E2F3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2" name="Google Shape;282;p18"/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8E2F3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283" name="Google Shape;283;p18"/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BE4D4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  <p:sp>
          <p:nvSpPr>
            <p:cNvPr id="284" name="Google Shape;284;p18"/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F2CC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  <p:sp>
          <p:nvSpPr>
            <p:cNvPr id="285" name="Google Shape;285;p18"/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DEAF6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5055265" y="3211461"/>
              <a:ext cx="361046" cy="574728"/>
            </a:xfrm>
            <a:custGeom>
              <a:rect b="b" l="l" r="r" t="t"/>
              <a:pathLst>
                <a:path extrusionOk="0" h="311" w="196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rgbClr val="FBE4D4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" name="Google Shape;287;p18"/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</p:grpSpPr>
          <p:sp>
            <p:nvSpPr>
              <p:cNvPr id="288" name="Google Shape;288;p18"/>
              <p:cNvSpPr/>
              <p:nvPr/>
            </p:nvSpPr>
            <p:spPr>
              <a:xfrm>
                <a:off x="5552261" y="1715997"/>
                <a:ext cx="363359" cy="116275"/>
              </a:xfrm>
              <a:custGeom>
                <a:rect b="b" l="l" r="r" t="t"/>
                <a:pathLst>
                  <a:path extrusionOk="0" h="112" w="350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8"/>
              <p:cNvSpPr/>
              <p:nvPr/>
            </p:nvSpPr>
            <p:spPr>
              <a:xfrm>
                <a:off x="5552261" y="1554043"/>
                <a:ext cx="363359" cy="137038"/>
              </a:xfrm>
              <a:custGeom>
                <a:rect b="b" l="l" r="r" t="t"/>
                <a:pathLst>
                  <a:path extrusionOk="0" h="130" w="35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5710062" y="1715997"/>
                <a:ext cx="45679" cy="18688"/>
              </a:xfrm>
              <a:prstGeom prst="rect">
                <a:avLst/>
              </a:prstGeom>
              <a:solidFill>
                <a:srgbClr val="FFF2CC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1" name="Google Shape;291;p18"/>
            <p:cNvSpPr/>
            <p:nvPr/>
          </p:nvSpPr>
          <p:spPr>
            <a:xfrm>
              <a:off x="7573095" y="2802903"/>
              <a:ext cx="378645" cy="426288"/>
            </a:xfrm>
            <a:custGeom>
              <a:rect b="b" l="l" r="r" t="t"/>
              <a:pathLst>
                <a:path extrusionOk="0" h="360" w="32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rgbClr val="DDEAF6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18"/>
          <p:cNvSpPr/>
          <p:nvPr/>
        </p:nvSpPr>
        <p:spPr>
          <a:xfrm>
            <a:off x="796834" y="3607400"/>
            <a:ext cx="2536916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2</a:t>
            </a:r>
          </a:p>
        </p:txBody>
      </p:sp>
      <p:sp>
        <p:nvSpPr>
          <p:cNvPr id="293" name="Google Shape;293;p18"/>
          <p:cNvSpPr txBox="1"/>
          <p:nvPr/>
        </p:nvSpPr>
        <p:spPr>
          <a:xfrm>
            <a:off x="2095198" y="33185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r>
              <a:t>index 3</a:t>
            </a:r>
          </a:p>
        </p:txBody>
      </p:sp>
      <p:sp>
        <p:nvSpPr>
          <p:cNvPr id="294" name="Google Shape;294;p18"/>
          <p:cNvSpPr/>
          <p:nvPr/>
        </p:nvSpPr>
        <p:spPr>
          <a:xfrm>
            <a:off x="2597441" y="5055900"/>
            <a:ext cx="3077100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4</a:t>
            </a:r>
          </a:p>
        </p:txBody>
      </p:sp>
      <p:sp>
        <p:nvSpPr>
          <p:cNvPr id="295" name="Google Shape;295;p18"/>
          <p:cNvSpPr txBox="1"/>
          <p:nvPr/>
        </p:nvSpPr>
        <p:spPr>
          <a:xfrm>
            <a:off x="4435989" y="47670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r>
              <a:t>index 5</a:t>
            </a:r>
          </a:p>
        </p:txBody>
      </p:sp>
      <p:sp>
        <p:nvSpPr>
          <p:cNvPr id="296" name="Google Shape;296;p18"/>
          <p:cNvSpPr/>
          <p:nvPr/>
        </p:nvSpPr>
        <p:spPr>
          <a:xfrm>
            <a:off x="6086076" y="5055900"/>
            <a:ext cx="3077100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6</a:t>
            </a:r>
          </a:p>
        </p:txBody>
      </p:sp>
      <p:sp>
        <p:nvSpPr>
          <p:cNvPr id="297" name="Google Shape;297;p18"/>
          <p:cNvSpPr txBox="1"/>
          <p:nvPr/>
        </p:nvSpPr>
        <p:spPr>
          <a:xfrm>
            <a:off x="6086076" y="47670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r>
              <a:t>index 7</a:t>
            </a:r>
          </a:p>
        </p:txBody>
      </p:sp>
      <p:sp>
        <p:nvSpPr>
          <p:cNvPr id="298" name="Google Shape;298;p18"/>
          <p:cNvSpPr/>
          <p:nvPr/>
        </p:nvSpPr>
        <p:spPr>
          <a:xfrm>
            <a:off x="8928828" y="3607400"/>
            <a:ext cx="2466338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8</a:t>
            </a:r>
          </a:p>
        </p:txBody>
      </p:sp>
      <p:sp>
        <p:nvSpPr>
          <p:cNvPr id="299" name="Google Shape;299;p18"/>
          <p:cNvSpPr txBox="1"/>
          <p:nvPr/>
        </p:nvSpPr>
        <p:spPr>
          <a:xfrm>
            <a:off x="8928828" y="33185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r>
              <a:t>index 9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