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524000" y="191190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A3D43"/>
              </a:buClr>
              <a:buSzPts val="7200"/>
              <a:buFont typeface="Calibri"/>
              <a:buNone/>
              <a:defRPr b="1" sz="7200">
                <a:solidFill>
                  <a:srgbClr val="2A3D4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524000" y="4323104"/>
            <a:ext cx="9144000" cy="81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A3D43"/>
              </a:buClr>
              <a:buSzPts val="2400"/>
              <a:buNone/>
              <a:defRPr b="1" sz="2400">
                <a:solidFill>
                  <a:srgbClr val="2A3D43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type="title"/>
          </p:nvPr>
        </p:nvSpPr>
        <p:spPr>
          <a:xfrm>
            <a:off x="480848" y="533291"/>
            <a:ext cx="10515600" cy="528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A3D43"/>
              </a:buClr>
              <a:buSzPts val="4400"/>
              <a:buFont typeface="Calibri"/>
              <a:buNone/>
              <a:defRPr>
                <a:solidFill>
                  <a:srgbClr val="2A3D4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1524000" y="191190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r>
              <a:t>index 0</a:t>
            </a: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1524000" y="4323104"/>
            <a:ext cx="9144000" cy="81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r>
              <a:t>index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480848" y="533291"/>
            <a:ext cx="10515600" cy="528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r>
              <a:t>index 0</a:t>
            </a:r>
          </a:p>
        </p:txBody>
      </p:sp>
      <p:grpSp>
        <p:nvGrpSpPr>
          <p:cNvPr id="93" name="Google Shape;93;p14"/>
          <p:cNvGrpSpPr/>
          <p:nvPr/>
        </p:nvGrpSpPr>
        <p:grpSpPr>
          <a:xfrm>
            <a:off x="3453210" y="4120592"/>
            <a:ext cx="5193966" cy="685707"/>
            <a:chOff x="1192" y="1375"/>
            <a:chExt cx="3272" cy="432"/>
          </a:xfrm>
        </p:grpSpPr>
        <p:cxnSp>
          <p:nvCxnSpPr>
            <p:cNvPr id="94" name="Google Shape;94;p14"/>
            <p:cNvCxnSpPr/>
            <p:nvPr/>
          </p:nvCxnSpPr>
          <p:spPr>
            <a:xfrm>
              <a:off x="1440" y="1790"/>
              <a:ext cx="3024" cy="0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95" name="Google Shape;95;p14"/>
            <p:cNvSpPr/>
            <p:nvPr/>
          </p:nvSpPr>
          <p:spPr>
            <a:xfrm rot="3419336">
              <a:off x="1261" y="1427"/>
              <a:ext cx="302" cy="328"/>
            </a:xfrm>
            <a:prstGeom prst="rect">
              <a:avLst/>
            </a:prstGeom>
            <a:gradFill>
              <a:gsLst>
                <a:gs pos="0">
                  <a:srgbClr val="FF7C80"/>
                </a:gs>
                <a:gs pos="100000">
                  <a:srgbClr val="B3575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A3D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2256" y="1482"/>
              <a:ext cx="141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A3D43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97" name="Google Shape;97;p14"/>
            <p:cNvSpPr txBox="1"/>
            <p:nvPr/>
          </p:nvSpPr>
          <p:spPr>
            <a:xfrm>
              <a:off x="1296" y="1454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grpSp>
        <p:nvGrpSpPr>
          <p:cNvPr id="98" name="Google Shape;98;p14"/>
          <p:cNvGrpSpPr/>
          <p:nvPr/>
        </p:nvGrpSpPr>
        <p:grpSpPr>
          <a:xfrm>
            <a:off x="3453210" y="1605992"/>
            <a:ext cx="5193966" cy="685707"/>
            <a:chOff x="1192" y="1965"/>
            <a:chExt cx="3272" cy="432"/>
          </a:xfrm>
        </p:grpSpPr>
        <p:cxnSp>
          <p:nvCxnSpPr>
            <p:cNvPr id="99" name="Google Shape;99;p14"/>
            <p:cNvCxnSpPr/>
            <p:nvPr/>
          </p:nvCxnSpPr>
          <p:spPr>
            <a:xfrm>
              <a:off x="1440" y="2380"/>
              <a:ext cx="3024" cy="0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100" name="Google Shape;100;p14"/>
            <p:cNvSpPr/>
            <p:nvPr/>
          </p:nvSpPr>
          <p:spPr>
            <a:xfrm rot="3419336">
              <a:off x="1261" y="2017"/>
              <a:ext cx="302" cy="328"/>
            </a:xfrm>
            <a:prstGeom prst="rect">
              <a:avLst/>
            </a:prstGeom>
            <a:gradFill>
              <a:gsLst>
                <a:gs pos="0">
                  <a:srgbClr val="99CC00"/>
                </a:gs>
                <a:gs pos="100000">
                  <a:srgbClr val="6B8F0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A3D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2256" y="2072"/>
              <a:ext cx="141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A3D43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1296" y="2044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103" name="Google Shape;103;p14"/>
          <p:cNvGrpSpPr/>
          <p:nvPr/>
        </p:nvGrpSpPr>
        <p:grpSpPr>
          <a:xfrm>
            <a:off x="3453210" y="2444192"/>
            <a:ext cx="5193966" cy="685707"/>
            <a:chOff x="1192" y="2575"/>
            <a:chExt cx="3272" cy="432"/>
          </a:xfrm>
        </p:grpSpPr>
        <p:cxnSp>
          <p:nvCxnSpPr>
            <p:cNvPr id="104" name="Google Shape;104;p14"/>
            <p:cNvCxnSpPr/>
            <p:nvPr/>
          </p:nvCxnSpPr>
          <p:spPr>
            <a:xfrm>
              <a:off x="1440" y="2990"/>
              <a:ext cx="3024" cy="0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105" name="Google Shape;105;p14"/>
            <p:cNvSpPr/>
            <p:nvPr/>
          </p:nvSpPr>
          <p:spPr>
            <a:xfrm rot="3419336">
              <a:off x="1261" y="2627"/>
              <a:ext cx="302" cy="328"/>
            </a:xfrm>
            <a:prstGeom prst="rect">
              <a:avLst/>
            </a:prstGeom>
            <a:gradFill>
              <a:gsLst>
                <a:gs pos="0">
                  <a:srgbClr val="006699"/>
                </a:gs>
                <a:gs pos="100000">
                  <a:srgbClr val="00476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A3D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4"/>
            <p:cNvSpPr txBox="1"/>
            <p:nvPr/>
          </p:nvSpPr>
          <p:spPr>
            <a:xfrm>
              <a:off x="2256" y="2682"/>
              <a:ext cx="141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A3D43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107" name="Google Shape;107;p14"/>
            <p:cNvSpPr txBox="1"/>
            <p:nvPr/>
          </p:nvSpPr>
          <p:spPr>
            <a:xfrm>
              <a:off x="1296" y="2654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108" name="Google Shape;108;p14"/>
          <p:cNvGrpSpPr/>
          <p:nvPr/>
        </p:nvGrpSpPr>
        <p:grpSpPr>
          <a:xfrm>
            <a:off x="3453210" y="3282392"/>
            <a:ext cx="5193966" cy="685707"/>
            <a:chOff x="1192" y="3165"/>
            <a:chExt cx="3272" cy="432"/>
          </a:xfrm>
        </p:grpSpPr>
        <p:cxnSp>
          <p:nvCxnSpPr>
            <p:cNvPr id="109" name="Google Shape;109;p14"/>
            <p:cNvCxnSpPr/>
            <p:nvPr/>
          </p:nvCxnSpPr>
          <p:spPr>
            <a:xfrm>
              <a:off x="1441" y="3579"/>
              <a:ext cx="3023" cy="1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110" name="Google Shape;110;p14"/>
            <p:cNvSpPr/>
            <p:nvPr/>
          </p:nvSpPr>
          <p:spPr>
            <a:xfrm rot="3419336">
              <a:off x="1261" y="3217"/>
              <a:ext cx="302" cy="328"/>
            </a:xfrm>
            <a:prstGeom prst="rect">
              <a:avLst/>
            </a:prstGeom>
            <a:gradFill>
              <a:gsLst>
                <a:gs pos="0">
                  <a:srgbClr val="FF9933"/>
                </a:gs>
                <a:gs pos="100000">
                  <a:srgbClr val="B36B23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A3D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4"/>
            <p:cNvSpPr txBox="1"/>
            <p:nvPr/>
          </p:nvSpPr>
          <p:spPr>
            <a:xfrm>
              <a:off x="2256" y="3272"/>
              <a:ext cx="141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A3D43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112" name="Google Shape;112;p14"/>
            <p:cNvSpPr txBox="1"/>
            <p:nvPr/>
          </p:nvSpPr>
          <p:spPr>
            <a:xfrm>
              <a:off x="1296" y="3244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grpSp>
        <p:nvGrpSpPr>
          <p:cNvPr id="113" name="Google Shape;113;p14"/>
          <p:cNvGrpSpPr/>
          <p:nvPr/>
        </p:nvGrpSpPr>
        <p:grpSpPr>
          <a:xfrm>
            <a:off x="3453210" y="4981017"/>
            <a:ext cx="5193966" cy="685707"/>
            <a:chOff x="1192" y="3165"/>
            <a:chExt cx="3272" cy="432"/>
          </a:xfrm>
        </p:grpSpPr>
        <p:cxnSp>
          <p:nvCxnSpPr>
            <p:cNvPr id="114" name="Google Shape;114;p14"/>
            <p:cNvCxnSpPr/>
            <p:nvPr/>
          </p:nvCxnSpPr>
          <p:spPr>
            <a:xfrm>
              <a:off x="1440" y="3580"/>
              <a:ext cx="3024" cy="0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115" name="Google Shape;115;p14"/>
            <p:cNvSpPr/>
            <p:nvPr/>
          </p:nvSpPr>
          <p:spPr>
            <a:xfrm rot="3419336">
              <a:off x="1261" y="3217"/>
              <a:ext cx="302" cy="328"/>
            </a:xfrm>
            <a:prstGeom prst="rect">
              <a:avLst/>
            </a:prstGeom>
            <a:gradFill>
              <a:gsLst>
                <a:gs pos="0">
                  <a:srgbClr val="990099"/>
                </a:gs>
                <a:gs pos="100000">
                  <a:srgbClr val="6B006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A3D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4"/>
            <p:cNvSpPr txBox="1"/>
            <p:nvPr/>
          </p:nvSpPr>
          <p:spPr>
            <a:xfrm>
              <a:off x="2256" y="3272"/>
              <a:ext cx="141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A3D43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117" name="Google Shape;117;p14"/>
            <p:cNvSpPr txBox="1"/>
            <p:nvPr/>
          </p:nvSpPr>
          <p:spPr>
            <a:xfrm>
              <a:off x="1296" y="3244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