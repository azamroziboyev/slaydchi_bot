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9119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3D43"/>
              </a:buClr>
              <a:buSzPts val="7200"/>
              <a:buFont typeface="Calibri"/>
              <a:buNone/>
              <a:defRPr b="1" sz="7200">
                <a:solidFill>
                  <a:srgbClr val="2A3D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4323104"/>
            <a:ext cx="9144000" cy="81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A3D43"/>
              </a:buClr>
              <a:buSzPts val="2400"/>
              <a:buNone/>
              <a:defRPr b="1" sz="2400">
                <a:solidFill>
                  <a:srgbClr val="2A3D4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480848" y="533291"/>
            <a:ext cx="10515600" cy="528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3D43"/>
              </a:buClr>
              <a:buSzPts val="4400"/>
              <a:buFont typeface="Calibri"/>
              <a:buNone/>
              <a:defRPr>
                <a:solidFill>
                  <a:srgbClr val="2A3D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524000" y="19119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3D43"/>
              </a:buClr>
              <a:buSzPts val="7200"/>
              <a:buFont typeface="Calibri"/>
              <a:buNone/>
            </a:pPr>
            <a:r>
              <a:rPr lang="en-US"/>
              <a:t>NAME OF PRESENTATION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524000" y="4323104"/>
            <a:ext cx="9144000" cy="81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3D43"/>
              </a:buClr>
              <a:buSzPts val="2400"/>
              <a:buNone/>
            </a:pPr>
            <a:r>
              <a:rPr lang="en-US"/>
              <a:t>Subtitle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80848" y="533291"/>
            <a:ext cx="10515600" cy="528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3D43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3453210" y="4120592"/>
            <a:ext cx="5193966" cy="685707"/>
            <a:chOff x="1192" y="1375"/>
            <a:chExt cx="3272" cy="432"/>
          </a:xfrm>
        </p:grpSpPr>
        <p:cxnSp>
          <p:nvCxnSpPr>
            <p:cNvPr id="94" name="Google Shape;94;p14"/>
            <p:cNvCxnSpPr/>
            <p:nvPr/>
          </p:nvCxnSpPr>
          <p:spPr>
            <a:xfrm>
              <a:off x="1440" y="17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95" name="Google Shape;95;p14"/>
            <p:cNvSpPr/>
            <p:nvPr/>
          </p:nvSpPr>
          <p:spPr>
            <a:xfrm rot="3419336">
              <a:off x="1261" y="1427"/>
              <a:ext cx="302" cy="328"/>
            </a:xfrm>
            <a:prstGeom prst="rect">
              <a:avLst/>
            </a:prstGeom>
            <a:gradFill>
              <a:gsLst>
                <a:gs pos="0">
                  <a:srgbClr val="FF7C80"/>
                </a:gs>
                <a:gs pos="100000">
                  <a:srgbClr val="B357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2256" y="148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296" y="145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3453210" y="1605992"/>
            <a:ext cx="5193966" cy="685707"/>
            <a:chOff x="1192" y="1965"/>
            <a:chExt cx="3272" cy="432"/>
          </a:xfrm>
        </p:grpSpPr>
        <p:cxnSp>
          <p:nvCxnSpPr>
            <p:cNvPr id="99" name="Google Shape;99;p14"/>
            <p:cNvCxnSpPr/>
            <p:nvPr/>
          </p:nvCxnSpPr>
          <p:spPr>
            <a:xfrm>
              <a:off x="1440" y="23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0" name="Google Shape;100;p14"/>
            <p:cNvSpPr/>
            <p:nvPr/>
          </p:nvSpPr>
          <p:spPr>
            <a:xfrm rot="3419336">
              <a:off x="1261" y="2017"/>
              <a:ext cx="302" cy="328"/>
            </a:xfrm>
            <a:prstGeom prst="rect">
              <a:avLst/>
            </a:prstGeom>
            <a:gradFill>
              <a:gsLst>
                <a:gs pos="0">
                  <a:srgbClr val="99CC00"/>
                </a:gs>
                <a:gs pos="100000">
                  <a:srgbClr val="6B8F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2256" y="207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296" y="204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3453210" y="2444192"/>
            <a:ext cx="5193966" cy="685707"/>
            <a:chOff x="1192" y="2575"/>
            <a:chExt cx="3272" cy="432"/>
          </a:xfrm>
        </p:grpSpPr>
        <p:cxnSp>
          <p:nvCxnSpPr>
            <p:cNvPr id="104" name="Google Shape;104;p14"/>
            <p:cNvCxnSpPr/>
            <p:nvPr/>
          </p:nvCxnSpPr>
          <p:spPr>
            <a:xfrm>
              <a:off x="1440" y="29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5" name="Google Shape;105;p14"/>
            <p:cNvSpPr/>
            <p:nvPr/>
          </p:nvSpPr>
          <p:spPr>
            <a:xfrm rot="3419336">
              <a:off x="1261" y="2627"/>
              <a:ext cx="302" cy="328"/>
            </a:xfrm>
            <a:prstGeom prst="rect">
              <a:avLst/>
            </a:prstGeom>
            <a:gradFill>
              <a:gsLst>
                <a:gs pos="0">
                  <a:srgbClr val="006699"/>
                </a:gs>
                <a:gs pos="100000">
                  <a:srgbClr val="0047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2256" y="268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296" y="265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3453210" y="3282392"/>
            <a:ext cx="5193966" cy="685707"/>
            <a:chOff x="1192" y="3165"/>
            <a:chExt cx="3272" cy="432"/>
          </a:xfrm>
        </p:grpSpPr>
        <p:cxnSp>
          <p:nvCxnSpPr>
            <p:cNvPr id="109" name="Google Shape;109;p14"/>
            <p:cNvCxnSpPr/>
            <p:nvPr/>
          </p:nvCxnSpPr>
          <p:spPr>
            <a:xfrm>
              <a:off x="1441" y="3579"/>
              <a:ext cx="3023" cy="1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0" name="Google Shape;110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FF9933"/>
                </a:gs>
                <a:gs pos="100000">
                  <a:srgbClr val="B36B2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2256" y="327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1296" y="324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3453210" y="4981017"/>
            <a:ext cx="5193966" cy="685707"/>
            <a:chOff x="1192" y="3165"/>
            <a:chExt cx="3272" cy="432"/>
          </a:xfrm>
        </p:grpSpPr>
        <p:cxnSp>
          <p:nvCxnSpPr>
            <p:cNvPr id="114" name="Google Shape;114;p14"/>
            <p:cNvCxnSpPr/>
            <p:nvPr/>
          </p:nvCxnSpPr>
          <p:spPr>
            <a:xfrm>
              <a:off x="1440" y="35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5" name="Google Shape;115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990099"/>
                </a:gs>
                <a:gs pos="100000">
                  <a:srgbClr val="6B00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A3D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2256" y="3272"/>
              <a:ext cx="1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A3D43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1296" y="324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