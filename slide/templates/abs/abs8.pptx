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8335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7200"/>
              <a:buFont typeface="Calibri"/>
              <a:buNone/>
              <a:defRPr sz="7200" b="1">
                <a:solidFill>
                  <a:srgbClr val="2358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85521"/>
            <a:ext cx="9144000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9B8B"/>
              </a:buClr>
              <a:buSzPts val="2400"/>
              <a:buNone/>
              <a:defRPr sz="2400" b="1">
                <a:solidFill>
                  <a:srgbClr val="FD9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10043"/>
            <a:ext cx="12191999" cy="6847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2358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2590800" y="18843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7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NAME OF PRESENTATION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2590800" y="4336321"/>
            <a:ext cx="9144000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D9B8B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1381503" y="1759082"/>
            <a:ext cx="1049867" cy="1049867"/>
            <a:chOff x="1016000" y="1689100"/>
            <a:chExt cx="787400" cy="787400"/>
          </a:xfrm>
        </p:grpSpPr>
        <p:grpSp>
          <p:nvGrpSpPr>
            <p:cNvPr id="94" name="Google Shape;94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14"/>
            <p:cNvSpPr/>
            <p:nvPr/>
          </p:nvSpPr>
          <p:spPr>
            <a:xfrm>
              <a:off x="1267654" y="1960311"/>
              <a:ext cx="284092" cy="244978"/>
            </a:xfrm>
            <a:custGeom>
              <a:avLst/>
              <a:gdLst/>
              <a:ahLst/>
              <a:cxnLst/>
              <a:rect l="l" t="t" r="r" b="b"/>
              <a:pathLst>
                <a:path w="64" h="55" extrusionOk="0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99" name="Google Shape;99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4"/>
            <p:cNvSpPr/>
            <p:nvPr/>
          </p:nvSpPr>
          <p:spPr>
            <a:xfrm>
              <a:off x="2847775" y="1970605"/>
              <a:ext cx="286150" cy="224390"/>
            </a:xfrm>
            <a:custGeom>
              <a:avLst/>
              <a:gdLst/>
              <a:ahLst/>
              <a:cxnLst/>
              <a:rect l="l" t="t" r="r" b="b"/>
              <a:pathLst>
                <a:path w="64" h="50" extrusionOk="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7" name="Google Shape;107;p14"/>
            <p:cNvSpPr/>
            <p:nvPr/>
          </p:nvSpPr>
          <p:spPr>
            <a:xfrm>
              <a:off x="1388111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881030" y="3714750"/>
              <a:ext cx="233363" cy="180975"/>
            </a:xfrm>
            <a:custGeom>
              <a:avLst/>
              <a:gdLst/>
              <a:ahLst/>
              <a:cxnLst/>
              <a:rect l="l" t="t" r="r" b="b"/>
              <a:pathLst>
                <a:path w="68" h="53" extrusionOk="0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4"/>
            <p:cNvSpPr/>
            <p:nvPr/>
          </p:nvSpPr>
          <p:spPr>
            <a:xfrm>
              <a:off x="4429954" y="1979868"/>
              <a:ext cx="284092" cy="205864"/>
            </a:xfrm>
            <a:custGeom>
              <a:avLst/>
              <a:gdLst/>
              <a:ahLst/>
              <a:cxnLst/>
              <a:rect l="l" t="t" r="r" b="b"/>
              <a:pathLst>
                <a:path w="64" h="46" extrusionOk="0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5" name="Google Shape;115;p14"/>
            <p:cNvSpPr/>
            <p:nvPr/>
          </p:nvSpPr>
          <p:spPr>
            <a:xfrm>
              <a:off x="1388111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881030" y="3714750"/>
              <a:ext cx="233363" cy="180975"/>
            </a:xfrm>
            <a:custGeom>
              <a:avLst/>
              <a:gdLst/>
              <a:ahLst/>
              <a:cxnLst/>
              <a:rect l="l" t="t" r="r" b="b"/>
              <a:pathLst>
                <a:path w="68" h="53" extrusionOk="0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21;p14"/>
            <p:cNvSpPr/>
            <p:nvPr/>
          </p:nvSpPr>
          <p:spPr>
            <a:xfrm>
              <a:off x="6030661" y="1960311"/>
              <a:ext cx="244978" cy="244978"/>
            </a:xfrm>
            <a:custGeom>
              <a:avLst/>
              <a:gdLst/>
              <a:ahLst/>
              <a:cxnLst/>
              <a:rect l="l" t="t" r="r" b="b"/>
              <a:pathLst>
                <a:path w="55" h="55" extrusionOk="0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3" name="Google Shape;123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6" name="Google Shape;126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7" name="Google Shape;12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14"/>
            <p:cNvSpPr/>
            <p:nvPr/>
          </p:nvSpPr>
          <p:spPr>
            <a:xfrm>
              <a:off x="7606665" y="1979869"/>
              <a:ext cx="255270" cy="205862"/>
            </a:xfrm>
            <a:custGeom>
              <a:avLst/>
              <a:gdLst/>
              <a:ahLst/>
              <a:cxnLst/>
              <a:rect l="l" t="t" r="r" b="b"/>
              <a:pathLst>
                <a:path w="57" h="46" extrusionOk="0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1" name="Google Shape;131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134" name="Google Shape;134;p14"/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4472C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rgbClr val="4472C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137" name="Google Shape;137;p14"/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140" name="Google Shape;140;p14"/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146" name="Google Shape;146;p14"/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5A9BD5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ct val="100000"/>
              <a:buFont typeface="Calibri"/>
              <a:buNone/>
            </a:pPr>
            <a:r>
              <a:rPr lang="en-US" dirty="0"/>
              <a:t>Slide title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208" name="Google Shape;208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09" name="Google Shape;209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10" name="Google Shape;210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1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id="212" name="Google Shape;212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218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2" name="Google Shape;222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4" name="Google Shape;234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5481340" y="1748157"/>
            <a:ext cx="1199467" cy="1042233"/>
          </a:xfrm>
          <a:custGeom>
            <a:avLst/>
            <a:gdLst/>
            <a:ahLst/>
            <a:cxnLst/>
            <a:rect l="l" t="t" r="r" b="b"/>
            <a:pathLst>
              <a:path w="267" h="232" extrusionOk="0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068039" y="3010519"/>
            <a:ext cx="2026066" cy="489671"/>
          </a:xfrm>
          <a:custGeom>
            <a:avLst/>
            <a:gdLst/>
            <a:ahLst/>
            <a:cxnLst/>
            <a:rect l="l" t="t" r="r" b="b"/>
            <a:pathLst>
              <a:path w="451" h="109" extrusionOk="0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4663726" y="3724805"/>
            <a:ext cx="2843679" cy="485178"/>
          </a:xfrm>
          <a:custGeom>
            <a:avLst/>
            <a:gdLst/>
            <a:ahLst/>
            <a:cxnLst/>
            <a:rect l="l" t="t" r="r" b="b"/>
            <a:pathLst>
              <a:path w="633" h="108" extrusionOk="0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039283" y="4434602"/>
            <a:ext cx="4097053" cy="862538"/>
          </a:xfrm>
          <a:custGeom>
            <a:avLst/>
            <a:gdLst/>
            <a:ahLst/>
            <a:cxnLst/>
            <a:rect l="l" t="t" r="r" b="b"/>
            <a:pathLst>
              <a:path w="912" h="192" extrusionOk="0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481339" y="2790389"/>
            <a:ext cx="1325254" cy="220128"/>
          </a:xfrm>
          <a:custGeom>
            <a:avLst/>
            <a:gdLst/>
            <a:ahLst/>
            <a:cxnLst/>
            <a:rect l="l" t="t" r="r" b="b"/>
            <a:pathLst>
              <a:path w="295" h="49" extrusionOk="0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5068039" y="3500187"/>
            <a:ext cx="2156344" cy="224619"/>
          </a:xfrm>
          <a:custGeom>
            <a:avLst/>
            <a:gdLst/>
            <a:ahLst/>
            <a:cxnLst/>
            <a:rect l="l" t="t" r="r" b="b"/>
            <a:pathLst>
              <a:path w="480" h="50" extrusionOk="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663726" y="4209984"/>
            <a:ext cx="2973957" cy="224619"/>
          </a:xfrm>
          <a:custGeom>
            <a:avLst/>
            <a:gdLst/>
            <a:ahLst/>
            <a:cxnLst/>
            <a:rect l="l" t="t" r="r" b="b"/>
            <a:pathLst>
              <a:path w="662" h="50" extrusionOk="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152008" y="17862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1152008" y="30486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152008" y="43019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520782" y="17862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0520782" y="30486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0520782" y="43019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0601141" y="3126734"/>
            <a:ext cx="324456" cy="324454"/>
          </a:xfrm>
          <a:custGeom>
            <a:avLst/>
            <a:gdLst/>
            <a:ahLst/>
            <a:cxnLst/>
            <a:rect l="l" t="t" r="r" b="b"/>
            <a:pathLst>
              <a:path w="140" h="140" extrusionOk="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239409" y="3154751"/>
            <a:ext cx="324456" cy="277404"/>
          </a:xfrm>
          <a:custGeom>
            <a:avLst/>
            <a:gdLst/>
            <a:ahLst/>
            <a:cxnLst/>
            <a:rect l="l" t="t" r="r" b="b"/>
            <a:pathLst>
              <a:path w="140" h="120" extrusionOk="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10652288" y="4383619"/>
            <a:ext cx="307790" cy="326414"/>
          </a:xfrm>
          <a:custGeom>
            <a:avLst/>
            <a:gdLst/>
            <a:ahLst/>
            <a:cxnLst/>
            <a:rect l="l" t="t" r="r" b="b"/>
            <a:pathLst>
              <a:path w="133" h="141" extrusionOk="0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265001" y="4374307"/>
            <a:ext cx="263682" cy="345038"/>
          </a:xfrm>
          <a:custGeom>
            <a:avLst/>
            <a:gdLst/>
            <a:ahLst/>
            <a:cxnLst/>
            <a:rect l="l" t="t" r="r" b="b"/>
            <a:pathLst>
              <a:path w="114" h="149" extrusionOk="0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260591" y="1867622"/>
            <a:ext cx="272502" cy="326414"/>
          </a:xfrm>
          <a:custGeom>
            <a:avLst/>
            <a:gdLst/>
            <a:ahLst/>
            <a:cxnLst/>
            <a:rect l="l" t="t" r="r" b="b"/>
            <a:pathLst>
              <a:path w="118" h="141" extrusionOk="0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10601141" y="1912974"/>
            <a:ext cx="324456" cy="236234"/>
          </a:xfrm>
          <a:custGeom>
            <a:avLst/>
            <a:gdLst/>
            <a:ahLst/>
            <a:cxnLst/>
            <a:rect l="l" t="t" r="r" b="b"/>
            <a:pathLst>
              <a:path w="140" h="102" extrusionOk="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17834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30368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1749501" y="42005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7442026" y="17834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7730058" y="30368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8090098" y="42005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2" name="Google Shape;272;p18"/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rgbClr val="2E7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rgbClr val="A95B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42" extrusionOk="0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3E8E7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055265" y="3211461"/>
              <a:ext cx="361046" cy="574728"/>
            </a:xfrm>
            <a:custGeom>
              <a:avLst/>
              <a:gdLst/>
              <a:ahLst/>
              <a:cxnLst/>
              <a:rect l="l" t="t" r="r" b="b"/>
              <a:pathLst>
                <a:path w="196" h="311" extrusionOk="0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3E8E7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" name="Google Shape;288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9" name="Google Shape;289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12" extrusionOk="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30" extrusionOk="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2" name="Google Shape;292;p18"/>
            <p:cNvSpPr/>
            <p:nvPr/>
          </p:nvSpPr>
          <p:spPr>
            <a:xfrm>
              <a:off x="7573095" y="2802903"/>
              <a:ext cx="378645" cy="426288"/>
            </a:xfrm>
            <a:custGeom>
              <a:avLst/>
              <a:gdLst/>
              <a:ahLst/>
              <a:cxnLst/>
              <a:rect l="l" t="t" r="r" b="b"/>
              <a:pathLst>
                <a:path w="320" h="360" extrusionOk="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294" name="Google Shape;294;p18"/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297" name="Google Shape;297;p18"/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300" name="Google Shape;300;p18"/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303" name="Google Shape;303;p18"/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Custom 4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692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297</Words>
  <Application>Microsoft Office PowerPoint</Application>
  <PresentationFormat>Широкоэкранный</PresentationFormat>
  <Paragraphs>54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Тема Office</vt:lpstr>
      <vt:lpstr>NAME OF PRESENTATION</vt:lpstr>
      <vt:lpstr>Slide title</vt:lpstr>
      <vt:lpstr>Slide title</vt:lpstr>
      <vt:lpstr>Slide title</vt:lpstr>
      <vt:lpstr>Slide title</vt:lpstr>
      <vt:lpstr>Slide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cp:lastModifiedBy>azam</cp:lastModifiedBy>
  <cp:revision>1</cp:revision>
  <dcterms:modified xsi:type="dcterms:W3CDTF">2026-01-03T06:01:14Z</dcterms:modified>
</cp:coreProperties>
</file>