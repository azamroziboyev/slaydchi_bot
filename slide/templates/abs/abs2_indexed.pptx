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75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ato" panose="020B0604020202020204" charset="0"/>
      <p:regular r:id="rId18"/>
      <p:bold r:id="rId19"/>
      <p:italic r:id="rId20"/>
      <p:boldItalic r:id="rId21"/>
    </p:embeddedFont>
    <p:embeddedFont>
      <p:font typeface="League Spartan" panose="020B0604020202020204" charset="0"/>
      <p:regular r:id="rId22"/>
      <p:bold r:id="rId23"/>
    </p:embeddedFont>
    <p:embeddedFont>
      <p:font typeface="League Spartan Black" panose="020B0604020202020204" charset="0"/>
      <p:bold r:id="rId24"/>
    </p:embeddedFont>
    <p:embeddedFont>
      <p:font typeface="League Spartan ExtraBold" panose="020B0604020202020204" charset="0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DC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40" y="2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150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-2209989" y="1051376"/>
            <a:ext cx="7707891" cy="1681911"/>
            <a:chOff x="0" y="0"/>
            <a:chExt cx="10277188" cy="2242548"/>
          </a:xfrm>
        </p:grpSpPr>
        <p:sp>
          <p:nvSpPr>
            <p:cNvPr id="11" name="Google Shape;11;p3"/>
            <p:cNvSpPr/>
            <p:nvPr/>
          </p:nvSpPr>
          <p:spPr>
            <a:xfrm>
              <a:off x="8034640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" name="Google Shape;12;p3"/>
            <p:cNvSpPr/>
            <p:nvPr/>
          </p:nvSpPr>
          <p:spPr>
            <a:xfrm>
              <a:off x="6427712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" name="Google Shape;13;p3"/>
            <p:cNvSpPr/>
            <p:nvPr/>
          </p:nvSpPr>
          <p:spPr>
            <a:xfrm>
              <a:off x="4820784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" name="Google Shape;14;p3"/>
            <p:cNvSpPr/>
            <p:nvPr/>
          </p:nvSpPr>
          <p:spPr>
            <a:xfrm>
              <a:off x="3213856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" name="Google Shape;15;p3"/>
            <p:cNvSpPr/>
            <p:nvPr/>
          </p:nvSpPr>
          <p:spPr>
            <a:xfrm>
              <a:off x="1606928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" name="Google Shape;16;p3"/>
            <p:cNvSpPr/>
            <p:nvPr/>
          </p:nvSpPr>
          <p:spPr>
            <a:xfrm>
              <a:off x="0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7" name="Google Shape;17;p3"/>
          <p:cNvSpPr/>
          <p:nvPr/>
        </p:nvSpPr>
        <p:spPr>
          <a:xfrm>
            <a:off x="14255314" y="5291450"/>
            <a:ext cx="6633646" cy="4535002"/>
          </a:xfrm>
          <a:custGeom>
            <a:avLst/>
            <a:gdLst/>
            <a:ahLst/>
            <a:cxnLst/>
            <a:rect l="l" t="t" r="r" b="b"/>
            <a:pathLst>
              <a:path w="6633646" h="4535002" extrusionOk="0">
                <a:moveTo>
                  <a:pt x="0" y="0"/>
                </a:moveTo>
                <a:lnTo>
                  <a:pt x="6633646" y="0"/>
                </a:lnTo>
                <a:lnTo>
                  <a:pt x="663364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-4539537" y="6004963"/>
            <a:ext cx="8575663" cy="8564074"/>
          </a:xfrm>
          <a:custGeom>
            <a:avLst/>
            <a:gdLst/>
            <a:ahLst/>
            <a:cxnLst/>
            <a:rect l="l" t="t" r="r" b="b"/>
            <a:pathLst>
              <a:path w="8575663" h="8564074" extrusionOk="0">
                <a:moveTo>
                  <a:pt x="0" y="0"/>
                </a:moveTo>
                <a:lnTo>
                  <a:pt x="8575663" y="0"/>
                </a:lnTo>
                <a:lnTo>
                  <a:pt x="8575663" y="8564074"/>
                </a:lnTo>
                <a:lnTo>
                  <a:pt x="0" y="8564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 rot="-5400000">
            <a:off x="13954816" y="-2575657"/>
            <a:ext cx="6439219" cy="6439219"/>
          </a:xfrm>
          <a:custGeom>
            <a:avLst/>
            <a:gdLst/>
            <a:ahLst/>
            <a:cxnLst/>
            <a:rect l="l" t="t" r="r" b="b"/>
            <a:pathLst>
              <a:path w="6439219" h="6439219" extrusionOk="0">
                <a:moveTo>
                  <a:pt x="0" y="0"/>
                </a:moveTo>
                <a:lnTo>
                  <a:pt x="6439218" y="0"/>
                </a:lnTo>
                <a:lnTo>
                  <a:pt x="6439218" y="6439219"/>
                </a:lnTo>
                <a:lnTo>
                  <a:pt x="0" y="6439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56150" y="2733275"/>
            <a:ext cx="17575800" cy="45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Font typeface="League Spartan ExtraBold"/>
              <a:buNone/>
              <a:defRPr sz="16100" i="0" u="none" strike="noStrike" cap="none">
                <a:solidFill>
                  <a:srgbClr val="23DC6D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931025" y="1571325"/>
            <a:ext cx="11324400" cy="64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 b="1"/>
            </a:lvl1pPr>
            <a:lvl2pPr lvl="1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2"/>
          </p:nvPr>
        </p:nvSpPr>
        <p:spPr>
          <a:xfrm>
            <a:off x="2931025" y="7638325"/>
            <a:ext cx="11324400" cy="64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 b="1"/>
            </a:lvl1pPr>
            <a:lvl2pPr lvl="1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497450" y="945600"/>
            <a:ext cx="6433200" cy="116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 rot="5400000">
            <a:off x="10217146" y="2107716"/>
            <a:ext cx="10287066" cy="6071634"/>
            <a:chOff x="0" y="-28575"/>
            <a:chExt cx="2709333" cy="1599103"/>
          </a:xfrm>
        </p:grpSpPr>
        <p:sp>
          <p:nvSpPr>
            <p:cNvPr id="26" name="Google Shape;26;p4"/>
            <p:cNvSpPr/>
            <p:nvPr/>
          </p:nvSpPr>
          <p:spPr>
            <a:xfrm>
              <a:off x="0" y="0"/>
              <a:ext cx="2709333" cy="1570528"/>
            </a:xfrm>
            <a:custGeom>
              <a:avLst/>
              <a:gdLst/>
              <a:ahLst/>
              <a:cxnLst/>
              <a:rect l="l" t="t" r="r" b="b"/>
              <a:pathLst>
                <a:path w="2709333" h="1570528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1570528"/>
                  </a:lnTo>
                  <a:lnTo>
                    <a:pt x="0" y="1570528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27" name="Google Shape;27;p4"/>
            <p:cNvSpPr txBox="1"/>
            <p:nvPr/>
          </p:nvSpPr>
          <p:spPr>
            <a:xfrm>
              <a:off x="0" y="-28575"/>
              <a:ext cx="2709300" cy="15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4"/>
          <p:cNvSpPr/>
          <p:nvPr/>
        </p:nvSpPr>
        <p:spPr>
          <a:xfrm>
            <a:off x="7565689" y="141999"/>
            <a:ext cx="3156622" cy="3215078"/>
          </a:xfrm>
          <a:custGeom>
            <a:avLst/>
            <a:gdLst/>
            <a:ahLst/>
            <a:cxnLst/>
            <a:rect l="l" t="t" r="r" b="b"/>
            <a:pathLst>
              <a:path w="3156622" h="3215078" extrusionOk="0">
                <a:moveTo>
                  <a:pt x="0" y="0"/>
                </a:moveTo>
                <a:lnTo>
                  <a:pt x="3156622" y="0"/>
                </a:lnTo>
                <a:lnTo>
                  <a:pt x="3156622" y="3215078"/>
                </a:lnTo>
                <a:lnTo>
                  <a:pt x="0" y="3215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" name="Google Shape;29;p4"/>
          <p:cNvSpPr/>
          <p:nvPr/>
        </p:nvSpPr>
        <p:spPr>
          <a:xfrm>
            <a:off x="8101256" y="945590"/>
            <a:ext cx="8714962" cy="8714962"/>
          </a:xfrm>
          <a:custGeom>
            <a:avLst/>
            <a:gdLst/>
            <a:ahLst/>
            <a:cxnLst/>
            <a:rect l="l" t="t" r="r" b="b"/>
            <a:pathLst>
              <a:path w="8714962" h="8714962" extrusionOk="0">
                <a:moveTo>
                  <a:pt x="0" y="0"/>
                </a:moveTo>
                <a:lnTo>
                  <a:pt x="8714963" y="0"/>
                </a:lnTo>
                <a:lnTo>
                  <a:pt x="8714963" y="8714962"/>
                </a:lnTo>
                <a:lnTo>
                  <a:pt x="0" y="8714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3000"/>
            </a:blip>
            <a:stretch>
              <a:fillRect/>
            </a:stretch>
          </a:blipFill>
          <a:ln>
            <a:noFill/>
          </a:ln>
        </p:spPr>
      </p:sp>
      <p:sp>
        <p:nvSpPr>
          <p:cNvPr id="30" name="Google Shape;30;p4"/>
          <p:cNvSpPr>
            <a:spLocks noGrp="1"/>
          </p:cNvSpPr>
          <p:nvPr>
            <p:ph type="pic" idx="2"/>
          </p:nvPr>
        </p:nvSpPr>
        <p:spPr>
          <a:xfrm>
            <a:off x="9144000" y="1772050"/>
            <a:ext cx="6978000" cy="674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/>
        </p:nvSpPr>
        <p:spPr>
          <a:xfrm>
            <a:off x="1497457" y="2879402"/>
            <a:ext cx="629400" cy="6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b="1"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1"/>
          </p:nvPr>
        </p:nvSpPr>
        <p:spPr>
          <a:xfrm>
            <a:off x="2319125" y="2891488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3"/>
          </p:nvPr>
        </p:nvSpPr>
        <p:spPr>
          <a:xfrm>
            <a:off x="2319125" y="4167837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4"/>
          </p:nvPr>
        </p:nvSpPr>
        <p:spPr>
          <a:xfrm>
            <a:off x="2319125" y="5492230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5"/>
          </p:nvPr>
        </p:nvSpPr>
        <p:spPr>
          <a:xfrm>
            <a:off x="2319125" y="6831513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6"/>
          </p:nvPr>
        </p:nvSpPr>
        <p:spPr>
          <a:xfrm>
            <a:off x="2319125" y="8108693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 rot="10800000">
            <a:off x="-118" y="5827157"/>
            <a:ext cx="18288118" cy="4657699"/>
            <a:chOff x="0" y="-28575"/>
            <a:chExt cx="4816592" cy="1226711"/>
          </a:xfrm>
        </p:grpSpPr>
        <p:sp>
          <p:nvSpPr>
            <p:cNvPr id="39" name="Google Shape;39;p5"/>
            <p:cNvSpPr/>
            <p:nvPr/>
          </p:nvSpPr>
          <p:spPr>
            <a:xfrm>
              <a:off x="0" y="0"/>
              <a:ext cx="4816592" cy="1198136"/>
            </a:xfrm>
            <a:custGeom>
              <a:avLst/>
              <a:gdLst/>
              <a:ahLst/>
              <a:cxnLst/>
              <a:rect l="l" t="t" r="r" b="b"/>
              <a:pathLst>
                <a:path w="4816592" h="119813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198136"/>
                  </a:lnTo>
                  <a:lnTo>
                    <a:pt x="0" y="1198136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0" name="Google Shape;40;p5"/>
            <p:cNvSpPr txBox="1"/>
            <p:nvPr/>
          </p:nvSpPr>
          <p:spPr>
            <a:xfrm>
              <a:off x="0" y="-28575"/>
              <a:ext cx="4816500" cy="12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5"/>
          <p:cNvSpPr/>
          <p:nvPr/>
        </p:nvSpPr>
        <p:spPr>
          <a:xfrm>
            <a:off x="553794" y="528211"/>
            <a:ext cx="4122011" cy="3972120"/>
          </a:xfrm>
          <a:custGeom>
            <a:avLst/>
            <a:gdLst/>
            <a:ahLst/>
            <a:cxnLst/>
            <a:rect l="l" t="t" r="r" b="b"/>
            <a:pathLst>
              <a:path w="4122011" h="3972120" extrusionOk="0">
                <a:moveTo>
                  <a:pt x="0" y="0"/>
                </a:moveTo>
                <a:lnTo>
                  <a:pt x="4122011" y="0"/>
                </a:lnTo>
                <a:lnTo>
                  <a:pt x="4122011" y="3972120"/>
                </a:lnTo>
                <a:lnTo>
                  <a:pt x="0" y="3972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2" name="Google Shape;42;p5"/>
          <p:cNvGrpSpPr/>
          <p:nvPr/>
        </p:nvGrpSpPr>
        <p:grpSpPr>
          <a:xfrm>
            <a:off x="13046639" y="7179026"/>
            <a:ext cx="4594189" cy="4351950"/>
            <a:chOff x="0" y="0"/>
            <a:chExt cx="6125585" cy="5802600"/>
          </a:xfrm>
        </p:grpSpPr>
        <p:sp>
          <p:nvSpPr>
            <p:cNvPr id="43" name="Google Shape;43;p5"/>
            <p:cNvSpPr/>
            <p:nvPr/>
          </p:nvSpPr>
          <p:spPr>
            <a:xfrm>
              <a:off x="0" y="0"/>
              <a:ext cx="6125585" cy="5802600"/>
            </a:xfrm>
            <a:custGeom>
              <a:avLst/>
              <a:gdLst/>
              <a:ahLst/>
              <a:cxnLst/>
              <a:rect l="l" t="t" r="r" b="b"/>
              <a:pathLst>
                <a:path w="6125585" h="5802600" extrusionOk="0">
                  <a:moveTo>
                    <a:pt x="0" y="0"/>
                  </a:moveTo>
                  <a:lnTo>
                    <a:pt x="6125585" y="0"/>
                  </a:lnTo>
                  <a:lnTo>
                    <a:pt x="6125585" y="5802600"/>
                  </a:lnTo>
                  <a:lnTo>
                    <a:pt x="0" y="5802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4" name="Google Shape;44;p5"/>
            <p:cNvSpPr/>
            <p:nvPr/>
          </p:nvSpPr>
          <p:spPr>
            <a:xfrm>
              <a:off x="2699530" y="2538037"/>
              <a:ext cx="726526" cy="726526"/>
            </a:xfrm>
            <a:custGeom>
              <a:avLst/>
              <a:gdLst/>
              <a:ahLst/>
              <a:cxnLst/>
              <a:rect l="l" t="t" r="r" b="b"/>
              <a:pathLst>
                <a:path w="726526" h="726526" extrusionOk="0">
                  <a:moveTo>
                    <a:pt x="0" y="0"/>
                  </a:moveTo>
                  <a:lnTo>
                    <a:pt x="726526" y="0"/>
                  </a:lnTo>
                  <a:lnTo>
                    <a:pt x="726526" y="726526"/>
                  </a:lnTo>
                  <a:lnTo>
                    <a:pt x="0" y="7265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1701975" y="2652575"/>
            <a:ext cx="14883900" cy="3745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0"/>
              <a:buNone/>
              <a:defRPr sz="1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3988050" y="7371525"/>
            <a:ext cx="10311900" cy="126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 algn="ctr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 algn="ctr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 algn="ctr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bg>
      <p:bgPr>
        <a:solidFill>
          <a:srgbClr val="23DC6D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14538907" y="-1026374"/>
            <a:ext cx="4149852" cy="4226702"/>
          </a:xfrm>
          <a:custGeom>
            <a:avLst/>
            <a:gdLst/>
            <a:ahLst/>
            <a:cxnLst/>
            <a:rect l="l" t="t" r="r" b="b"/>
            <a:pathLst>
              <a:path w="4149852" h="4226702" extrusionOk="0">
                <a:moveTo>
                  <a:pt x="0" y="0"/>
                </a:moveTo>
                <a:lnTo>
                  <a:pt x="4149853" y="0"/>
                </a:lnTo>
                <a:lnTo>
                  <a:pt x="4149853" y="4226702"/>
                </a:lnTo>
                <a:lnTo>
                  <a:pt x="0" y="42267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" name="Google Shape;49;p6"/>
          <p:cNvSpPr/>
          <p:nvPr/>
        </p:nvSpPr>
        <p:spPr>
          <a:xfrm rot="-5400000">
            <a:off x="859256" y="8384552"/>
            <a:ext cx="3625028" cy="3804896"/>
          </a:xfrm>
          <a:custGeom>
            <a:avLst/>
            <a:gdLst/>
            <a:ahLst/>
            <a:cxnLst/>
            <a:rect l="l" t="t" r="r" b="b"/>
            <a:pathLst>
              <a:path w="3625028" h="3804896" extrusionOk="0">
                <a:moveTo>
                  <a:pt x="0" y="0"/>
                </a:moveTo>
                <a:lnTo>
                  <a:pt x="3625029" y="0"/>
                </a:lnTo>
                <a:lnTo>
                  <a:pt x="3625029" y="3804896"/>
                </a:lnTo>
                <a:lnTo>
                  <a:pt x="0" y="3804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0" name="Google Shape;50;p6"/>
          <p:cNvSpPr/>
          <p:nvPr/>
        </p:nvSpPr>
        <p:spPr>
          <a:xfrm>
            <a:off x="771232" y="1086977"/>
            <a:ext cx="19089519" cy="8113046"/>
          </a:xfrm>
          <a:custGeom>
            <a:avLst/>
            <a:gdLst/>
            <a:ahLst/>
            <a:cxnLst/>
            <a:rect l="l" t="t" r="r" b="b"/>
            <a:pathLst>
              <a:path w="19089519" h="8113046" extrusionOk="0">
                <a:moveTo>
                  <a:pt x="0" y="0"/>
                </a:moveTo>
                <a:lnTo>
                  <a:pt x="19089520" y="0"/>
                </a:lnTo>
                <a:lnTo>
                  <a:pt x="19089520" y="8113046"/>
                </a:lnTo>
                <a:lnTo>
                  <a:pt x="0" y="8113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1780775" y="3103950"/>
            <a:ext cx="14639400" cy="40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lvl="1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–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lvl="2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lvl="3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–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lvl="4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»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lvl="5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lvl="6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lvl="7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lvl="8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1028700" y="1881850"/>
            <a:ext cx="7502400" cy="314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13144500" y="920204"/>
            <a:ext cx="4114826" cy="4223672"/>
            <a:chOff x="0" y="-28575"/>
            <a:chExt cx="1083733" cy="1112400"/>
          </a:xfrm>
        </p:grpSpPr>
        <p:sp>
          <p:nvSpPr>
            <p:cNvPr id="55" name="Google Shape;55;p7"/>
            <p:cNvSpPr/>
            <p:nvPr/>
          </p:nvSpPr>
          <p:spPr>
            <a:xfrm>
              <a:off x="0" y="0"/>
              <a:ext cx="1083733" cy="1083733"/>
            </a:xfrm>
            <a:custGeom>
              <a:avLst/>
              <a:gdLst/>
              <a:ahLst/>
              <a:cxnLst/>
              <a:rect l="l" t="t" r="r" b="b"/>
              <a:pathLst>
                <a:path w="1083733" h="1083733" extrusionOk="0">
                  <a:moveTo>
                    <a:pt x="0" y="0"/>
                  </a:moveTo>
                  <a:lnTo>
                    <a:pt x="1083733" y="0"/>
                  </a:lnTo>
                  <a:lnTo>
                    <a:pt x="1083733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6" name="Google Shape;56;p7"/>
            <p:cNvSpPr txBox="1"/>
            <p:nvPr/>
          </p:nvSpPr>
          <p:spPr>
            <a:xfrm>
              <a:off x="0" y="-28575"/>
              <a:ext cx="1083600" cy="11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7"/>
          <p:cNvGrpSpPr/>
          <p:nvPr/>
        </p:nvGrpSpPr>
        <p:grpSpPr>
          <a:xfrm>
            <a:off x="9029700" y="5035004"/>
            <a:ext cx="4114826" cy="4223672"/>
            <a:chOff x="0" y="-28575"/>
            <a:chExt cx="1083733" cy="1112400"/>
          </a:xfrm>
        </p:grpSpPr>
        <p:sp>
          <p:nvSpPr>
            <p:cNvPr id="58" name="Google Shape;58;p7"/>
            <p:cNvSpPr/>
            <p:nvPr/>
          </p:nvSpPr>
          <p:spPr>
            <a:xfrm>
              <a:off x="0" y="0"/>
              <a:ext cx="1083733" cy="1083733"/>
            </a:xfrm>
            <a:custGeom>
              <a:avLst/>
              <a:gdLst/>
              <a:ahLst/>
              <a:cxnLst/>
              <a:rect l="l" t="t" r="r" b="b"/>
              <a:pathLst>
                <a:path w="1083733" h="1083733" extrusionOk="0">
                  <a:moveTo>
                    <a:pt x="0" y="0"/>
                  </a:moveTo>
                  <a:lnTo>
                    <a:pt x="1083733" y="0"/>
                  </a:lnTo>
                  <a:lnTo>
                    <a:pt x="1083733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9" name="Google Shape;59;p7"/>
            <p:cNvSpPr txBox="1"/>
            <p:nvPr/>
          </p:nvSpPr>
          <p:spPr>
            <a:xfrm>
              <a:off x="0" y="-28575"/>
              <a:ext cx="1083600" cy="11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7"/>
          <p:cNvSpPr/>
          <p:nvPr/>
        </p:nvSpPr>
        <p:spPr>
          <a:xfrm>
            <a:off x="902970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7"/>
          <p:cNvSpPr/>
          <p:nvPr/>
        </p:nvSpPr>
        <p:spPr>
          <a:xfrm>
            <a:off x="13144500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1028700" y="5464850"/>
            <a:ext cx="5963400" cy="294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>
            <a:spLocks noGrp="1"/>
          </p:cNvSpPr>
          <p:nvPr>
            <p:ph type="pic" idx="2"/>
          </p:nvPr>
        </p:nvSpPr>
        <p:spPr>
          <a:xfrm>
            <a:off x="13144500" y="1028950"/>
            <a:ext cx="41148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"/>
          <p:cNvSpPr>
            <a:spLocks noGrp="1"/>
          </p:cNvSpPr>
          <p:nvPr>
            <p:ph type="pic" idx="3"/>
          </p:nvPr>
        </p:nvSpPr>
        <p:spPr>
          <a:xfrm>
            <a:off x="9029713" y="5143500"/>
            <a:ext cx="41148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 txBox="1">
            <a:spLocks noGrp="1"/>
          </p:cNvSpPr>
          <p:nvPr>
            <p:ph type="title" idx="4"/>
          </p:nvPr>
        </p:nvSpPr>
        <p:spPr>
          <a:xfrm>
            <a:off x="10068300" y="2153500"/>
            <a:ext cx="2037600" cy="57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50"/>
              <a:buNone/>
              <a:defRPr sz="43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ubTitle" idx="5"/>
          </p:nvPr>
        </p:nvSpPr>
        <p:spPr>
          <a:xfrm>
            <a:off x="9803250" y="3085275"/>
            <a:ext cx="2567700" cy="35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1pPr>
            <a:lvl2pPr lvl="1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 idx="6"/>
          </p:nvPr>
        </p:nvSpPr>
        <p:spPr>
          <a:xfrm>
            <a:off x="14183113" y="6505900"/>
            <a:ext cx="2037600" cy="57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50"/>
              <a:buNone/>
              <a:defRPr sz="43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ubTitle" idx="7"/>
          </p:nvPr>
        </p:nvSpPr>
        <p:spPr>
          <a:xfrm>
            <a:off x="13918063" y="7437675"/>
            <a:ext cx="2567700" cy="35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1pPr>
            <a:lvl2pPr lvl="1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10653425" y="1313825"/>
            <a:ext cx="5635800" cy="198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1370354" y="1603714"/>
            <a:ext cx="7079573" cy="7079573"/>
          </a:xfrm>
          <a:custGeom>
            <a:avLst/>
            <a:gdLst/>
            <a:ahLst/>
            <a:cxnLst/>
            <a:rect l="l" t="t" r="r" b="b"/>
            <a:pathLst>
              <a:path w="7079573" h="7079573" extrusionOk="0">
                <a:moveTo>
                  <a:pt x="0" y="0"/>
                </a:moveTo>
                <a:lnTo>
                  <a:pt x="7079573" y="0"/>
                </a:lnTo>
                <a:lnTo>
                  <a:pt x="7079573" y="7079572"/>
                </a:lnTo>
                <a:lnTo>
                  <a:pt x="0" y="707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l="10379" t="23118" r="26023"/>
          <a:stretch/>
        </p:blipFill>
        <p:spPr>
          <a:xfrm>
            <a:off x="-1586200" y="2447735"/>
            <a:ext cx="9845626" cy="7934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8"/>
          <p:cNvCxnSpPr/>
          <p:nvPr/>
        </p:nvCxnSpPr>
        <p:spPr>
          <a:xfrm>
            <a:off x="10332293" y="5056701"/>
            <a:ext cx="6492300" cy="0"/>
          </a:xfrm>
          <a:prstGeom prst="straightConnector1">
            <a:avLst/>
          </a:prstGeom>
          <a:noFill/>
          <a:ln w="38100" cap="flat" cmpd="sng">
            <a:solidFill>
              <a:srgbClr val="23DC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10653425" y="3168075"/>
            <a:ext cx="6895200" cy="111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1pPr>
            <a:lvl2pPr marL="914400" lvl="1" indent="-384175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2pPr>
            <a:lvl3pPr marL="1371600" lvl="2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3pPr>
            <a:lvl4pPr marL="1828800" lvl="3" indent="-384175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4pPr>
            <a:lvl5pPr marL="2286000" lvl="4" indent="-384175">
              <a:spcBef>
                <a:spcPts val="640"/>
              </a:spcBef>
              <a:spcAft>
                <a:spcPts val="0"/>
              </a:spcAft>
              <a:buSzPts val="2450"/>
              <a:buChar char="»"/>
              <a:defRPr sz="2450"/>
            </a:lvl5pPr>
            <a:lvl6pPr marL="2743200" lvl="5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6pPr>
            <a:lvl7pPr marL="3200400" lvl="6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7pPr>
            <a:lvl8pPr marL="3657600" lvl="7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8pPr>
            <a:lvl9pPr marL="4114800" lvl="8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title" idx="2"/>
          </p:nvPr>
        </p:nvSpPr>
        <p:spPr>
          <a:xfrm>
            <a:off x="10653425" y="5931375"/>
            <a:ext cx="5635800" cy="198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C25FF"/>
              </a:buClr>
              <a:buSzPts val="12100"/>
              <a:buNone/>
              <a:defRPr sz="12100">
                <a:solidFill>
                  <a:srgbClr val="6C25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3"/>
          </p:nvPr>
        </p:nvSpPr>
        <p:spPr>
          <a:xfrm>
            <a:off x="10653425" y="7785625"/>
            <a:ext cx="6895200" cy="111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1pPr>
            <a:lvl2pPr marL="914400" lvl="1" indent="-384175" rtl="0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2pPr>
            <a:lvl3pPr marL="1371600" lvl="2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3pPr>
            <a:lvl4pPr marL="1828800" lvl="3" indent="-384175" rtl="0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4pPr>
            <a:lvl5pPr marL="2286000" lvl="4" indent="-384175" rtl="0">
              <a:spcBef>
                <a:spcPts val="640"/>
              </a:spcBef>
              <a:spcAft>
                <a:spcPts val="0"/>
              </a:spcAft>
              <a:buSzPts val="2450"/>
              <a:buChar char="»"/>
              <a:defRPr sz="2450"/>
            </a:lvl5pPr>
            <a:lvl6pPr marL="2743200" lvl="5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6pPr>
            <a:lvl7pPr marL="3200400" lvl="6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7pPr>
            <a:lvl8pPr marL="3657600" lvl="7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8pPr>
            <a:lvl9pPr marL="4114800" lvl="8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6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>
            <a:spLocks noGrp="1"/>
          </p:cNvSpPr>
          <p:nvPr>
            <p:ph type="pic" idx="2"/>
          </p:nvPr>
        </p:nvSpPr>
        <p:spPr>
          <a:xfrm>
            <a:off x="12884163" y="21980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9"/>
          <p:cNvSpPr>
            <a:spLocks noGrp="1"/>
          </p:cNvSpPr>
          <p:nvPr>
            <p:ph type="pic" idx="3"/>
          </p:nvPr>
        </p:nvSpPr>
        <p:spPr>
          <a:xfrm>
            <a:off x="12884163" y="4063363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9"/>
          <p:cNvSpPr>
            <a:spLocks noGrp="1"/>
          </p:cNvSpPr>
          <p:nvPr>
            <p:ph type="pic" idx="4"/>
          </p:nvPr>
        </p:nvSpPr>
        <p:spPr>
          <a:xfrm>
            <a:off x="12884163" y="5925900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9"/>
          <p:cNvSpPr>
            <a:spLocks noGrp="1"/>
          </p:cNvSpPr>
          <p:nvPr>
            <p:ph type="pic" idx="5"/>
          </p:nvPr>
        </p:nvSpPr>
        <p:spPr>
          <a:xfrm>
            <a:off x="12884163" y="77884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9"/>
          <p:cNvSpPr txBox="1">
            <a:spLocks noGrp="1"/>
          </p:cNvSpPr>
          <p:nvPr>
            <p:ph type="title"/>
          </p:nvPr>
        </p:nvSpPr>
        <p:spPr>
          <a:xfrm>
            <a:off x="1028700" y="1801650"/>
            <a:ext cx="6591300" cy="4819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800345" y="950476"/>
            <a:ext cx="1260564" cy="851408"/>
          </a:xfrm>
          <a:custGeom>
            <a:avLst/>
            <a:gdLst/>
            <a:ahLst/>
            <a:cxnLst/>
            <a:rect l="l" t="t" r="r" b="b"/>
            <a:pathLst>
              <a:path w="601701" h="406400" extrusionOk="0">
                <a:moveTo>
                  <a:pt x="398501" y="0"/>
                </a:moveTo>
                <a:cubicBezTo>
                  <a:pt x="510725" y="0"/>
                  <a:pt x="601701" y="90976"/>
                  <a:pt x="601701" y="203200"/>
                </a:cubicBezTo>
                <a:cubicBezTo>
                  <a:pt x="601701" y="315424"/>
                  <a:pt x="510725" y="406400"/>
                  <a:pt x="398501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6C2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9"/>
          <p:cNvGrpSpPr/>
          <p:nvPr/>
        </p:nvGrpSpPr>
        <p:grpSpPr>
          <a:xfrm rot="-5400000">
            <a:off x="8280682" y="876278"/>
            <a:ext cx="856801" cy="1005184"/>
            <a:chOff x="0" y="-28575"/>
            <a:chExt cx="225658" cy="264738"/>
          </a:xfrm>
        </p:grpSpPr>
        <p:sp>
          <p:nvSpPr>
            <p:cNvPr id="85" name="Google Shape;85;p9"/>
            <p:cNvSpPr/>
            <p:nvPr/>
          </p:nvSpPr>
          <p:spPr>
            <a:xfrm>
              <a:off x="0" y="0"/>
              <a:ext cx="225658" cy="236163"/>
            </a:xfrm>
            <a:custGeom>
              <a:avLst/>
              <a:gdLst/>
              <a:ahLst/>
              <a:cxnLst/>
              <a:rect l="l" t="t" r="r" b="b"/>
              <a:pathLst>
                <a:path w="225658" h="236163" extrusionOk="0">
                  <a:moveTo>
                    <a:pt x="0" y="0"/>
                  </a:moveTo>
                  <a:lnTo>
                    <a:pt x="225658" y="0"/>
                  </a:lnTo>
                  <a:lnTo>
                    <a:pt x="225658" y="236163"/>
                  </a:lnTo>
                  <a:lnTo>
                    <a:pt x="0" y="236163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86" name="Google Shape;86;p9"/>
            <p:cNvSpPr txBox="1"/>
            <p:nvPr/>
          </p:nvSpPr>
          <p:spPr>
            <a:xfrm>
              <a:off x="0" y="-28575"/>
              <a:ext cx="2256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9"/>
          <p:cNvSpPr/>
          <p:nvPr/>
        </p:nvSpPr>
        <p:spPr>
          <a:xfrm>
            <a:off x="7886589" y="950476"/>
            <a:ext cx="857504" cy="85750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10243073" y="890631"/>
            <a:ext cx="1755631" cy="911021"/>
            <a:chOff x="0" y="-28575"/>
            <a:chExt cx="838290" cy="435000"/>
          </a:xfrm>
        </p:grpSpPr>
        <p:sp>
          <p:nvSpPr>
            <p:cNvPr id="89" name="Google Shape;89;p9"/>
            <p:cNvSpPr/>
            <p:nvPr/>
          </p:nvSpPr>
          <p:spPr>
            <a:xfrm>
              <a:off x="0" y="0"/>
              <a:ext cx="838290" cy="406400"/>
            </a:xfrm>
            <a:custGeom>
              <a:avLst/>
              <a:gdLst/>
              <a:ahLst/>
              <a:cxnLst/>
              <a:rect l="l" t="t" r="r" b="b"/>
              <a:pathLst>
                <a:path w="838290" h="406400" extrusionOk="0">
                  <a:moveTo>
                    <a:pt x="635090" y="0"/>
                  </a:moveTo>
                  <a:cubicBezTo>
                    <a:pt x="747315" y="0"/>
                    <a:pt x="838290" y="90976"/>
                    <a:pt x="838290" y="203200"/>
                  </a:cubicBezTo>
                  <a:cubicBezTo>
                    <a:pt x="838290" y="315424"/>
                    <a:pt x="747315" y="406400"/>
                    <a:pt x="63509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9"/>
            <p:cNvSpPr txBox="1"/>
            <p:nvPr/>
          </p:nvSpPr>
          <p:spPr>
            <a:xfrm>
              <a:off x="0" y="-28575"/>
              <a:ext cx="8382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12304376" y="890631"/>
            <a:ext cx="2134536" cy="911021"/>
            <a:chOff x="0" y="-28575"/>
            <a:chExt cx="1019212" cy="435000"/>
          </a:xfrm>
        </p:grpSpPr>
        <p:sp>
          <p:nvSpPr>
            <p:cNvPr id="92" name="Google Shape;92;p9"/>
            <p:cNvSpPr/>
            <p:nvPr/>
          </p:nvSpPr>
          <p:spPr>
            <a:xfrm>
              <a:off x="0" y="0"/>
              <a:ext cx="1019212" cy="406400"/>
            </a:xfrm>
            <a:custGeom>
              <a:avLst/>
              <a:gdLst/>
              <a:ahLst/>
              <a:cxnLst/>
              <a:rect l="l" t="t" r="r" b="b"/>
              <a:pathLst>
                <a:path w="1019212" h="406400" extrusionOk="0">
                  <a:moveTo>
                    <a:pt x="816012" y="0"/>
                  </a:moveTo>
                  <a:cubicBezTo>
                    <a:pt x="928236" y="0"/>
                    <a:pt x="1019212" y="90976"/>
                    <a:pt x="1019212" y="203200"/>
                  </a:cubicBezTo>
                  <a:cubicBezTo>
                    <a:pt x="1019212" y="315424"/>
                    <a:pt x="928236" y="406400"/>
                    <a:pt x="8160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9"/>
            <p:cNvSpPr txBox="1"/>
            <p:nvPr/>
          </p:nvSpPr>
          <p:spPr>
            <a:xfrm>
              <a:off x="0" y="-28575"/>
              <a:ext cx="10191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9"/>
          <p:cNvGrpSpPr/>
          <p:nvPr/>
        </p:nvGrpSpPr>
        <p:grpSpPr>
          <a:xfrm>
            <a:off x="14744576" y="890631"/>
            <a:ext cx="2746884" cy="911021"/>
            <a:chOff x="0" y="-28575"/>
            <a:chExt cx="1311600" cy="435000"/>
          </a:xfrm>
        </p:grpSpPr>
        <p:sp>
          <p:nvSpPr>
            <p:cNvPr id="95" name="Google Shape;95;p9"/>
            <p:cNvSpPr/>
            <p:nvPr/>
          </p:nvSpPr>
          <p:spPr>
            <a:xfrm>
              <a:off x="0" y="0"/>
              <a:ext cx="1311469" cy="406400"/>
            </a:xfrm>
            <a:custGeom>
              <a:avLst/>
              <a:gdLst/>
              <a:ahLst/>
              <a:cxnLst/>
              <a:rect l="l" t="t" r="r" b="b"/>
              <a:pathLst>
                <a:path w="1311469" h="406400" extrusionOk="0">
                  <a:moveTo>
                    <a:pt x="1108269" y="0"/>
                  </a:moveTo>
                  <a:cubicBezTo>
                    <a:pt x="1220493" y="0"/>
                    <a:pt x="1311469" y="90976"/>
                    <a:pt x="1311469" y="203200"/>
                  </a:cubicBezTo>
                  <a:cubicBezTo>
                    <a:pt x="1311469" y="315424"/>
                    <a:pt x="1220493" y="406400"/>
                    <a:pt x="11082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9"/>
            <p:cNvSpPr txBox="1"/>
            <p:nvPr/>
          </p:nvSpPr>
          <p:spPr>
            <a:xfrm>
              <a:off x="0" y="-28575"/>
              <a:ext cx="13116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9"/>
          <p:cNvGrpSpPr/>
          <p:nvPr/>
        </p:nvGrpSpPr>
        <p:grpSpPr>
          <a:xfrm>
            <a:off x="9360848" y="2089276"/>
            <a:ext cx="3132780" cy="1578751"/>
            <a:chOff x="0" y="-28575"/>
            <a:chExt cx="825089" cy="415800"/>
          </a:xfrm>
        </p:grpSpPr>
        <p:sp>
          <p:nvSpPr>
            <p:cNvPr id="98" name="Google Shape;98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9"/>
          <p:cNvGrpSpPr/>
          <p:nvPr/>
        </p:nvGrpSpPr>
        <p:grpSpPr>
          <a:xfrm>
            <a:off x="9360848" y="3959183"/>
            <a:ext cx="3132780" cy="1578751"/>
            <a:chOff x="0" y="-28575"/>
            <a:chExt cx="825089" cy="415800"/>
          </a:xfrm>
        </p:grpSpPr>
        <p:sp>
          <p:nvSpPr>
            <p:cNvPr id="101" name="Google Shape;101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9"/>
          <p:cNvGrpSpPr/>
          <p:nvPr/>
        </p:nvGrpSpPr>
        <p:grpSpPr>
          <a:xfrm>
            <a:off x="9360848" y="5819565"/>
            <a:ext cx="3132780" cy="1578751"/>
            <a:chOff x="0" y="-28575"/>
            <a:chExt cx="825089" cy="415800"/>
          </a:xfrm>
        </p:grpSpPr>
        <p:sp>
          <p:nvSpPr>
            <p:cNvPr id="104" name="Google Shape;104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9"/>
          <p:cNvGrpSpPr/>
          <p:nvPr/>
        </p:nvGrpSpPr>
        <p:grpSpPr>
          <a:xfrm>
            <a:off x="9360848" y="7679947"/>
            <a:ext cx="3132780" cy="1578751"/>
            <a:chOff x="0" y="-28575"/>
            <a:chExt cx="825089" cy="415800"/>
          </a:xfrm>
        </p:grpSpPr>
        <p:sp>
          <p:nvSpPr>
            <p:cNvPr id="107" name="Google Shape;107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9"/>
          <p:cNvGrpSpPr/>
          <p:nvPr/>
        </p:nvGrpSpPr>
        <p:grpSpPr>
          <a:xfrm>
            <a:off x="14358391" y="2089276"/>
            <a:ext cx="3132780" cy="1578751"/>
            <a:chOff x="0" y="-28575"/>
            <a:chExt cx="825089" cy="415800"/>
          </a:xfrm>
        </p:grpSpPr>
        <p:sp>
          <p:nvSpPr>
            <p:cNvPr id="110" name="Google Shape;110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9"/>
          <p:cNvGrpSpPr/>
          <p:nvPr/>
        </p:nvGrpSpPr>
        <p:grpSpPr>
          <a:xfrm>
            <a:off x="14358391" y="3959183"/>
            <a:ext cx="3132780" cy="1578751"/>
            <a:chOff x="0" y="-28575"/>
            <a:chExt cx="825089" cy="415800"/>
          </a:xfrm>
        </p:grpSpPr>
        <p:sp>
          <p:nvSpPr>
            <p:cNvPr id="113" name="Google Shape;113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9"/>
          <p:cNvGrpSpPr/>
          <p:nvPr/>
        </p:nvGrpSpPr>
        <p:grpSpPr>
          <a:xfrm>
            <a:off x="14358391" y="5819565"/>
            <a:ext cx="3132780" cy="1578751"/>
            <a:chOff x="0" y="-28575"/>
            <a:chExt cx="825089" cy="415800"/>
          </a:xfrm>
        </p:grpSpPr>
        <p:sp>
          <p:nvSpPr>
            <p:cNvPr id="116" name="Google Shape;116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9"/>
          <p:cNvGrpSpPr/>
          <p:nvPr/>
        </p:nvGrpSpPr>
        <p:grpSpPr>
          <a:xfrm>
            <a:off x="14358391" y="7679947"/>
            <a:ext cx="3132780" cy="1578751"/>
            <a:chOff x="0" y="-28575"/>
            <a:chExt cx="825089" cy="415800"/>
          </a:xfrm>
        </p:grpSpPr>
        <p:sp>
          <p:nvSpPr>
            <p:cNvPr id="119" name="Google Shape;119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9"/>
          <p:cNvSpPr txBox="1"/>
          <p:nvPr/>
        </p:nvSpPr>
        <p:spPr>
          <a:xfrm>
            <a:off x="8800345" y="1188750"/>
            <a:ext cx="12600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All</a:t>
            </a:r>
            <a:endParaRPr/>
          </a:p>
        </p:txBody>
      </p:sp>
      <p:sp>
        <p:nvSpPr>
          <p:cNvPr id="122" name="Google Shape;122;p9"/>
          <p:cNvSpPr txBox="1"/>
          <p:nvPr/>
        </p:nvSpPr>
        <p:spPr>
          <a:xfrm>
            <a:off x="10243073" y="1188750"/>
            <a:ext cx="17556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Music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12304376" y="1188750"/>
            <a:ext cx="2134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Podcasts</a:t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14744576" y="1188750"/>
            <a:ext cx="2746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Audiobooks</a:t>
            </a:r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body" idx="1"/>
          </p:nvPr>
        </p:nvSpPr>
        <p:spPr>
          <a:xfrm>
            <a:off x="1028700" y="6664950"/>
            <a:ext cx="4865400" cy="241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title" idx="6"/>
          </p:nvPr>
        </p:nvSpPr>
        <p:spPr>
          <a:xfrm>
            <a:off x="9848175" y="27214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title" idx="7"/>
          </p:nvPr>
        </p:nvSpPr>
        <p:spPr>
          <a:xfrm>
            <a:off x="9848175" y="4627263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title" idx="8"/>
          </p:nvPr>
        </p:nvSpPr>
        <p:spPr>
          <a:xfrm>
            <a:off x="9848175" y="643357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title" idx="9"/>
          </p:nvPr>
        </p:nvSpPr>
        <p:spPr>
          <a:xfrm>
            <a:off x="9848175" y="83480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title" idx="13"/>
          </p:nvPr>
        </p:nvSpPr>
        <p:spPr>
          <a:xfrm>
            <a:off x="14748900" y="27214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title" idx="14"/>
          </p:nvPr>
        </p:nvSpPr>
        <p:spPr>
          <a:xfrm>
            <a:off x="14748900" y="4627263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title" idx="15"/>
          </p:nvPr>
        </p:nvSpPr>
        <p:spPr>
          <a:xfrm>
            <a:off x="14748900" y="643357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 idx="16"/>
          </p:nvPr>
        </p:nvSpPr>
        <p:spPr>
          <a:xfrm>
            <a:off x="14748900" y="83480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4" name="Google Shape;134;p9"/>
          <p:cNvSpPr>
            <a:spLocks noGrp="1"/>
          </p:cNvSpPr>
          <p:nvPr>
            <p:ph type="pic" idx="17"/>
          </p:nvPr>
        </p:nvSpPr>
        <p:spPr>
          <a:xfrm>
            <a:off x="7886475" y="21980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9"/>
          <p:cNvSpPr>
            <a:spLocks noGrp="1"/>
          </p:cNvSpPr>
          <p:nvPr>
            <p:ph type="pic" idx="18"/>
          </p:nvPr>
        </p:nvSpPr>
        <p:spPr>
          <a:xfrm>
            <a:off x="7886475" y="4063363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9"/>
          <p:cNvSpPr>
            <a:spLocks noGrp="1"/>
          </p:cNvSpPr>
          <p:nvPr>
            <p:ph type="pic" idx="19"/>
          </p:nvPr>
        </p:nvSpPr>
        <p:spPr>
          <a:xfrm>
            <a:off x="7886475" y="5925900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9"/>
          <p:cNvSpPr>
            <a:spLocks noGrp="1"/>
          </p:cNvSpPr>
          <p:nvPr>
            <p:ph type="pic" idx="20"/>
          </p:nvPr>
        </p:nvSpPr>
        <p:spPr>
          <a:xfrm>
            <a:off x="7886475" y="7788425"/>
            <a:ext cx="1474200" cy="1469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75350" y="1140963"/>
            <a:ext cx="10972800" cy="31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0000"/>
              <a:buFont typeface="League Spartan ExtraBold"/>
              <a:buNone/>
              <a:defRPr sz="10000" i="0" u="none" strike="noStrike" cap="none">
                <a:solidFill>
                  <a:srgbClr val="23DC6D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75350" y="461993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–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–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»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/>
        </p:nvSpPr>
        <p:spPr>
          <a:xfrm>
            <a:off x="3709476" y="1416881"/>
            <a:ext cx="10949700" cy="2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0</a:t>
            </a:r>
          </a:p>
        </p:txBody>
      </p:sp>
      <p:sp>
        <p:nvSpPr>
          <p:cNvPr id="144" name="Google Shape;144;p10"/>
          <p:cNvSpPr/>
          <p:nvPr/>
        </p:nvSpPr>
        <p:spPr>
          <a:xfrm>
            <a:off x="4485322" y="-21624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1</a:t>
            </a:r>
          </a:p>
        </p:txBody>
      </p:sp>
      <p:sp>
        <p:nvSpPr>
          <p:cNvPr id="145" name="Google Shape;145;p10"/>
          <p:cNvSpPr/>
          <p:nvPr/>
        </p:nvSpPr>
        <p:spPr>
          <a:xfrm>
            <a:off x="15886818" y="3325680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2</a:t>
            </a:r>
          </a:p>
        </p:txBody>
      </p:sp>
      <p:sp>
        <p:nvSpPr>
          <p:cNvPr id="146" name="Google Shape;146;p10"/>
          <p:cNvSpPr/>
          <p:nvPr/>
        </p:nvSpPr>
        <p:spPr>
          <a:xfrm>
            <a:off x="501971" y="-91096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r>
              <a:t>index 3</a:t>
            </a:r>
          </a:p>
        </p:txBody>
      </p:sp>
      <p:sp>
        <p:nvSpPr>
          <p:cNvPr id="147" name="Google Shape;147;p10"/>
          <p:cNvSpPr/>
          <p:nvPr/>
        </p:nvSpPr>
        <p:spPr>
          <a:xfrm>
            <a:off x="737170" y="3821470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4</a:t>
            </a:r>
          </a:p>
        </p:txBody>
      </p:sp>
      <p:sp>
        <p:nvSpPr>
          <p:cNvPr id="148" name="Google Shape;148;p10"/>
          <p:cNvSpPr/>
          <p:nvPr/>
        </p:nvSpPr>
        <p:spPr>
          <a:xfrm>
            <a:off x="4979148" y="9358111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5</a:t>
            </a:r>
          </a:p>
        </p:txBody>
      </p:sp>
      <p:sp>
        <p:nvSpPr>
          <p:cNvPr id="149" name="Google Shape;149;p10"/>
          <p:cNvSpPr/>
          <p:nvPr/>
        </p:nvSpPr>
        <p:spPr>
          <a:xfrm>
            <a:off x="16193805" y="7439162"/>
            <a:ext cx="6633646" cy="4535002"/>
          </a:xfrm>
          <a:custGeom>
            <a:avLst/>
            <a:gdLst/>
            <a:ahLst/>
            <a:cxnLst/>
            <a:rect l="l" t="t" r="r" b="b"/>
            <a:pathLst>
              <a:path w="6633646" h="4535002" extrusionOk="0">
                <a:moveTo>
                  <a:pt x="0" y="0"/>
                </a:moveTo>
                <a:lnTo>
                  <a:pt x="6633646" y="0"/>
                </a:lnTo>
                <a:lnTo>
                  <a:pt x="663364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6</a:t>
            </a:r>
          </a:p>
        </p:txBody>
      </p:sp>
      <p:sp>
        <p:nvSpPr>
          <p:cNvPr id="150" name="Google Shape;150;p10"/>
          <p:cNvSpPr txBox="1"/>
          <p:nvPr/>
        </p:nvSpPr>
        <p:spPr>
          <a:xfrm>
            <a:off x="3809807" y="6937977"/>
            <a:ext cx="11582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7</a:t>
            </a:r>
          </a:p>
        </p:txBody>
      </p:sp>
      <p:sp>
        <p:nvSpPr>
          <p:cNvPr id="151" name="Google Shape;151;p10"/>
          <p:cNvSpPr/>
          <p:nvPr/>
        </p:nvSpPr>
        <p:spPr>
          <a:xfrm>
            <a:off x="-4539537" y="6004963"/>
            <a:ext cx="8575663" cy="8564074"/>
          </a:xfrm>
          <a:custGeom>
            <a:avLst/>
            <a:gdLst/>
            <a:ahLst/>
            <a:cxnLst/>
            <a:rect l="l" t="t" r="r" b="b"/>
            <a:pathLst>
              <a:path w="8575663" h="8564074" extrusionOk="0">
                <a:moveTo>
                  <a:pt x="0" y="0"/>
                </a:moveTo>
                <a:lnTo>
                  <a:pt x="8575663" y="0"/>
                </a:lnTo>
                <a:lnTo>
                  <a:pt x="8575663" y="8564074"/>
                </a:lnTo>
                <a:lnTo>
                  <a:pt x="0" y="8564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8</a:t>
            </a:r>
          </a:p>
        </p:txBody>
      </p:sp>
      <p:sp>
        <p:nvSpPr>
          <p:cNvPr id="152" name="Google Shape;152;p10"/>
          <p:cNvSpPr/>
          <p:nvPr/>
        </p:nvSpPr>
        <p:spPr>
          <a:xfrm rot="-5400000">
            <a:off x="15068390" y="-3113539"/>
            <a:ext cx="6439219" cy="6439219"/>
          </a:xfrm>
          <a:custGeom>
            <a:avLst/>
            <a:gdLst/>
            <a:ahLst/>
            <a:cxnLst/>
            <a:rect l="l" t="t" r="r" b="b"/>
            <a:pathLst>
              <a:path w="6439219" h="6439219" extrusionOk="0">
                <a:moveTo>
                  <a:pt x="0" y="0"/>
                </a:moveTo>
                <a:lnTo>
                  <a:pt x="6439218" y="0"/>
                </a:lnTo>
                <a:lnTo>
                  <a:pt x="6439218" y="6439219"/>
                </a:lnTo>
                <a:lnTo>
                  <a:pt x="0" y="6439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1"/>
          <p:cNvGrpSpPr/>
          <p:nvPr/>
        </p:nvGrpSpPr>
        <p:grpSpPr>
          <a:xfrm rot="5400000">
            <a:off x="10217198" y="2107702"/>
            <a:ext cx="10287000" cy="6071596"/>
            <a:chOff x="0" y="-28575"/>
            <a:chExt cx="2709333" cy="1599103"/>
          </a:xfrm>
        </p:grpSpPr>
        <p:sp>
          <p:nvSpPr>
            <p:cNvPr id="159" name="Google Shape;159;p11"/>
            <p:cNvSpPr/>
            <p:nvPr/>
          </p:nvSpPr>
          <p:spPr>
            <a:xfrm>
              <a:off x="0" y="0"/>
              <a:ext cx="2709333" cy="1570528"/>
            </a:xfrm>
            <a:custGeom>
              <a:avLst/>
              <a:gdLst/>
              <a:ahLst/>
              <a:cxnLst/>
              <a:rect l="l" t="t" r="r" b="b"/>
              <a:pathLst>
                <a:path w="2709333" h="1570528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1570528"/>
                  </a:lnTo>
                  <a:lnTo>
                    <a:pt x="0" y="1570528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60" name="Google Shape;160;p11"/>
            <p:cNvSpPr txBox="1"/>
            <p:nvPr/>
          </p:nvSpPr>
          <p:spPr>
            <a:xfrm>
              <a:off x="0" y="-28575"/>
              <a:ext cx="2709333" cy="1599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1"/>
          <p:cNvSpPr/>
          <p:nvPr/>
        </p:nvSpPr>
        <p:spPr>
          <a:xfrm>
            <a:off x="8075581" y="932338"/>
            <a:ext cx="8714962" cy="8714962"/>
          </a:xfrm>
          <a:custGeom>
            <a:avLst/>
            <a:gdLst/>
            <a:ahLst/>
            <a:cxnLst/>
            <a:rect l="l" t="t" r="r" b="b"/>
            <a:pathLst>
              <a:path w="8714962" h="8714962" extrusionOk="0">
                <a:moveTo>
                  <a:pt x="0" y="0"/>
                </a:moveTo>
                <a:lnTo>
                  <a:pt x="8714963" y="0"/>
                </a:lnTo>
                <a:lnTo>
                  <a:pt x="8714963" y="8714962"/>
                </a:lnTo>
                <a:lnTo>
                  <a:pt x="0" y="8714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1</a:t>
            </a:r>
          </a:p>
        </p:txBody>
      </p:sp>
      <p:sp>
        <p:nvSpPr>
          <p:cNvPr id="164" name="Google Shape;164;p11"/>
          <p:cNvSpPr/>
          <p:nvPr/>
        </p:nvSpPr>
        <p:spPr>
          <a:xfrm>
            <a:off x="14855460" y="6634969"/>
            <a:ext cx="2532809" cy="2532809"/>
          </a:xfrm>
          <a:custGeom>
            <a:avLst/>
            <a:gdLst/>
            <a:ahLst/>
            <a:cxnLst/>
            <a:rect l="l" t="t" r="r" b="b"/>
            <a:pathLst>
              <a:path w="2532809" h="2532809" extrusionOk="0">
                <a:moveTo>
                  <a:pt x="0" y="0"/>
                </a:moveTo>
                <a:lnTo>
                  <a:pt x="2532809" y="0"/>
                </a:lnTo>
                <a:lnTo>
                  <a:pt x="2532809" y="2532809"/>
                </a:lnTo>
                <a:lnTo>
                  <a:pt x="0" y="2532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2</a:t>
            </a:r>
          </a:p>
        </p:txBody>
      </p:sp>
      <p:sp>
        <p:nvSpPr>
          <p:cNvPr id="165" name="Google Shape;165;p11"/>
          <p:cNvSpPr txBox="1"/>
          <p:nvPr/>
        </p:nvSpPr>
        <p:spPr>
          <a:xfrm>
            <a:off x="1578469" y="193498"/>
            <a:ext cx="7045500" cy="161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3</a:t>
            </a:r>
          </a:p>
        </p:txBody>
      </p:sp>
      <p:sp>
        <p:nvSpPr>
          <p:cNvPr id="167" name="Google Shape;167;p11"/>
          <p:cNvSpPr txBox="1"/>
          <p:nvPr/>
        </p:nvSpPr>
        <p:spPr>
          <a:xfrm>
            <a:off x="1391478" y="1844073"/>
            <a:ext cx="9700592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4</a:t>
            </a:r>
          </a:p>
        </p:txBody>
      </p:sp>
      <p:sp>
        <p:nvSpPr>
          <p:cNvPr id="12" name="Google Shape;167;p11">
            <a:extLst>
              <a:ext uri="{FF2B5EF4-FFF2-40B4-BE49-F238E27FC236}">
                <a16:creationId xmlns:a16="http://schemas.microsoft.com/office/drawing/2014/main" id="{59434832-91F8-45D7-AA37-710409754130}"/>
              </a:ext>
            </a:extLst>
          </p:cNvPr>
          <p:cNvSpPr txBox="1"/>
          <p:nvPr/>
        </p:nvSpPr>
        <p:spPr>
          <a:xfrm>
            <a:off x="1391478" y="3735908"/>
            <a:ext cx="9925879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5</a:t>
            </a:r>
          </a:p>
        </p:txBody>
      </p:sp>
      <p:sp>
        <p:nvSpPr>
          <p:cNvPr id="13" name="Google Shape;167;p11">
            <a:extLst>
              <a:ext uri="{FF2B5EF4-FFF2-40B4-BE49-F238E27FC236}">
                <a16:creationId xmlns:a16="http://schemas.microsoft.com/office/drawing/2014/main" id="{D2D75DF8-8897-4701-B298-6F99F85E133F}"/>
              </a:ext>
            </a:extLst>
          </p:cNvPr>
          <p:cNvSpPr txBox="1"/>
          <p:nvPr/>
        </p:nvSpPr>
        <p:spPr>
          <a:xfrm>
            <a:off x="1391478" y="5970300"/>
            <a:ext cx="9700592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6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2"/>
          <p:cNvGrpSpPr/>
          <p:nvPr/>
        </p:nvGrpSpPr>
        <p:grpSpPr>
          <a:xfrm rot="10800000">
            <a:off x="0" y="5827186"/>
            <a:ext cx="18288000" cy="4657670"/>
            <a:chOff x="0" y="-28575"/>
            <a:chExt cx="4816593" cy="1226711"/>
          </a:xfrm>
        </p:grpSpPr>
        <p:sp>
          <p:nvSpPr>
            <p:cNvPr id="173" name="Google Shape;173;p12"/>
            <p:cNvSpPr/>
            <p:nvPr/>
          </p:nvSpPr>
          <p:spPr>
            <a:xfrm>
              <a:off x="0" y="0"/>
              <a:ext cx="4816592" cy="1198136"/>
            </a:xfrm>
            <a:custGeom>
              <a:avLst/>
              <a:gdLst/>
              <a:ahLst/>
              <a:cxnLst/>
              <a:rect l="l" t="t" r="r" b="b"/>
              <a:pathLst>
                <a:path w="4816592" h="119813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198136"/>
                  </a:lnTo>
                  <a:lnTo>
                    <a:pt x="0" y="1198136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74" name="Google Shape;174;p12"/>
            <p:cNvSpPr txBox="1"/>
            <p:nvPr/>
          </p:nvSpPr>
          <p:spPr>
            <a:xfrm>
              <a:off x="0" y="-28575"/>
              <a:ext cx="4816593" cy="1226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2"/>
          <p:cNvSpPr txBox="1"/>
          <p:nvPr/>
        </p:nvSpPr>
        <p:spPr>
          <a:xfrm>
            <a:off x="2981739" y="271865"/>
            <a:ext cx="11758244" cy="1684179"/>
          </a:xfrm>
          <a:prstGeom prst="rect">
            <a:avLst/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177" name="Google Shape;177;p12"/>
          <p:cNvSpPr txBox="1"/>
          <p:nvPr/>
        </p:nvSpPr>
        <p:spPr>
          <a:xfrm>
            <a:off x="1663111" y="2347793"/>
            <a:ext cx="14395500" cy="154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2</a:t>
            </a:r>
          </a:p>
        </p:txBody>
      </p:sp>
      <p:grpSp>
        <p:nvGrpSpPr>
          <p:cNvPr id="179" name="Google Shape;179;p12"/>
          <p:cNvGrpSpPr/>
          <p:nvPr/>
        </p:nvGrpSpPr>
        <p:grpSpPr>
          <a:xfrm rot="1283271">
            <a:off x="15153734" y="4054334"/>
            <a:ext cx="4594189" cy="4351950"/>
            <a:chOff x="0" y="0"/>
            <a:chExt cx="6125585" cy="5802600"/>
          </a:xfrm>
        </p:grpSpPr>
        <p:sp>
          <p:nvSpPr>
            <p:cNvPr id="180" name="Google Shape;180;p12"/>
            <p:cNvSpPr/>
            <p:nvPr/>
          </p:nvSpPr>
          <p:spPr>
            <a:xfrm>
              <a:off x="0" y="0"/>
              <a:ext cx="6125585" cy="5802600"/>
            </a:xfrm>
            <a:custGeom>
              <a:avLst/>
              <a:gdLst/>
              <a:ahLst/>
              <a:cxnLst/>
              <a:rect l="l" t="t" r="r" b="b"/>
              <a:pathLst>
                <a:path w="6125585" h="5802600" extrusionOk="0">
                  <a:moveTo>
                    <a:pt x="0" y="0"/>
                  </a:moveTo>
                  <a:lnTo>
                    <a:pt x="6125585" y="0"/>
                  </a:lnTo>
                  <a:lnTo>
                    <a:pt x="6125585" y="5802600"/>
                  </a:lnTo>
                  <a:lnTo>
                    <a:pt x="0" y="5802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1" name="Google Shape;181;p12"/>
            <p:cNvSpPr/>
            <p:nvPr/>
          </p:nvSpPr>
          <p:spPr>
            <a:xfrm>
              <a:off x="2699530" y="2538037"/>
              <a:ext cx="726526" cy="726526"/>
            </a:xfrm>
            <a:custGeom>
              <a:avLst/>
              <a:gdLst/>
              <a:ahLst/>
              <a:cxnLst/>
              <a:rect l="l" t="t" r="r" b="b"/>
              <a:pathLst>
                <a:path w="726526" h="726526" extrusionOk="0">
                  <a:moveTo>
                    <a:pt x="0" y="0"/>
                  </a:moveTo>
                  <a:lnTo>
                    <a:pt x="726526" y="0"/>
                  </a:lnTo>
                  <a:lnTo>
                    <a:pt x="726526" y="726526"/>
                  </a:lnTo>
                  <a:lnTo>
                    <a:pt x="0" y="7265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10407434" y="-2322437"/>
            <a:ext cx="16230600" cy="16230600"/>
          </a:xfrm>
          <a:custGeom>
            <a:avLst/>
            <a:gdLst/>
            <a:ahLst/>
            <a:cxnLst/>
            <a:rect l="l" t="t" r="r" b="b"/>
            <a:pathLst>
              <a:path w="16230600" h="16230600" extrusionOk="0">
                <a:moveTo>
                  <a:pt x="0" y="0"/>
                </a:moveTo>
                <a:lnTo>
                  <a:pt x="16230600" y="0"/>
                </a:lnTo>
                <a:lnTo>
                  <a:pt x="16230600" y="16230600"/>
                </a:lnTo>
                <a:lnTo>
                  <a:pt x="0" y="16230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grpSp>
        <p:nvGrpSpPr>
          <p:cNvPr id="187" name="Google Shape;187;p13"/>
          <p:cNvGrpSpPr/>
          <p:nvPr/>
        </p:nvGrpSpPr>
        <p:grpSpPr>
          <a:xfrm>
            <a:off x="-10412859" y="-3776851"/>
            <a:ext cx="11076641" cy="8305282"/>
            <a:chOff x="0" y="-28575"/>
            <a:chExt cx="2917304" cy="2187399"/>
          </a:xfrm>
        </p:grpSpPr>
        <p:sp>
          <p:nvSpPr>
            <p:cNvPr id="188" name="Google Shape;188;p13"/>
            <p:cNvSpPr/>
            <p:nvPr/>
          </p:nvSpPr>
          <p:spPr>
            <a:xfrm>
              <a:off x="0" y="0"/>
              <a:ext cx="2917304" cy="2158824"/>
            </a:xfrm>
            <a:custGeom>
              <a:avLst/>
              <a:gdLst/>
              <a:ahLst/>
              <a:cxnLst/>
              <a:rect l="l" t="t" r="r" b="b"/>
              <a:pathLst>
                <a:path w="2917304" h="2158824" extrusionOk="0">
                  <a:moveTo>
                    <a:pt x="35646" y="0"/>
                  </a:moveTo>
                  <a:lnTo>
                    <a:pt x="2881657" y="0"/>
                  </a:lnTo>
                  <a:cubicBezTo>
                    <a:pt x="2901344" y="0"/>
                    <a:pt x="2917304" y="15959"/>
                    <a:pt x="2917304" y="35646"/>
                  </a:cubicBezTo>
                  <a:lnTo>
                    <a:pt x="2917304" y="2123178"/>
                  </a:lnTo>
                  <a:cubicBezTo>
                    <a:pt x="2917304" y="2142865"/>
                    <a:pt x="2901344" y="2158824"/>
                    <a:pt x="2881657" y="2158824"/>
                  </a:cubicBezTo>
                  <a:lnTo>
                    <a:pt x="35646" y="2158824"/>
                  </a:lnTo>
                  <a:cubicBezTo>
                    <a:pt x="15959" y="2158824"/>
                    <a:pt x="0" y="2142865"/>
                    <a:pt x="0" y="2123178"/>
                  </a:cubicBezTo>
                  <a:lnTo>
                    <a:pt x="0" y="35646"/>
                  </a:lnTo>
                  <a:cubicBezTo>
                    <a:pt x="0" y="15959"/>
                    <a:pt x="15959" y="0"/>
                    <a:pt x="356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3"/>
            <p:cNvSpPr txBox="1"/>
            <p:nvPr/>
          </p:nvSpPr>
          <p:spPr>
            <a:xfrm>
              <a:off x="0" y="-28575"/>
              <a:ext cx="2917303" cy="2187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3"/>
          <p:cNvGrpSpPr/>
          <p:nvPr/>
        </p:nvGrpSpPr>
        <p:grpSpPr>
          <a:xfrm>
            <a:off x="13939571" y="649059"/>
            <a:ext cx="1296867" cy="1249708"/>
            <a:chOff x="0" y="0"/>
            <a:chExt cx="1729156" cy="1666278"/>
          </a:xfrm>
        </p:grpSpPr>
        <p:sp>
          <p:nvSpPr>
            <p:cNvPr id="192" name="Google Shape;192;p13"/>
            <p:cNvSpPr/>
            <p:nvPr/>
          </p:nvSpPr>
          <p:spPr>
            <a:xfrm>
              <a:off x="0" y="0"/>
              <a:ext cx="1729156" cy="1666278"/>
            </a:xfrm>
            <a:custGeom>
              <a:avLst/>
              <a:gdLst/>
              <a:ahLst/>
              <a:cxnLst/>
              <a:rect l="l" t="t" r="r" b="b"/>
              <a:pathLst>
                <a:path w="1729156" h="1666278" extrusionOk="0">
                  <a:moveTo>
                    <a:pt x="0" y="0"/>
                  </a:moveTo>
                  <a:lnTo>
                    <a:pt x="1729156" y="0"/>
                  </a:lnTo>
                  <a:lnTo>
                    <a:pt x="1729156" y="1666278"/>
                  </a:lnTo>
                  <a:lnTo>
                    <a:pt x="0" y="16662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193" name="Google Shape;193;p13"/>
            <p:cNvGrpSpPr/>
            <p:nvPr/>
          </p:nvGrpSpPr>
          <p:grpSpPr>
            <a:xfrm rot="5400000">
              <a:off x="580822" y="445203"/>
              <a:ext cx="836928" cy="775872"/>
              <a:chOff x="0" y="0"/>
              <a:chExt cx="812800" cy="753505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0" y="0"/>
                <a:ext cx="812800" cy="75350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53505" extrusionOk="0">
                    <a:moveTo>
                      <a:pt x="406400" y="0"/>
                    </a:moveTo>
                    <a:lnTo>
                      <a:pt x="812800" y="753505"/>
                    </a:lnTo>
                    <a:lnTo>
                      <a:pt x="0" y="75350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95" name="Google Shape;195;p13"/>
              <p:cNvSpPr txBox="1"/>
              <p:nvPr/>
            </p:nvSpPr>
            <p:spPr>
              <a:xfrm>
                <a:off x="127000" y="321267"/>
                <a:ext cx="558800" cy="3784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350" tIns="39350" rIns="39350" bIns="3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5" name="Google Shape;215;p13"/>
          <p:cNvSpPr txBox="1"/>
          <p:nvPr/>
        </p:nvSpPr>
        <p:spPr>
          <a:xfrm>
            <a:off x="1942954" y="464397"/>
            <a:ext cx="7045500" cy="161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3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/>
          <p:nvPr/>
        </p:nvSpPr>
        <p:spPr>
          <a:xfrm>
            <a:off x="16213074" y="-2113351"/>
            <a:ext cx="4149852" cy="4226702"/>
          </a:xfrm>
          <a:custGeom>
            <a:avLst/>
            <a:gdLst/>
            <a:ahLst/>
            <a:cxnLst/>
            <a:rect l="l" t="t" r="r" b="b"/>
            <a:pathLst>
              <a:path w="4149852" h="4226702" extrusionOk="0">
                <a:moveTo>
                  <a:pt x="0" y="0"/>
                </a:moveTo>
                <a:lnTo>
                  <a:pt x="4149853" y="0"/>
                </a:lnTo>
                <a:lnTo>
                  <a:pt x="4149853" y="4226702"/>
                </a:lnTo>
                <a:lnTo>
                  <a:pt x="0" y="42267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sp>
        <p:nvSpPr>
          <p:cNvPr id="229" name="Google Shape;229;p14"/>
          <p:cNvSpPr/>
          <p:nvPr/>
        </p:nvSpPr>
        <p:spPr>
          <a:xfrm rot="-5400000">
            <a:off x="-1464844" y="8810854"/>
            <a:ext cx="3625028" cy="3804896"/>
          </a:xfrm>
          <a:custGeom>
            <a:avLst/>
            <a:gdLst/>
            <a:ahLst/>
            <a:cxnLst/>
            <a:rect l="l" t="t" r="r" b="b"/>
            <a:pathLst>
              <a:path w="3625028" h="3804896" extrusionOk="0">
                <a:moveTo>
                  <a:pt x="0" y="0"/>
                </a:moveTo>
                <a:lnTo>
                  <a:pt x="3625029" y="0"/>
                </a:lnTo>
                <a:lnTo>
                  <a:pt x="3625029" y="3804896"/>
                </a:lnTo>
                <a:lnTo>
                  <a:pt x="0" y="3804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1</a:t>
            </a:r>
          </a:p>
        </p:txBody>
      </p:sp>
      <p:sp>
        <p:nvSpPr>
          <p:cNvPr id="231" name="Google Shape;231;p14"/>
          <p:cNvSpPr txBox="1"/>
          <p:nvPr/>
        </p:nvSpPr>
        <p:spPr>
          <a:xfrm>
            <a:off x="1823256" y="647293"/>
            <a:ext cx="12427858" cy="128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t>index 2</a:t>
            </a:r>
          </a:p>
        </p:txBody>
      </p:sp>
      <p:sp>
        <p:nvSpPr>
          <p:cNvPr id="6" name="Google Shape;231;p14">
            <a:extLst>
              <a:ext uri="{FF2B5EF4-FFF2-40B4-BE49-F238E27FC236}">
                <a16:creationId xmlns:a16="http://schemas.microsoft.com/office/drawing/2014/main" id="{9FAD441F-2CF9-4643-8EC5-14BDDD2B2157}"/>
              </a:ext>
            </a:extLst>
          </p:cNvPr>
          <p:cNvSpPr txBox="1"/>
          <p:nvPr/>
        </p:nvSpPr>
        <p:spPr>
          <a:xfrm>
            <a:off x="3615772" y="1933172"/>
            <a:ext cx="11740342" cy="3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t>index 3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5"/>
          <p:cNvGrpSpPr/>
          <p:nvPr/>
        </p:nvGrpSpPr>
        <p:grpSpPr>
          <a:xfrm>
            <a:off x="3068397" y="-246006"/>
            <a:ext cx="6997517" cy="10533006"/>
            <a:chOff x="0" y="-28575"/>
            <a:chExt cx="812800" cy="1223467"/>
          </a:xfrm>
        </p:grpSpPr>
        <p:sp>
          <p:nvSpPr>
            <p:cNvPr id="238" name="Google Shape;238;p15"/>
            <p:cNvSpPr/>
            <p:nvPr/>
          </p:nvSpPr>
          <p:spPr>
            <a:xfrm>
              <a:off x="0" y="0"/>
              <a:ext cx="812800" cy="1194892"/>
            </a:xfrm>
            <a:custGeom>
              <a:avLst/>
              <a:gdLst/>
              <a:ahLst/>
              <a:cxnLst/>
              <a:rect l="l" t="t" r="r" b="b"/>
              <a:pathLst>
                <a:path w="812800" h="1194892" extrusionOk="0">
                  <a:moveTo>
                    <a:pt x="203200" y="0"/>
                  </a:moveTo>
                  <a:lnTo>
                    <a:pt x="812800" y="0"/>
                  </a:lnTo>
                  <a:lnTo>
                    <a:pt x="609600" y="1194892"/>
                  </a:lnTo>
                  <a:lnTo>
                    <a:pt x="0" y="119489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39" name="Google Shape;239;p15"/>
            <p:cNvSpPr txBox="1"/>
            <p:nvPr/>
          </p:nvSpPr>
          <p:spPr>
            <a:xfrm>
              <a:off x="101600" y="-28575"/>
              <a:ext cx="609600" cy="1223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5"/>
          <p:cNvSpPr txBox="1"/>
          <p:nvPr/>
        </p:nvSpPr>
        <p:spPr>
          <a:xfrm>
            <a:off x="1079840" y="714375"/>
            <a:ext cx="11910446" cy="102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249" name="Google Shape;249;p15"/>
          <p:cNvSpPr/>
          <p:nvPr/>
        </p:nvSpPr>
        <p:spPr>
          <a:xfrm rot="565396">
            <a:off x="15537951" y="1532271"/>
            <a:ext cx="2742284" cy="4114800"/>
          </a:xfrm>
          <a:custGeom>
            <a:avLst/>
            <a:gdLst/>
            <a:ahLst/>
            <a:cxnLst/>
            <a:rect l="l" t="t" r="r" b="b"/>
            <a:pathLst>
              <a:path w="2742284" h="4114800" extrusionOk="0">
                <a:moveTo>
                  <a:pt x="0" y="0"/>
                </a:moveTo>
                <a:lnTo>
                  <a:pt x="2742284" y="0"/>
                </a:lnTo>
                <a:lnTo>
                  <a:pt x="2742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50046"/>
            </a:stretch>
          </a:blipFill>
          <a:ln>
            <a:noFill/>
          </a:ln>
        </p:spPr>
        <p:txBody>
          <a:bodyPr/>
          <a:p>
            <a:r>
              <a:t>index 2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/>
        </p:nvSpPr>
        <p:spPr>
          <a:xfrm>
            <a:off x="501262" y="244006"/>
            <a:ext cx="10221900" cy="1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0</a:t>
            </a:r>
          </a:p>
        </p:txBody>
      </p:sp>
      <p:sp>
        <p:nvSpPr>
          <p:cNvPr id="255" name="Google Shape;255;p16"/>
          <p:cNvSpPr txBox="1"/>
          <p:nvPr/>
        </p:nvSpPr>
        <p:spPr>
          <a:xfrm>
            <a:off x="501262" y="1734984"/>
            <a:ext cx="15333824" cy="1801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 txBox="1"/>
          <p:nvPr/>
        </p:nvSpPr>
        <p:spPr>
          <a:xfrm>
            <a:off x="1289957" y="1167816"/>
            <a:ext cx="14835414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0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18"/>
          <p:cNvCxnSpPr>
            <a:cxnSpLocks/>
          </p:cNvCxnSpPr>
          <p:nvPr/>
        </p:nvCxnSpPr>
        <p:spPr>
          <a:xfrm>
            <a:off x="10014857" y="912975"/>
            <a:ext cx="0" cy="8461049"/>
          </a:xfrm>
          <a:prstGeom prst="straightConnector1">
            <a:avLst/>
          </a:prstGeom>
          <a:noFill/>
          <a:ln w="38100" cap="flat" cmpd="sng">
            <a:solidFill>
              <a:srgbClr val="23DC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8"/>
          <p:cNvSpPr txBox="1"/>
          <p:nvPr/>
        </p:nvSpPr>
        <p:spPr>
          <a:xfrm>
            <a:off x="856353" y="524334"/>
            <a:ext cx="8287643" cy="94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288" name="Google Shape;288;p18"/>
          <p:cNvSpPr txBox="1"/>
          <p:nvPr/>
        </p:nvSpPr>
        <p:spPr>
          <a:xfrm>
            <a:off x="11437184" y="1031294"/>
            <a:ext cx="5635800" cy="213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2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18"/>
          <p:cNvCxnSpPr>
            <a:cxnSpLocks/>
          </p:cNvCxnSpPr>
          <p:nvPr/>
        </p:nvCxnSpPr>
        <p:spPr>
          <a:xfrm>
            <a:off x="10014857" y="912975"/>
            <a:ext cx="0" cy="8461049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8"/>
          <p:cNvSpPr txBox="1"/>
          <p:nvPr/>
        </p:nvSpPr>
        <p:spPr>
          <a:xfrm>
            <a:off x="856353" y="524334"/>
            <a:ext cx="8287643" cy="94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288" name="Google Shape;288;p18"/>
          <p:cNvSpPr txBox="1"/>
          <p:nvPr/>
        </p:nvSpPr>
        <p:spPr>
          <a:xfrm>
            <a:off x="11437184" y="1031294"/>
            <a:ext cx="5635800" cy="126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2</a:t>
            </a:r>
          </a:p>
        </p:txBody>
      </p:sp>
    </p:spTree>
    <p:extLst>
      <p:ext uri="{BB962C8B-B14F-4D97-AF65-F5344CB8AC3E}">
        <p14:creationId xmlns:p14="http://schemas.microsoft.com/office/powerpoint/2010/main" val="269360443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9"/>
          <p:cNvSpPr/>
          <p:nvPr/>
        </p:nvSpPr>
        <p:spPr>
          <a:xfrm>
            <a:off x="-4220705" y="767337"/>
            <a:ext cx="9375601" cy="6562921"/>
          </a:xfrm>
          <a:custGeom>
            <a:avLst/>
            <a:gdLst/>
            <a:ahLst/>
            <a:cxnLst/>
            <a:rect l="l" t="t" r="r" b="b"/>
            <a:pathLst>
              <a:path w="9375601" h="6562921" extrusionOk="0">
                <a:moveTo>
                  <a:pt x="0" y="0"/>
                </a:moveTo>
                <a:lnTo>
                  <a:pt x="9375601" y="0"/>
                </a:lnTo>
                <a:lnTo>
                  <a:pt x="9375601" y="6562921"/>
                </a:lnTo>
                <a:lnTo>
                  <a:pt x="0" y="6562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sp>
        <p:nvSpPr>
          <p:cNvPr id="539" name="Google Shape;539;p29"/>
          <p:cNvSpPr txBox="1"/>
          <p:nvPr/>
        </p:nvSpPr>
        <p:spPr>
          <a:xfrm>
            <a:off x="7443624" y="2594247"/>
            <a:ext cx="10018800" cy="340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26</Words>
  <Application>Microsoft Office PowerPoint</Application>
  <PresentationFormat>Custom</PresentationFormat>
  <Paragraphs>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League Spartan Black</vt:lpstr>
      <vt:lpstr>Arial</vt:lpstr>
      <vt:lpstr>Calibri</vt:lpstr>
      <vt:lpstr>Lato</vt:lpstr>
      <vt:lpstr>League Spartan ExtraBold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Azamjon Rozibayev</cp:lastModifiedBy>
  <cp:revision>10</cp:revision>
  <dcterms:modified xsi:type="dcterms:W3CDTF">2026-01-07T18:16:01Z</dcterms:modified>
</cp:coreProperties>
</file>