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0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" name="Google Shape;19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"/>
          <p:cNvSpPr/>
          <p:nvPr/>
        </p:nvSpPr>
        <p:spPr>
          <a:xfrm>
            <a:off x="2028701" y="1821821"/>
            <a:ext cx="8134598" cy="3111335"/>
          </a:xfrm>
          <a:prstGeom prst="roundRect">
            <a:avLst>
              <a:gd fmla="val 9033" name="adj"/>
            </a:avLst>
          </a:prstGeom>
          <a:gradFill>
            <a:gsLst>
              <a:gs pos="0">
                <a:srgbClr val="C6969E"/>
              </a:gs>
              <a:gs pos="100000">
                <a:srgbClr val="B48C70"/>
              </a:gs>
            </a:gsLst>
            <a:lin ang="13500000" scaled="0"/>
          </a:gradFill>
          <a:ln cap="flat" cmpd="sng" w="38100">
            <a:solidFill>
              <a:srgbClr val="58779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92100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" name="Google Shape;12;p1"/>
          <p:cNvSpPr/>
          <p:nvPr/>
        </p:nvSpPr>
        <p:spPr>
          <a:xfrm>
            <a:off x="374814" y="341395"/>
            <a:ext cx="11442371" cy="6175210"/>
          </a:xfrm>
          <a:prstGeom prst="roundRect">
            <a:avLst>
              <a:gd fmla="val 4033" name="adj"/>
            </a:avLst>
          </a:prstGeom>
          <a:gradFill>
            <a:gsLst>
              <a:gs pos="0">
                <a:srgbClr val="C6969E"/>
              </a:gs>
              <a:gs pos="100000">
                <a:srgbClr val="B48C70"/>
              </a:gs>
            </a:gsLst>
            <a:lin ang="13500000" scaled="0"/>
          </a:gradFill>
          <a:ln cap="flat" cmpd="sng" w="38100">
            <a:solidFill>
              <a:srgbClr val="58779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92100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ctrTitle"/>
          </p:nvPr>
        </p:nvSpPr>
        <p:spPr>
          <a:xfrm>
            <a:off x="1524000" y="1668626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lang="en-US" sz="6600">
                <a:latin typeface="Arial"/>
                <a:ea typeface="Arial"/>
                <a:cs typeface="Arial"/>
                <a:sym typeface="Arial"/>
              </a:rPr>
              <a:t>NAME OF PRESENTATION</a:t>
            </a:r>
            <a:endParaRPr/>
          </a:p>
        </p:txBody>
      </p:sp>
      <p:sp>
        <p:nvSpPr>
          <p:cNvPr id="89" name="Google Shape;89;p13"/>
          <p:cNvSpPr txBox="1"/>
          <p:nvPr>
            <p:ph idx="1" type="subTitle"/>
          </p:nvPr>
        </p:nvSpPr>
        <p:spPr>
          <a:xfrm>
            <a:off x="1524000" y="4148301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SUBTITLE HERE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Slide title</a:t>
            </a:r>
            <a:endParaRPr/>
          </a:p>
        </p:txBody>
      </p:sp>
      <p:grpSp>
        <p:nvGrpSpPr>
          <p:cNvPr id="95" name="Google Shape;95;p14"/>
          <p:cNvGrpSpPr/>
          <p:nvPr/>
        </p:nvGrpSpPr>
        <p:grpSpPr>
          <a:xfrm>
            <a:off x="1355717" y="1822753"/>
            <a:ext cx="1049867" cy="1049867"/>
            <a:chOff x="1016000" y="1689100"/>
            <a:chExt cx="787400" cy="787400"/>
          </a:xfrm>
        </p:grpSpPr>
        <p:grpSp>
          <p:nvGrpSpPr>
            <p:cNvPr id="96" name="Google Shape;96;p14"/>
            <p:cNvGrpSpPr/>
            <p:nvPr/>
          </p:nvGrpSpPr>
          <p:grpSpPr>
            <a:xfrm>
              <a:off x="1016000" y="1689100"/>
              <a:ext cx="787400" cy="787400"/>
              <a:chOff x="4343400" y="1854885"/>
              <a:chExt cx="457200" cy="457200"/>
            </a:xfrm>
          </p:grpSpPr>
          <p:sp>
            <p:nvSpPr>
              <p:cNvPr id="97" name="Google Shape;97;p14"/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98;p14"/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9" name="Google Shape;99;p14"/>
            <p:cNvSpPr/>
            <p:nvPr/>
          </p:nvSpPr>
          <p:spPr>
            <a:xfrm>
              <a:off x="1267654" y="1960311"/>
              <a:ext cx="284092" cy="244978"/>
            </a:xfrm>
            <a:custGeom>
              <a:rect b="b" l="l" r="r" t="t"/>
              <a:pathLst>
                <a:path extrusionOk="0" h="55" w="64">
                  <a:moveTo>
                    <a:pt x="64" y="51"/>
                  </a:moveTo>
                  <a:cubicBezTo>
                    <a:pt x="64" y="53"/>
                    <a:pt x="62" y="55"/>
                    <a:pt x="60" y="55"/>
                  </a:cubicBezTo>
                  <a:cubicBezTo>
                    <a:pt x="49" y="55"/>
                    <a:pt x="49" y="55"/>
                    <a:pt x="49" y="55"/>
                  </a:cubicBezTo>
                  <a:cubicBezTo>
                    <a:pt x="47" y="55"/>
                    <a:pt x="45" y="53"/>
                    <a:pt x="45" y="51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38"/>
                    <a:pt x="47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9" y="36"/>
                    <a:pt x="41" y="38"/>
                    <a:pt x="41" y="4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3"/>
                    <a:pt x="39" y="55"/>
                    <a:pt x="37" y="55"/>
                  </a:cubicBezTo>
                  <a:cubicBezTo>
                    <a:pt x="26" y="55"/>
                    <a:pt x="26" y="55"/>
                    <a:pt x="26" y="55"/>
                  </a:cubicBezTo>
                  <a:cubicBezTo>
                    <a:pt x="24" y="55"/>
                    <a:pt x="23" y="53"/>
                    <a:pt x="23" y="5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38"/>
                    <a:pt x="24" y="36"/>
                    <a:pt x="26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7" y="36"/>
                    <a:pt x="18" y="38"/>
                    <a:pt x="18" y="40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3"/>
                    <a:pt x="17" y="55"/>
                    <a:pt x="15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1" y="55"/>
                    <a:pt x="0" y="53"/>
                    <a:pt x="0" y="51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38"/>
                    <a:pt x="1" y="36"/>
                    <a:pt x="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27"/>
                    <a:pt x="9" y="25"/>
                    <a:pt x="11" y="25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4" y="18"/>
                    <a:pt x="23" y="17"/>
                    <a:pt x="23" y="15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4" y="0"/>
                    <a:pt x="26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9" y="0"/>
                    <a:pt x="41" y="1"/>
                    <a:pt x="41" y="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7"/>
                    <a:pt x="39" y="18"/>
                    <a:pt x="37" y="18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5" y="25"/>
                    <a:pt x="57" y="27"/>
                    <a:pt x="57" y="30"/>
                  </a:cubicBezTo>
                  <a:cubicBezTo>
                    <a:pt x="57" y="36"/>
                    <a:pt x="57" y="36"/>
                    <a:pt x="57" y="36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62" y="36"/>
                    <a:pt x="64" y="38"/>
                    <a:pt x="64" y="40"/>
                  </a:cubicBezTo>
                  <a:lnTo>
                    <a:pt x="64" y="5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4"/>
          <p:cNvGrpSpPr/>
          <p:nvPr/>
        </p:nvGrpSpPr>
        <p:grpSpPr>
          <a:xfrm>
            <a:off x="1107021" y="2847220"/>
            <a:ext cx="1547259" cy="1949967"/>
            <a:chOff x="3171825" y="2459015"/>
            <a:chExt cx="1219200" cy="1536522"/>
          </a:xfrm>
        </p:grpSpPr>
        <p:sp>
          <p:nvSpPr>
            <p:cNvPr id="101" name="Google Shape;101;p14"/>
            <p:cNvSpPr/>
            <p:nvPr/>
          </p:nvSpPr>
          <p:spPr>
            <a:xfrm>
              <a:off x="3171825" y="2459015"/>
              <a:ext cx="1219200" cy="1536522"/>
            </a:xfrm>
            <a:custGeom>
              <a:rect b="b" l="l" r="r" t="t"/>
              <a:pathLst>
                <a:path extrusionOk="0" h="2115" w="3360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1">
                <a:alpha val="8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4"/>
            <p:cNvSpPr/>
            <p:nvPr/>
          </p:nvSpPr>
          <p:spPr>
            <a:xfrm>
              <a:off x="3705225" y="3738983"/>
              <a:ext cx="193039" cy="153943"/>
            </a:xfrm>
            <a:custGeom>
              <a:rect b="b" l="l" r="r" t="t"/>
              <a:pathLst>
                <a:path extrusionOk="0" h="58" w="73">
                  <a:moveTo>
                    <a:pt x="73" y="52"/>
                  </a:moveTo>
                  <a:cubicBezTo>
                    <a:pt x="73" y="55"/>
                    <a:pt x="71" y="58"/>
                    <a:pt x="6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3" y="58"/>
                    <a:pt x="0" y="55"/>
                    <a:pt x="0" y="5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1" y="0"/>
                    <a:pt x="73" y="2"/>
                    <a:pt x="73" y="6"/>
                  </a:cubicBezTo>
                  <a:lnTo>
                    <a:pt x="73" y="52"/>
                  </a:lnTo>
                  <a:close/>
                  <a:moveTo>
                    <a:pt x="7" y="4"/>
                  </a:moveTo>
                  <a:cubicBezTo>
                    <a:pt x="6" y="4"/>
                    <a:pt x="5" y="5"/>
                    <a:pt x="5" y="6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5" y="52"/>
                    <a:pt x="6" y="53"/>
                    <a:pt x="7" y="53"/>
                  </a:cubicBezTo>
                  <a:cubicBezTo>
                    <a:pt x="67" y="53"/>
                    <a:pt x="67" y="53"/>
                    <a:pt x="67" y="53"/>
                  </a:cubicBezTo>
                  <a:cubicBezTo>
                    <a:pt x="68" y="53"/>
                    <a:pt x="68" y="52"/>
                    <a:pt x="68" y="52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8" y="5"/>
                    <a:pt x="68" y="4"/>
                    <a:pt x="67" y="4"/>
                  </a:cubicBezTo>
                  <a:lnTo>
                    <a:pt x="7" y="4"/>
                  </a:lnTo>
                  <a:close/>
                  <a:moveTo>
                    <a:pt x="17" y="24"/>
                  </a:moveTo>
                  <a:cubicBezTo>
                    <a:pt x="13" y="24"/>
                    <a:pt x="10" y="21"/>
                    <a:pt x="10" y="17"/>
                  </a:cubicBezTo>
                  <a:cubicBezTo>
                    <a:pt x="10" y="13"/>
                    <a:pt x="13" y="9"/>
                    <a:pt x="17" y="9"/>
                  </a:cubicBezTo>
                  <a:cubicBezTo>
                    <a:pt x="21" y="9"/>
                    <a:pt x="25" y="13"/>
                    <a:pt x="25" y="17"/>
                  </a:cubicBezTo>
                  <a:cubicBezTo>
                    <a:pt x="25" y="21"/>
                    <a:pt x="21" y="24"/>
                    <a:pt x="17" y="24"/>
                  </a:cubicBezTo>
                  <a:close/>
                  <a:moveTo>
                    <a:pt x="64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64" y="31"/>
                    <a:pt x="64" y="31"/>
                    <a:pt x="64" y="31"/>
                  </a:cubicBezTo>
                  <a:lnTo>
                    <a:pt x="64" y="4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4"/>
          <p:cNvGrpSpPr/>
          <p:nvPr/>
        </p:nvGrpSpPr>
        <p:grpSpPr>
          <a:xfrm>
            <a:off x="3463392" y="1822753"/>
            <a:ext cx="1049867" cy="1049867"/>
            <a:chOff x="2597150" y="1689100"/>
            <a:chExt cx="787400" cy="787400"/>
          </a:xfrm>
        </p:grpSpPr>
        <p:grpSp>
          <p:nvGrpSpPr>
            <p:cNvPr id="104" name="Google Shape;104;p14"/>
            <p:cNvGrpSpPr/>
            <p:nvPr/>
          </p:nvGrpSpPr>
          <p:grpSpPr>
            <a:xfrm>
              <a:off x="2597150" y="1689100"/>
              <a:ext cx="787400" cy="787400"/>
              <a:chOff x="4343400" y="1854885"/>
              <a:chExt cx="457200" cy="457200"/>
            </a:xfrm>
          </p:grpSpPr>
          <p:sp>
            <p:nvSpPr>
              <p:cNvPr id="105" name="Google Shape;105;p14"/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106;p14"/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7" name="Google Shape;107;p14"/>
            <p:cNvSpPr/>
            <p:nvPr/>
          </p:nvSpPr>
          <p:spPr>
            <a:xfrm>
              <a:off x="2847775" y="1970605"/>
              <a:ext cx="286150" cy="224390"/>
            </a:xfrm>
            <a:custGeom>
              <a:rect b="b" l="l" r="r" t="t"/>
              <a:pathLst>
                <a:path extrusionOk="0" h="50" w="64">
                  <a:moveTo>
                    <a:pt x="64" y="14"/>
                  </a:move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4" y="10"/>
                    <a:pt x="32" y="10"/>
                  </a:cubicBezTo>
                  <a:cubicBezTo>
                    <a:pt x="19" y="10"/>
                    <a:pt x="18" y="12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1"/>
                    <a:pt x="4" y="0"/>
                    <a:pt x="32" y="0"/>
                  </a:cubicBezTo>
                  <a:cubicBezTo>
                    <a:pt x="59" y="0"/>
                    <a:pt x="64" y="11"/>
                    <a:pt x="64" y="14"/>
                  </a:cubicBezTo>
                  <a:close/>
                  <a:moveTo>
                    <a:pt x="0" y="2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7" y="22"/>
                    <a:pt x="16" y="22"/>
                  </a:cubicBezTo>
                  <a:cubicBezTo>
                    <a:pt x="2" y="22"/>
                    <a:pt x="2" y="22"/>
                    <a:pt x="2" y="22"/>
                  </a:cubicBezTo>
                  <a:cubicBezTo>
                    <a:pt x="1" y="22"/>
                    <a:pt x="0" y="21"/>
                    <a:pt x="0" y="20"/>
                  </a:cubicBezTo>
                  <a:close/>
                  <a:moveTo>
                    <a:pt x="9" y="35"/>
                  </a:moveTo>
                  <a:cubicBezTo>
                    <a:pt x="9" y="36"/>
                    <a:pt x="8" y="36"/>
                    <a:pt x="8" y="36"/>
                  </a:cubicBezTo>
                  <a:cubicBezTo>
                    <a:pt x="1" y="36"/>
                    <a:pt x="1" y="36"/>
                    <a:pt x="1" y="36"/>
                  </a:cubicBezTo>
                  <a:cubicBezTo>
                    <a:pt x="0" y="36"/>
                    <a:pt x="0" y="36"/>
                    <a:pt x="0" y="35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7"/>
                    <a:pt x="0" y="27"/>
                    <a:pt x="1" y="27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9" y="27"/>
                    <a:pt x="9" y="28"/>
                  </a:cubicBezTo>
                  <a:lnTo>
                    <a:pt x="9" y="35"/>
                  </a:lnTo>
                  <a:close/>
                  <a:moveTo>
                    <a:pt x="16" y="49"/>
                  </a:moveTo>
                  <a:cubicBezTo>
                    <a:pt x="16" y="49"/>
                    <a:pt x="15" y="50"/>
                    <a:pt x="15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49"/>
                    <a:pt x="7" y="4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1"/>
                    <a:pt x="7" y="41"/>
                    <a:pt x="8" y="41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15" y="41"/>
                    <a:pt x="16" y="41"/>
                    <a:pt x="16" y="42"/>
                  </a:cubicBezTo>
                  <a:lnTo>
                    <a:pt x="16" y="49"/>
                  </a:lnTo>
                  <a:close/>
                  <a:moveTo>
                    <a:pt x="23" y="35"/>
                  </a:moveTo>
                  <a:cubicBezTo>
                    <a:pt x="23" y="36"/>
                    <a:pt x="22" y="36"/>
                    <a:pt x="21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4" y="36"/>
                    <a:pt x="13" y="36"/>
                    <a:pt x="13" y="35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3" y="27"/>
                    <a:pt x="14" y="27"/>
                    <a:pt x="15" y="27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22" y="27"/>
                    <a:pt x="23" y="27"/>
                    <a:pt x="23" y="28"/>
                  </a:cubicBezTo>
                  <a:lnTo>
                    <a:pt x="23" y="35"/>
                  </a:lnTo>
                  <a:close/>
                  <a:moveTo>
                    <a:pt x="29" y="49"/>
                  </a:moveTo>
                  <a:cubicBezTo>
                    <a:pt x="29" y="49"/>
                    <a:pt x="29" y="50"/>
                    <a:pt x="28" y="50"/>
                  </a:cubicBezTo>
                  <a:cubicBezTo>
                    <a:pt x="21" y="50"/>
                    <a:pt x="21" y="50"/>
                    <a:pt x="21" y="50"/>
                  </a:cubicBezTo>
                  <a:cubicBezTo>
                    <a:pt x="21" y="50"/>
                    <a:pt x="20" y="49"/>
                    <a:pt x="20" y="49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1"/>
                    <a:pt x="21" y="41"/>
                    <a:pt x="21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2"/>
                  </a:cubicBezTo>
                  <a:lnTo>
                    <a:pt x="29" y="49"/>
                  </a:lnTo>
                  <a:close/>
                  <a:moveTo>
                    <a:pt x="36" y="35"/>
                  </a:moveTo>
                  <a:cubicBezTo>
                    <a:pt x="36" y="36"/>
                    <a:pt x="36" y="36"/>
                    <a:pt x="35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7" y="36"/>
                    <a:pt x="27" y="35"/>
                  </a:cubicBezTo>
                  <a:cubicBezTo>
                    <a:pt x="27" y="28"/>
                    <a:pt x="27" y="28"/>
                    <a:pt x="27" y="28"/>
                  </a:cubicBezTo>
                  <a:cubicBezTo>
                    <a:pt x="27" y="27"/>
                    <a:pt x="28" y="27"/>
                    <a:pt x="28" y="27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6" y="27"/>
                    <a:pt x="36" y="27"/>
                    <a:pt x="36" y="28"/>
                  </a:cubicBezTo>
                  <a:lnTo>
                    <a:pt x="36" y="35"/>
                  </a:lnTo>
                  <a:close/>
                  <a:moveTo>
                    <a:pt x="43" y="49"/>
                  </a:moveTo>
                  <a:cubicBezTo>
                    <a:pt x="43" y="49"/>
                    <a:pt x="43" y="50"/>
                    <a:pt x="42" y="50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5" y="50"/>
                    <a:pt x="34" y="49"/>
                    <a:pt x="34" y="49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1"/>
                    <a:pt x="35" y="41"/>
                    <a:pt x="35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2"/>
                  </a:cubicBezTo>
                  <a:lnTo>
                    <a:pt x="43" y="49"/>
                  </a:lnTo>
                  <a:close/>
                  <a:moveTo>
                    <a:pt x="50" y="35"/>
                  </a:moveTo>
                  <a:cubicBezTo>
                    <a:pt x="50" y="36"/>
                    <a:pt x="50" y="36"/>
                    <a:pt x="49" y="36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1" y="36"/>
                    <a:pt x="41" y="36"/>
                    <a:pt x="41" y="35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7"/>
                    <a:pt x="41" y="27"/>
                    <a:pt x="42" y="27"/>
                  </a:cubicBezTo>
                  <a:cubicBezTo>
                    <a:pt x="49" y="27"/>
                    <a:pt x="49" y="27"/>
                    <a:pt x="49" y="27"/>
                  </a:cubicBezTo>
                  <a:cubicBezTo>
                    <a:pt x="50" y="27"/>
                    <a:pt x="50" y="27"/>
                    <a:pt x="50" y="28"/>
                  </a:cubicBezTo>
                  <a:lnTo>
                    <a:pt x="50" y="35"/>
                  </a:lnTo>
                  <a:close/>
                  <a:moveTo>
                    <a:pt x="64" y="20"/>
                  </a:moveTo>
                  <a:cubicBezTo>
                    <a:pt x="64" y="21"/>
                    <a:pt x="63" y="22"/>
                    <a:pt x="61" y="22"/>
                  </a:cubicBezTo>
                  <a:cubicBezTo>
                    <a:pt x="48" y="22"/>
                    <a:pt x="48" y="22"/>
                    <a:pt x="48" y="22"/>
                  </a:cubicBezTo>
                  <a:cubicBezTo>
                    <a:pt x="46" y="22"/>
                    <a:pt x="45" y="21"/>
                    <a:pt x="45" y="20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64" y="15"/>
                    <a:pt x="64" y="15"/>
                    <a:pt x="64" y="15"/>
                  </a:cubicBezTo>
                  <a:lnTo>
                    <a:pt x="64" y="20"/>
                  </a:lnTo>
                  <a:close/>
                  <a:moveTo>
                    <a:pt x="57" y="49"/>
                  </a:moveTo>
                  <a:cubicBezTo>
                    <a:pt x="57" y="49"/>
                    <a:pt x="56" y="50"/>
                    <a:pt x="56" y="50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8" y="50"/>
                    <a:pt x="48" y="49"/>
                    <a:pt x="48" y="49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8" y="41"/>
                    <a:pt x="48" y="41"/>
                    <a:pt x="49" y="41"/>
                  </a:cubicBezTo>
                  <a:cubicBezTo>
                    <a:pt x="56" y="41"/>
                    <a:pt x="56" y="41"/>
                    <a:pt x="56" y="41"/>
                  </a:cubicBezTo>
                  <a:cubicBezTo>
                    <a:pt x="56" y="41"/>
                    <a:pt x="57" y="41"/>
                    <a:pt x="57" y="42"/>
                  </a:cubicBezTo>
                  <a:lnTo>
                    <a:pt x="57" y="49"/>
                  </a:lnTo>
                  <a:close/>
                  <a:moveTo>
                    <a:pt x="64" y="35"/>
                  </a:moveTo>
                  <a:cubicBezTo>
                    <a:pt x="64" y="36"/>
                    <a:pt x="63" y="36"/>
                    <a:pt x="63" y="36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55" y="36"/>
                    <a:pt x="55" y="36"/>
                    <a:pt x="55" y="35"/>
                  </a:cubicBezTo>
                  <a:cubicBezTo>
                    <a:pt x="55" y="28"/>
                    <a:pt x="55" y="28"/>
                    <a:pt x="55" y="28"/>
                  </a:cubicBezTo>
                  <a:cubicBezTo>
                    <a:pt x="55" y="27"/>
                    <a:pt x="55" y="27"/>
                    <a:pt x="56" y="27"/>
                  </a:cubicBezTo>
                  <a:cubicBezTo>
                    <a:pt x="63" y="27"/>
                    <a:pt x="63" y="27"/>
                    <a:pt x="63" y="27"/>
                  </a:cubicBezTo>
                  <a:cubicBezTo>
                    <a:pt x="63" y="27"/>
                    <a:pt x="64" y="27"/>
                    <a:pt x="64" y="28"/>
                  </a:cubicBezTo>
                  <a:lnTo>
                    <a:pt x="64" y="3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" name="Google Shape;108;p14"/>
          <p:cNvGrpSpPr/>
          <p:nvPr/>
        </p:nvGrpSpPr>
        <p:grpSpPr>
          <a:xfrm>
            <a:off x="3214696" y="2847220"/>
            <a:ext cx="1547259" cy="1949967"/>
            <a:chOff x="1388111" y="2459015"/>
            <a:chExt cx="1219200" cy="1536522"/>
          </a:xfrm>
        </p:grpSpPr>
        <p:sp>
          <p:nvSpPr>
            <p:cNvPr id="109" name="Google Shape;109;p14"/>
            <p:cNvSpPr/>
            <p:nvPr/>
          </p:nvSpPr>
          <p:spPr>
            <a:xfrm>
              <a:off x="1388111" y="2459015"/>
              <a:ext cx="1219200" cy="1536522"/>
            </a:xfrm>
            <a:custGeom>
              <a:rect b="b" l="l" r="r" t="t"/>
              <a:pathLst>
                <a:path extrusionOk="0" h="2115" w="3360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2">
                <a:alpha val="8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14"/>
            <p:cNvSpPr/>
            <p:nvPr/>
          </p:nvSpPr>
          <p:spPr>
            <a:xfrm>
              <a:off x="1881030" y="3714750"/>
              <a:ext cx="233363" cy="180975"/>
            </a:xfrm>
            <a:custGeom>
              <a:rect b="b" l="l" r="r" t="t"/>
              <a:pathLst>
                <a:path extrusionOk="0" h="53" w="68">
                  <a:moveTo>
                    <a:pt x="68" y="51"/>
                  </a:moveTo>
                  <a:cubicBezTo>
                    <a:pt x="68" y="52"/>
                    <a:pt x="67" y="53"/>
                    <a:pt x="66" y="53"/>
                  </a:cubicBezTo>
                  <a:cubicBezTo>
                    <a:pt x="3" y="53"/>
                    <a:pt x="3" y="53"/>
                    <a:pt x="3" y="53"/>
                  </a:cubicBezTo>
                  <a:cubicBezTo>
                    <a:pt x="2" y="53"/>
                    <a:pt x="0" y="52"/>
                    <a:pt x="0" y="51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4"/>
                    <a:pt x="2" y="43"/>
                    <a:pt x="3" y="43"/>
                  </a:cubicBezTo>
                  <a:cubicBezTo>
                    <a:pt x="66" y="43"/>
                    <a:pt x="66" y="43"/>
                    <a:pt x="66" y="43"/>
                  </a:cubicBezTo>
                  <a:cubicBezTo>
                    <a:pt x="67" y="43"/>
                    <a:pt x="68" y="44"/>
                    <a:pt x="68" y="46"/>
                  </a:cubicBezTo>
                  <a:lnTo>
                    <a:pt x="68" y="51"/>
                  </a:lnTo>
                  <a:close/>
                  <a:moveTo>
                    <a:pt x="64" y="21"/>
                  </a:moveTo>
                  <a:cubicBezTo>
                    <a:pt x="64" y="23"/>
                    <a:pt x="63" y="24"/>
                    <a:pt x="61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4"/>
                    <a:pt x="5" y="23"/>
                    <a:pt x="5" y="21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5"/>
                    <a:pt x="6" y="14"/>
                    <a:pt x="8" y="14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63" y="14"/>
                    <a:pt x="64" y="15"/>
                    <a:pt x="64" y="17"/>
                  </a:cubicBezTo>
                  <a:lnTo>
                    <a:pt x="64" y="21"/>
                  </a:lnTo>
                  <a:close/>
                  <a:moveTo>
                    <a:pt x="54" y="36"/>
                  </a:moveTo>
                  <a:cubicBezTo>
                    <a:pt x="54" y="37"/>
                    <a:pt x="53" y="38"/>
                    <a:pt x="51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5" y="37"/>
                    <a:pt x="15" y="36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5" y="30"/>
                    <a:pt x="16" y="29"/>
                    <a:pt x="17" y="29"/>
                  </a:cubicBezTo>
                  <a:cubicBezTo>
                    <a:pt x="51" y="29"/>
                    <a:pt x="51" y="29"/>
                    <a:pt x="51" y="29"/>
                  </a:cubicBezTo>
                  <a:cubicBezTo>
                    <a:pt x="53" y="29"/>
                    <a:pt x="54" y="30"/>
                    <a:pt x="54" y="31"/>
                  </a:cubicBezTo>
                  <a:lnTo>
                    <a:pt x="54" y="36"/>
                  </a:lnTo>
                  <a:close/>
                  <a:moveTo>
                    <a:pt x="49" y="7"/>
                  </a:moveTo>
                  <a:cubicBezTo>
                    <a:pt x="49" y="8"/>
                    <a:pt x="48" y="9"/>
                    <a:pt x="47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9"/>
                    <a:pt x="20" y="8"/>
                    <a:pt x="20" y="7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0" y="1"/>
                    <a:pt x="21" y="0"/>
                    <a:pt x="22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8" y="0"/>
                    <a:pt x="49" y="1"/>
                    <a:pt x="49" y="2"/>
                  </a:cubicBezTo>
                  <a:lnTo>
                    <a:pt x="49" y="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14"/>
          <p:cNvGrpSpPr/>
          <p:nvPr/>
        </p:nvGrpSpPr>
        <p:grpSpPr>
          <a:xfrm>
            <a:off x="5571067" y="1822753"/>
            <a:ext cx="1049867" cy="1049867"/>
            <a:chOff x="4178300" y="1689100"/>
            <a:chExt cx="787400" cy="787400"/>
          </a:xfrm>
        </p:grpSpPr>
        <p:grpSp>
          <p:nvGrpSpPr>
            <p:cNvPr id="112" name="Google Shape;112;p14"/>
            <p:cNvGrpSpPr/>
            <p:nvPr/>
          </p:nvGrpSpPr>
          <p:grpSpPr>
            <a:xfrm>
              <a:off x="4178300" y="1689100"/>
              <a:ext cx="787400" cy="787400"/>
              <a:chOff x="4343400" y="1854885"/>
              <a:chExt cx="457200" cy="457200"/>
            </a:xfrm>
          </p:grpSpPr>
          <p:sp>
            <p:nvSpPr>
              <p:cNvPr id="113" name="Google Shape;113;p14"/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accent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14"/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5" name="Google Shape;115;p14"/>
            <p:cNvSpPr/>
            <p:nvPr/>
          </p:nvSpPr>
          <p:spPr>
            <a:xfrm>
              <a:off x="4429954" y="1979868"/>
              <a:ext cx="284092" cy="205864"/>
            </a:xfrm>
            <a:custGeom>
              <a:rect b="b" l="l" r="r" t="t"/>
              <a:pathLst>
                <a:path extrusionOk="0" h="46" w="64">
                  <a:moveTo>
                    <a:pt x="64" y="42"/>
                  </a:moveTo>
                  <a:cubicBezTo>
                    <a:pt x="64" y="43"/>
                    <a:pt x="63" y="44"/>
                    <a:pt x="62" y="44"/>
                  </a:cubicBezTo>
                  <a:cubicBezTo>
                    <a:pt x="62" y="45"/>
                    <a:pt x="62" y="45"/>
                    <a:pt x="61" y="45"/>
                  </a:cubicBezTo>
                  <a:cubicBezTo>
                    <a:pt x="61" y="45"/>
                    <a:pt x="60" y="44"/>
                    <a:pt x="60" y="44"/>
                  </a:cubicBezTo>
                  <a:cubicBezTo>
                    <a:pt x="45" y="30"/>
                    <a:pt x="45" y="30"/>
                    <a:pt x="45" y="30"/>
                  </a:cubicBezTo>
                  <a:cubicBezTo>
                    <a:pt x="45" y="36"/>
                    <a:pt x="45" y="36"/>
                    <a:pt x="45" y="36"/>
                  </a:cubicBezTo>
                  <a:cubicBezTo>
                    <a:pt x="45" y="41"/>
                    <a:pt x="41" y="46"/>
                    <a:pt x="35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4" y="46"/>
                    <a:pt x="0" y="41"/>
                    <a:pt x="0" y="3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41" y="0"/>
                    <a:pt x="45" y="5"/>
                    <a:pt x="45" y="10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60" y="2"/>
                    <a:pt x="60" y="2"/>
                    <a:pt x="60" y="2"/>
                  </a:cubicBezTo>
                  <a:cubicBezTo>
                    <a:pt x="60" y="1"/>
                    <a:pt x="61" y="1"/>
                    <a:pt x="61" y="1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63" y="2"/>
                    <a:pt x="64" y="3"/>
                    <a:pt x="64" y="4"/>
                  </a:cubicBezTo>
                  <a:lnTo>
                    <a:pt x="64" y="4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6" name="Google Shape;116;p14"/>
          <p:cNvGrpSpPr/>
          <p:nvPr/>
        </p:nvGrpSpPr>
        <p:grpSpPr>
          <a:xfrm>
            <a:off x="5322371" y="2847220"/>
            <a:ext cx="1547259" cy="1949967"/>
            <a:chOff x="1388111" y="2459015"/>
            <a:chExt cx="1219200" cy="1536522"/>
          </a:xfrm>
        </p:grpSpPr>
        <p:sp>
          <p:nvSpPr>
            <p:cNvPr id="117" name="Google Shape;117;p14"/>
            <p:cNvSpPr/>
            <p:nvPr/>
          </p:nvSpPr>
          <p:spPr>
            <a:xfrm>
              <a:off x="1388111" y="2459015"/>
              <a:ext cx="1219200" cy="1536522"/>
            </a:xfrm>
            <a:custGeom>
              <a:rect b="b" l="l" r="r" t="t"/>
              <a:pathLst>
                <a:path extrusionOk="0" h="2115" w="3360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3">
                <a:alpha val="8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14"/>
            <p:cNvSpPr/>
            <p:nvPr/>
          </p:nvSpPr>
          <p:spPr>
            <a:xfrm>
              <a:off x="1881030" y="3714750"/>
              <a:ext cx="233363" cy="180975"/>
            </a:xfrm>
            <a:custGeom>
              <a:rect b="b" l="l" r="r" t="t"/>
              <a:pathLst>
                <a:path extrusionOk="0" h="53" w="68">
                  <a:moveTo>
                    <a:pt x="68" y="51"/>
                  </a:moveTo>
                  <a:cubicBezTo>
                    <a:pt x="68" y="52"/>
                    <a:pt x="67" y="53"/>
                    <a:pt x="66" y="53"/>
                  </a:cubicBezTo>
                  <a:cubicBezTo>
                    <a:pt x="3" y="53"/>
                    <a:pt x="3" y="53"/>
                    <a:pt x="3" y="53"/>
                  </a:cubicBezTo>
                  <a:cubicBezTo>
                    <a:pt x="2" y="53"/>
                    <a:pt x="0" y="52"/>
                    <a:pt x="0" y="51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4"/>
                    <a:pt x="2" y="43"/>
                    <a:pt x="3" y="43"/>
                  </a:cubicBezTo>
                  <a:cubicBezTo>
                    <a:pt x="66" y="43"/>
                    <a:pt x="66" y="43"/>
                    <a:pt x="66" y="43"/>
                  </a:cubicBezTo>
                  <a:cubicBezTo>
                    <a:pt x="67" y="43"/>
                    <a:pt x="68" y="44"/>
                    <a:pt x="68" y="46"/>
                  </a:cubicBezTo>
                  <a:lnTo>
                    <a:pt x="68" y="51"/>
                  </a:lnTo>
                  <a:close/>
                  <a:moveTo>
                    <a:pt x="64" y="21"/>
                  </a:moveTo>
                  <a:cubicBezTo>
                    <a:pt x="64" y="23"/>
                    <a:pt x="63" y="24"/>
                    <a:pt x="61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4"/>
                    <a:pt x="5" y="23"/>
                    <a:pt x="5" y="21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5"/>
                    <a:pt x="6" y="14"/>
                    <a:pt x="8" y="14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63" y="14"/>
                    <a:pt x="64" y="15"/>
                    <a:pt x="64" y="17"/>
                  </a:cubicBezTo>
                  <a:lnTo>
                    <a:pt x="64" y="21"/>
                  </a:lnTo>
                  <a:close/>
                  <a:moveTo>
                    <a:pt x="54" y="36"/>
                  </a:moveTo>
                  <a:cubicBezTo>
                    <a:pt x="54" y="37"/>
                    <a:pt x="53" y="38"/>
                    <a:pt x="51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5" y="37"/>
                    <a:pt x="15" y="36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5" y="30"/>
                    <a:pt x="16" y="29"/>
                    <a:pt x="17" y="29"/>
                  </a:cubicBezTo>
                  <a:cubicBezTo>
                    <a:pt x="51" y="29"/>
                    <a:pt x="51" y="29"/>
                    <a:pt x="51" y="29"/>
                  </a:cubicBezTo>
                  <a:cubicBezTo>
                    <a:pt x="53" y="29"/>
                    <a:pt x="54" y="30"/>
                    <a:pt x="54" y="31"/>
                  </a:cubicBezTo>
                  <a:lnTo>
                    <a:pt x="54" y="36"/>
                  </a:lnTo>
                  <a:close/>
                  <a:moveTo>
                    <a:pt x="49" y="7"/>
                  </a:moveTo>
                  <a:cubicBezTo>
                    <a:pt x="49" y="8"/>
                    <a:pt x="48" y="9"/>
                    <a:pt x="47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9"/>
                    <a:pt x="20" y="8"/>
                    <a:pt x="20" y="7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0" y="1"/>
                    <a:pt x="21" y="0"/>
                    <a:pt x="22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8" y="0"/>
                    <a:pt x="49" y="1"/>
                    <a:pt x="49" y="2"/>
                  </a:cubicBezTo>
                  <a:lnTo>
                    <a:pt x="49" y="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9" name="Google Shape;119;p14"/>
          <p:cNvGrpSpPr/>
          <p:nvPr/>
        </p:nvGrpSpPr>
        <p:grpSpPr>
          <a:xfrm>
            <a:off x="7678741" y="1822753"/>
            <a:ext cx="1049867" cy="1049867"/>
            <a:chOff x="5759450" y="1689100"/>
            <a:chExt cx="787400" cy="787400"/>
          </a:xfrm>
        </p:grpSpPr>
        <p:grpSp>
          <p:nvGrpSpPr>
            <p:cNvPr id="120" name="Google Shape;120;p14"/>
            <p:cNvGrpSpPr/>
            <p:nvPr/>
          </p:nvGrpSpPr>
          <p:grpSpPr>
            <a:xfrm>
              <a:off x="5759450" y="1689100"/>
              <a:ext cx="787400" cy="787400"/>
              <a:chOff x="4343400" y="1854885"/>
              <a:chExt cx="457200" cy="457200"/>
            </a:xfrm>
          </p:grpSpPr>
          <p:sp>
            <p:nvSpPr>
              <p:cNvPr id="121" name="Google Shape;121;p14"/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accent4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14"/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4"/>
              </a:solidFill>
              <a:ln cap="flat" cmpd="sng" w="9525">
                <a:solidFill>
                  <a:schemeClr val="accent4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3" name="Google Shape;123;p14"/>
            <p:cNvSpPr/>
            <p:nvPr/>
          </p:nvSpPr>
          <p:spPr>
            <a:xfrm>
              <a:off x="6030661" y="1960311"/>
              <a:ext cx="244978" cy="244978"/>
            </a:xfrm>
            <a:custGeom>
              <a:rect b="b" l="l" r="r" t="t"/>
              <a:pathLst>
                <a:path extrusionOk="0" h="55" w="55">
                  <a:moveTo>
                    <a:pt x="55" y="31"/>
                  </a:moveTo>
                  <a:cubicBezTo>
                    <a:pt x="55" y="32"/>
                    <a:pt x="54" y="33"/>
                    <a:pt x="54" y="33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7" y="35"/>
                    <a:pt x="46" y="36"/>
                    <a:pt x="46" y="37"/>
                  </a:cubicBezTo>
                  <a:cubicBezTo>
                    <a:pt x="47" y="39"/>
                    <a:pt x="48" y="40"/>
                    <a:pt x="49" y="42"/>
                  </a:cubicBezTo>
                  <a:cubicBezTo>
                    <a:pt x="50" y="42"/>
                    <a:pt x="50" y="42"/>
                    <a:pt x="50" y="43"/>
                  </a:cubicBezTo>
                  <a:cubicBezTo>
                    <a:pt x="50" y="43"/>
                    <a:pt x="50" y="43"/>
                    <a:pt x="49" y="44"/>
                  </a:cubicBezTo>
                  <a:cubicBezTo>
                    <a:pt x="49" y="45"/>
                    <a:pt x="44" y="50"/>
                    <a:pt x="43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37" y="46"/>
                    <a:pt x="37" y="46"/>
                    <a:pt x="37" y="46"/>
                  </a:cubicBezTo>
                  <a:cubicBezTo>
                    <a:pt x="36" y="46"/>
                    <a:pt x="35" y="47"/>
                    <a:pt x="33" y="47"/>
                  </a:cubicBezTo>
                  <a:cubicBezTo>
                    <a:pt x="33" y="49"/>
                    <a:pt x="33" y="52"/>
                    <a:pt x="32" y="54"/>
                  </a:cubicBezTo>
                  <a:cubicBezTo>
                    <a:pt x="32" y="54"/>
                    <a:pt x="32" y="55"/>
                    <a:pt x="31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5"/>
                    <a:pt x="22" y="54"/>
                    <a:pt x="22" y="54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0" y="47"/>
                    <a:pt x="19" y="46"/>
                    <a:pt x="18" y="46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" y="48"/>
                    <a:pt x="7" y="46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0"/>
                    <a:pt x="8" y="39"/>
                    <a:pt x="9" y="37"/>
                  </a:cubicBezTo>
                  <a:cubicBezTo>
                    <a:pt x="8" y="36"/>
                    <a:pt x="8" y="35"/>
                    <a:pt x="7" y="33"/>
                  </a:cubicBezTo>
                  <a:cubicBezTo>
                    <a:pt x="1" y="33"/>
                    <a:pt x="1" y="33"/>
                    <a:pt x="1" y="33"/>
                  </a:cubicBezTo>
                  <a:cubicBezTo>
                    <a:pt x="0" y="32"/>
                    <a:pt x="0" y="32"/>
                    <a:pt x="0" y="31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2"/>
                    <a:pt x="1" y="22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8" y="20"/>
                    <a:pt x="8" y="19"/>
                    <a:pt x="9" y="18"/>
                  </a:cubicBezTo>
                  <a:cubicBezTo>
                    <a:pt x="8" y="16"/>
                    <a:pt x="6" y="14"/>
                    <a:pt x="5" y="13"/>
                  </a:cubicBezTo>
                  <a:cubicBezTo>
                    <a:pt x="5" y="13"/>
                    <a:pt x="5" y="12"/>
                    <a:pt x="5" y="12"/>
                  </a:cubicBezTo>
                  <a:cubicBezTo>
                    <a:pt x="5" y="12"/>
                    <a:pt x="5" y="11"/>
                    <a:pt x="5" y="11"/>
                  </a:cubicBezTo>
                  <a:cubicBezTo>
                    <a:pt x="6" y="10"/>
                    <a:pt x="11" y="5"/>
                    <a:pt x="12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9" y="8"/>
                    <a:pt x="20" y="8"/>
                    <a:pt x="21" y="8"/>
                  </a:cubicBezTo>
                  <a:cubicBezTo>
                    <a:pt x="21" y="5"/>
                    <a:pt x="21" y="3"/>
                    <a:pt x="22" y="1"/>
                  </a:cubicBezTo>
                  <a:cubicBezTo>
                    <a:pt x="22" y="0"/>
                    <a:pt x="23" y="0"/>
                    <a:pt x="23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2" y="0"/>
                    <a:pt x="32" y="0"/>
                    <a:pt x="32" y="1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5" y="8"/>
                    <a:pt x="36" y="8"/>
                    <a:pt x="37" y="9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2" y="5"/>
                    <a:pt x="42" y="5"/>
                    <a:pt x="43" y="5"/>
                  </a:cubicBezTo>
                  <a:cubicBezTo>
                    <a:pt x="43" y="5"/>
                    <a:pt x="43" y="5"/>
                    <a:pt x="43" y="5"/>
                  </a:cubicBezTo>
                  <a:cubicBezTo>
                    <a:pt x="45" y="7"/>
                    <a:pt x="48" y="9"/>
                    <a:pt x="49" y="11"/>
                  </a:cubicBezTo>
                  <a:cubicBezTo>
                    <a:pt x="50" y="11"/>
                    <a:pt x="50" y="12"/>
                    <a:pt x="50" y="12"/>
                  </a:cubicBezTo>
                  <a:cubicBezTo>
                    <a:pt x="50" y="12"/>
                    <a:pt x="49" y="13"/>
                    <a:pt x="49" y="13"/>
                  </a:cubicBezTo>
                  <a:cubicBezTo>
                    <a:pt x="48" y="14"/>
                    <a:pt x="47" y="16"/>
                    <a:pt x="46" y="18"/>
                  </a:cubicBezTo>
                  <a:cubicBezTo>
                    <a:pt x="46" y="19"/>
                    <a:pt x="47" y="20"/>
                    <a:pt x="47" y="21"/>
                  </a:cubicBezTo>
                  <a:cubicBezTo>
                    <a:pt x="54" y="22"/>
                    <a:pt x="54" y="22"/>
                    <a:pt x="54" y="22"/>
                  </a:cubicBezTo>
                  <a:cubicBezTo>
                    <a:pt x="54" y="22"/>
                    <a:pt x="55" y="23"/>
                    <a:pt x="55" y="23"/>
                  </a:cubicBezTo>
                  <a:lnTo>
                    <a:pt x="55" y="31"/>
                  </a:lnTo>
                  <a:close/>
                  <a:moveTo>
                    <a:pt x="27" y="18"/>
                  </a:moveTo>
                  <a:cubicBezTo>
                    <a:pt x="22" y="18"/>
                    <a:pt x="18" y="22"/>
                    <a:pt x="18" y="27"/>
                  </a:cubicBezTo>
                  <a:cubicBezTo>
                    <a:pt x="18" y="32"/>
                    <a:pt x="22" y="36"/>
                    <a:pt x="27" y="36"/>
                  </a:cubicBezTo>
                  <a:cubicBezTo>
                    <a:pt x="32" y="36"/>
                    <a:pt x="36" y="32"/>
                    <a:pt x="36" y="27"/>
                  </a:cubicBezTo>
                  <a:cubicBezTo>
                    <a:pt x="36" y="22"/>
                    <a:pt x="32" y="18"/>
                    <a:pt x="27" y="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" name="Google Shape;124;p14"/>
          <p:cNvGrpSpPr/>
          <p:nvPr/>
        </p:nvGrpSpPr>
        <p:grpSpPr>
          <a:xfrm flipH="1">
            <a:off x="7430045" y="2847220"/>
            <a:ext cx="1547259" cy="1949967"/>
            <a:chOff x="3171825" y="2459015"/>
            <a:chExt cx="1219200" cy="1536522"/>
          </a:xfrm>
        </p:grpSpPr>
        <p:sp>
          <p:nvSpPr>
            <p:cNvPr id="125" name="Google Shape;125;p14"/>
            <p:cNvSpPr/>
            <p:nvPr/>
          </p:nvSpPr>
          <p:spPr>
            <a:xfrm>
              <a:off x="3171825" y="2459015"/>
              <a:ext cx="1219200" cy="1536522"/>
            </a:xfrm>
            <a:custGeom>
              <a:rect b="b" l="l" r="r" t="t"/>
              <a:pathLst>
                <a:path extrusionOk="0" h="2115" w="3360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4">
                <a:alpha val="8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14"/>
            <p:cNvSpPr/>
            <p:nvPr/>
          </p:nvSpPr>
          <p:spPr>
            <a:xfrm>
              <a:off x="3705225" y="3738983"/>
              <a:ext cx="193039" cy="153943"/>
            </a:xfrm>
            <a:custGeom>
              <a:rect b="b" l="l" r="r" t="t"/>
              <a:pathLst>
                <a:path extrusionOk="0" h="58" w="73">
                  <a:moveTo>
                    <a:pt x="73" y="52"/>
                  </a:moveTo>
                  <a:cubicBezTo>
                    <a:pt x="73" y="55"/>
                    <a:pt x="71" y="58"/>
                    <a:pt x="6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3" y="58"/>
                    <a:pt x="0" y="55"/>
                    <a:pt x="0" y="5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1" y="0"/>
                    <a:pt x="73" y="2"/>
                    <a:pt x="73" y="6"/>
                  </a:cubicBezTo>
                  <a:lnTo>
                    <a:pt x="73" y="52"/>
                  </a:lnTo>
                  <a:close/>
                  <a:moveTo>
                    <a:pt x="7" y="4"/>
                  </a:moveTo>
                  <a:cubicBezTo>
                    <a:pt x="6" y="4"/>
                    <a:pt x="5" y="5"/>
                    <a:pt x="5" y="6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5" y="52"/>
                    <a:pt x="6" y="53"/>
                    <a:pt x="7" y="53"/>
                  </a:cubicBezTo>
                  <a:cubicBezTo>
                    <a:pt x="67" y="53"/>
                    <a:pt x="67" y="53"/>
                    <a:pt x="67" y="53"/>
                  </a:cubicBezTo>
                  <a:cubicBezTo>
                    <a:pt x="68" y="53"/>
                    <a:pt x="68" y="52"/>
                    <a:pt x="68" y="52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8" y="5"/>
                    <a:pt x="68" y="4"/>
                    <a:pt x="67" y="4"/>
                  </a:cubicBezTo>
                  <a:lnTo>
                    <a:pt x="7" y="4"/>
                  </a:lnTo>
                  <a:close/>
                  <a:moveTo>
                    <a:pt x="17" y="24"/>
                  </a:moveTo>
                  <a:cubicBezTo>
                    <a:pt x="13" y="24"/>
                    <a:pt x="10" y="21"/>
                    <a:pt x="10" y="17"/>
                  </a:cubicBezTo>
                  <a:cubicBezTo>
                    <a:pt x="10" y="13"/>
                    <a:pt x="13" y="9"/>
                    <a:pt x="17" y="9"/>
                  </a:cubicBezTo>
                  <a:cubicBezTo>
                    <a:pt x="21" y="9"/>
                    <a:pt x="25" y="13"/>
                    <a:pt x="25" y="17"/>
                  </a:cubicBezTo>
                  <a:cubicBezTo>
                    <a:pt x="25" y="21"/>
                    <a:pt x="21" y="24"/>
                    <a:pt x="17" y="24"/>
                  </a:cubicBezTo>
                  <a:close/>
                  <a:moveTo>
                    <a:pt x="64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64" y="31"/>
                    <a:pt x="64" y="31"/>
                    <a:pt x="64" y="31"/>
                  </a:cubicBezTo>
                  <a:lnTo>
                    <a:pt x="64" y="4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" name="Google Shape;127;p14"/>
          <p:cNvGrpSpPr/>
          <p:nvPr/>
        </p:nvGrpSpPr>
        <p:grpSpPr>
          <a:xfrm>
            <a:off x="9786416" y="1822753"/>
            <a:ext cx="1049867" cy="1049867"/>
            <a:chOff x="7340600" y="1689100"/>
            <a:chExt cx="787400" cy="787400"/>
          </a:xfrm>
        </p:grpSpPr>
        <p:grpSp>
          <p:nvGrpSpPr>
            <p:cNvPr id="128" name="Google Shape;128;p14"/>
            <p:cNvGrpSpPr/>
            <p:nvPr/>
          </p:nvGrpSpPr>
          <p:grpSpPr>
            <a:xfrm>
              <a:off x="7340600" y="1689100"/>
              <a:ext cx="787400" cy="787400"/>
              <a:chOff x="4343400" y="1854885"/>
              <a:chExt cx="457200" cy="457200"/>
            </a:xfrm>
          </p:grpSpPr>
          <p:sp>
            <p:nvSpPr>
              <p:cNvPr id="129" name="Google Shape;129;p14"/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accent5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14"/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5"/>
              </a:solidFill>
              <a:ln cap="flat" cmpd="sng" w="9525">
                <a:solidFill>
                  <a:schemeClr val="accent5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1" name="Google Shape;131;p14"/>
            <p:cNvSpPr/>
            <p:nvPr/>
          </p:nvSpPr>
          <p:spPr>
            <a:xfrm>
              <a:off x="7606665" y="1979869"/>
              <a:ext cx="255270" cy="205862"/>
            </a:xfrm>
            <a:custGeom>
              <a:rect b="b" l="l" r="r" t="t"/>
              <a:pathLst>
                <a:path extrusionOk="0" h="46" w="57">
                  <a:moveTo>
                    <a:pt x="55" y="27"/>
                  </a:moveTo>
                  <a:cubicBezTo>
                    <a:pt x="55" y="27"/>
                    <a:pt x="54" y="27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27"/>
                    <a:pt x="53" y="27"/>
                    <a:pt x="53" y="27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4" y="27"/>
                    <a:pt x="3" y="27"/>
                    <a:pt x="3" y="27"/>
                  </a:cubicBezTo>
                  <a:cubicBezTo>
                    <a:pt x="3" y="27"/>
                    <a:pt x="2" y="27"/>
                    <a:pt x="2" y="27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3"/>
                    <a:pt x="0" y="23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7" y="0"/>
                    <a:pt x="30" y="0"/>
                    <a:pt x="31" y="1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0"/>
                    <a:pt x="41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9" y="0"/>
                    <a:pt x="49" y="1"/>
                    <a:pt x="49" y="1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57" y="23"/>
                    <a:pt x="57" y="23"/>
                    <a:pt x="57" y="23"/>
                  </a:cubicBezTo>
                  <a:cubicBezTo>
                    <a:pt x="57" y="23"/>
                    <a:pt x="57" y="24"/>
                    <a:pt x="57" y="24"/>
                  </a:cubicBezTo>
                  <a:lnTo>
                    <a:pt x="55" y="27"/>
                  </a:lnTo>
                  <a:close/>
                  <a:moveTo>
                    <a:pt x="49" y="44"/>
                  </a:moveTo>
                  <a:cubicBezTo>
                    <a:pt x="49" y="45"/>
                    <a:pt x="48" y="46"/>
                    <a:pt x="47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9" y="46"/>
                    <a:pt x="8" y="45"/>
                    <a:pt x="8" y="44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8" y="26"/>
                    <a:pt x="8" y="26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49" y="26"/>
                    <a:pt x="49" y="26"/>
                    <a:pt x="49" y="26"/>
                  </a:cubicBezTo>
                  <a:cubicBezTo>
                    <a:pt x="49" y="26"/>
                    <a:pt x="49" y="27"/>
                    <a:pt x="49" y="27"/>
                  </a:cubicBezTo>
                  <a:lnTo>
                    <a:pt x="49" y="4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2" name="Google Shape;132;p14"/>
          <p:cNvGrpSpPr/>
          <p:nvPr/>
        </p:nvGrpSpPr>
        <p:grpSpPr>
          <a:xfrm flipH="1">
            <a:off x="9537720" y="2847220"/>
            <a:ext cx="1547259" cy="1949967"/>
            <a:chOff x="3171825" y="2459015"/>
            <a:chExt cx="1219200" cy="1536522"/>
          </a:xfrm>
        </p:grpSpPr>
        <p:sp>
          <p:nvSpPr>
            <p:cNvPr id="133" name="Google Shape;133;p14"/>
            <p:cNvSpPr/>
            <p:nvPr/>
          </p:nvSpPr>
          <p:spPr>
            <a:xfrm>
              <a:off x="3171825" y="2459015"/>
              <a:ext cx="1219200" cy="1536522"/>
            </a:xfrm>
            <a:custGeom>
              <a:rect b="b" l="l" r="r" t="t"/>
              <a:pathLst>
                <a:path extrusionOk="0" h="2115" w="3360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5">
                <a:alpha val="8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14"/>
            <p:cNvSpPr/>
            <p:nvPr/>
          </p:nvSpPr>
          <p:spPr>
            <a:xfrm>
              <a:off x="3705225" y="3738983"/>
              <a:ext cx="193039" cy="153943"/>
            </a:xfrm>
            <a:custGeom>
              <a:rect b="b" l="l" r="r" t="t"/>
              <a:pathLst>
                <a:path extrusionOk="0" h="58" w="73">
                  <a:moveTo>
                    <a:pt x="73" y="52"/>
                  </a:moveTo>
                  <a:cubicBezTo>
                    <a:pt x="73" y="55"/>
                    <a:pt x="71" y="58"/>
                    <a:pt x="6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3" y="58"/>
                    <a:pt x="0" y="55"/>
                    <a:pt x="0" y="5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1" y="0"/>
                    <a:pt x="73" y="2"/>
                    <a:pt x="73" y="6"/>
                  </a:cubicBezTo>
                  <a:lnTo>
                    <a:pt x="73" y="52"/>
                  </a:lnTo>
                  <a:close/>
                  <a:moveTo>
                    <a:pt x="7" y="4"/>
                  </a:moveTo>
                  <a:cubicBezTo>
                    <a:pt x="6" y="4"/>
                    <a:pt x="5" y="5"/>
                    <a:pt x="5" y="6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5" y="52"/>
                    <a:pt x="6" y="53"/>
                    <a:pt x="7" y="53"/>
                  </a:cubicBezTo>
                  <a:cubicBezTo>
                    <a:pt x="67" y="53"/>
                    <a:pt x="67" y="53"/>
                    <a:pt x="67" y="53"/>
                  </a:cubicBezTo>
                  <a:cubicBezTo>
                    <a:pt x="68" y="53"/>
                    <a:pt x="68" y="52"/>
                    <a:pt x="68" y="52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8" y="5"/>
                    <a:pt x="68" y="4"/>
                    <a:pt x="67" y="4"/>
                  </a:cubicBezTo>
                  <a:lnTo>
                    <a:pt x="7" y="4"/>
                  </a:lnTo>
                  <a:close/>
                  <a:moveTo>
                    <a:pt x="17" y="24"/>
                  </a:moveTo>
                  <a:cubicBezTo>
                    <a:pt x="13" y="24"/>
                    <a:pt x="10" y="21"/>
                    <a:pt x="10" y="17"/>
                  </a:cubicBezTo>
                  <a:cubicBezTo>
                    <a:pt x="10" y="13"/>
                    <a:pt x="13" y="9"/>
                    <a:pt x="17" y="9"/>
                  </a:cubicBezTo>
                  <a:cubicBezTo>
                    <a:pt x="21" y="9"/>
                    <a:pt x="25" y="13"/>
                    <a:pt x="25" y="17"/>
                  </a:cubicBezTo>
                  <a:cubicBezTo>
                    <a:pt x="25" y="21"/>
                    <a:pt x="21" y="24"/>
                    <a:pt x="17" y="24"/>
                  </a:cubicBezTo>
                  <a:close/>
                  <a:moveTo>
                    <a:pt x="64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64" y="31"/>
                    <a:pt x="64" y="31"/>
                    <a:pt x="64" y="31"/>
                  </a:cubicBezTo>
                  <a:lnTo>
                    <a:pt x="64" y="4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5" name="Google Shape;135;p14"/>
          <p:cNvSpPr txBox="1"/>
          <p:nvPr/>
        </p:nvSpPr>
        <p:spPr>
          <a:xfrm>
            <a:off x="1064335" y="4797187"/>
            <a:ext cx="1632628" cy="467931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Add title text</a:t>
            </a:r>
            <a:endParaRPr b="1" i="0" sz="1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4"/>
          <p:cNvSpPr txBox="1"/>
          <p:nvPr/>
        </p:nvSpPr>
        <p:spPr>
          <a:xfrm>
            <a:off x="1064335" y="5265117"/>
            <a:ext cx="1620033" cy="586008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Click here to add content, content to match the title. </a:t>
            </a:r>
            <a:b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3172010" y="4797187"/>
            <a:ext cx="1632628" cy="467931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Add title text</a:t>
            </a:r>
            <a:endParaRPr b="1" i="0" sz="18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4"/>
          <p:cNvSpPr txBox="1"/>
          <p:nvPr/>
        </p:nvSpPr>
        <p:spPr>
          <a:xfrm>
            <a:off x="3172010" y="5265117"/>
            <a:ext cx="1620033" cy="586008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Click here to add content, content to match the title. </a:t>
            </a:r>
            <a:b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4"/>
          <p:cNvSpPr txBox="1"/>
          <p:nvPr/>
        </p:nvSpPr>
        <p:spPr>
          <a:xfrm>
            <a:off x="5279685" y="4797187"/>
            <a:ext cx="1632628" cy="467931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788A"/>
                </a:solidFill>
                <a:latin typeface="Calibri"/>
                <a:ea typeface="Calibri"/>
                <a:cs typeface="Calibri"/>
                <a:sym typeface="Calibri"/>
              </a:rPr>
              <a:t>Add title text</a:t>
            </a:r>
            <a:endParaRPr b="1" i="0" sz="1800" u="none" cap="none" strike="noStrike">
              <a:solidFill>
                <a:srgbClr val="5878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5279685" y="5265117"/>
            <a:ext cx="1620033" cy="586008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Click here to add content, content to match the title. </a:t>
            </a:r>
            <a:b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4"/>
          <p:cNvSpPr txBox="1"/>
          <p:nvPr/>
        </p:nvSpPr>
        <p:spPr>
          <a:xfrm>
            <a:off x="7374765" y="4797187"/>
            <a:ext cx="1632628" cy="467931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9D7D65"/>
                </a:solidFill>
                <a:latin typeface="Calibri"/>
                <a:ea typeface="Calibri"/>
                <a:cs typeface="Calibri"/>
                <a:sym typeface="Calibri"/>
              </a:rPr>
              <a:t>Add title text</a:t>
            </a:r>
            <a:endParaRPr b="1" i="0" sz="1800" u="none" cap="none" strike="noStrike">
              <a:solidFill>
                <a:srgbClr val="9D7D6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4"/>
          <p:cNvSpPr txBox="1"/>
          <p:nvPr/>
        </p:nvSpPr>
        <p:spPr>
          <a:xfrm>
            <a:off x="7374765" y="5265117"/>
            <a:ext cx="1620033" cy="586008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Click here to add content, content to match the title. </a:t>
            </a:r>
            <a:b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4"/>
          <p:cNvSpPr txBox="1"/>
          <p:nvPr/>
        </p:nvSpPr>
        <p:spPr>
          <a:xfrm>
            <a:off x="9495034" y="4797187"/>
            <a:ext cx="1632628" cy="467931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A9BD5"/>
                </a:solidFill>
                <a:latin typeface="Calibri"/>
                <a:ea typeface="Calibri"/>
                <a:cs typeface="Calibri"/>
                <a:sym typeface="Calibri"/>
              </a:rPr>
              <a:t>Add title text</a:t>
            </a:r>
            <a:endParaRPr b="1" i="0" sz="1800" u="none" cap="none" strike="noStrike">
              <a:solidFill>
                <a:srgbClr val="5A9BD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4"/>
          <p:cNvSpPr txBox="1"/>
          <p:nvPr/>
        </p:nvSpPr>
        <p:spPr>
          <a:xfrm>
            <a:off x="9495034" y="5265117"/>
            <a:ext cx="1620033" cy="586008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Click here to add content, content to match the title. </a:t>
            </a:r>
            <a:b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Slide title</a:t>
            </a:r>
            <a:endParaRPr/>
          </a:p>
        </p:txBody>
      </p:sp>
      <p:grpSp>
        <p:nvGrpSpPr>
          <p:cNvPr id="150" name="Google Shape;150;p15"/>
          <p:cNvGrpSpPr/>
          <p:nvPr/>
        </p:nvGrpSpPr>
        <p:grpSpPr>
          <a:xfrm>
            <a:off x="4679824" y="2313816"/>
            <a:ext cx="3329201" cy="3327668"/>
            <a:chOff x="3347856" y="1888809"/>
            <a:chExt cx="2663825" cy="2662237"/>
          </a:xfrm>
        </p:grpSpPr>
        <p:sp>
          <p:nvSpPr>
            <p:cNvPr id="151" name="Google Shape;151;p15"/>
            <p:cNvSpPr/>
            <p:nvPr/>
          </p:nvSpPr>
          <p:spPr>
            <a:xfrm>
              <a:off x="3347856" y="1888809"/>
              <a:ext cx="2663825" cy="2662237"/>
            </a:xfrm>
            <a:custGeom>
              <a:rect b="b" l="l" r="r" t="t"/>
              <a:pathLst>
                <a:path extrusionOk="0" h="986" w="986">
                  <a:moveTo>
                    <a:pt x="0" y="817"/>
                  </a:moveTo>
                  <a:cubicBezTo>
                    <a:pt x="75" y="741"/>
                    <a:pt x="75" y="741"/>
                    <a:pt x="75" y="741"/>
                  </a:cubicBezTo>
                  <a:cubicBezTo>
                    <a:pt x="259" y="925"/>
                    <a:pt x="558" y="925"/>
                    <a:pt x="741" y="741"/>
                  </a:cubicBezTo>
                  <a:cubicBezTo>
                    <a:pt x="925" y="558"/>
                    <a:pt x="925" y="259"/>
                    <a:pt x="741" y="75"/>
                  </a:cubicBezTo>
                  <a:cubicBezTo>
                    <a:pt x="817" y="0"/>
                    <a:pt x="817" y="0"/>
                    <a:pt x="817" y="0"/>
                  </a:cubicBezTo>
                  <a:cubicBezTo>
                    <a:pt x="926" y="109"/>
                    <a:pt x="986" y="254"/>
                    <a:pt x="986" y="408"/>
                  </a:cubicBezTo>
                  <a:cubicBezTo>
                    <a:pt x="986" y="563"/>
                    <a:pt x="926" y="708"/>
                    <a:pt x="817" y="817"/>
                  </a:cubicBezTo>
                  <a:cubicBezTo>
                    <a:pt x="708" y="926"/>
                    <a:pt x="563" y="986"/>
                    <a:pt x="408" y="986"/>
                  </a:cubicBezTo>
                  <a:cubicBezTo>
                    <a:pt x="254" y="986"/>
                    <a:pt x="109" y="926"/>
                    <a:pt x="0" y="8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5"/>
            <p:cNvSpPr txBox="1"/>
            <p:nvPr/>
          </p:nvSpPr>
          <p:spPr>
            <a:xfrm>
              <a:off x="5215273" y="3837624"/>
              <a:ext cx="311934" cy="3692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99">
                  <a:solidFill>
                    <a:srgbClr val="F2F2F2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sz="2399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3" name="Google Shape;153;p15"/>
          <p:cNvGrpSpPr/>
          <p:nvPr/>
        </p:nvGrpSpPr>
        <p:grpSpPr>
          <a:xfrm>
            <a:off x="4360392" y="1982444"/>
            <a:ext cx="2747881" cy="2748252"/>
            <a:chOff x="3092268" y="1623697"/>
            <a:chExt cx="2198688" cy="2198687"/>
          </a:xfrm>
        </p:grpSpPr>
        <p:sp>
          <p:nvSpPr>
            <p:cNvPr id="154" name="Google Shape;154;p15"/>
            <p:cNvSpPr/>
            <p:nvPr/>
          </p:nvSpPr>
          <p:spPr>
            <a:xfrm>
              <a:off x="3092268" y="1623697"/>
              <a:ext cx="2198688" cy="2198687"/>
            </a:xfrm>
            <a:custGeom>
              <a:rect b="b" l="l" r="r" t="t"/>
              <a:pathLst>
                <a:path extrusionOk="0" h="814" w="814">
                  <a:moveTo>
                    <a:pt x="174" y="814"/>
                  </a:moveTo>
                  <a:cubicBezTo>
                    <a:pt x="0" y="640"/>
                    <a:pt x="3" y="355"/>
                    <a:pt x="179" y="179"/>
                  </a:cubicBezTo>
                  <a:cubicBezTo>
                    <a:pt x="356" y="2"/>
                    <a:pt x="641" y="0"/>
                    <a:pt x="814" y="174"/>
                  </a:cubicBezTo>
                  <a:cubicBezTo>
                    <a:pt x="739" y="249"/>
                    <a:pt x="739" y="249"/>
                    <a:pt x="739" y="249"/>
                  </a:cubicBezTo>
                  <a:cubicBezTo>
                    <a:pt x="607" y="117"/>
                    <a:pt x="390" y="120"/>
                    <a:pt x="255" y="255"/>
                  </a:cubicBezTo>
                  <a:cubicBezTo>
                    <a:pt x="120" y="389"/>
                    <a:pt x="118" y="606"/>
                    <a:pt x="250" y="738"/>
                  </a:cubicBezTo>
                  <a:lnTo>
                    <a:pt x="174" y="81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15"/>
            <p:cNvSpPr txBox="1"/>
            <p:nvPr/>
          </p:nvSpPr>
          <p:spPr>
            <a:xfrm>
              <a:off x="3808197" y="1809956"/>
              <a:ext cx="327326" cy="3692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99">
                  <a:solidFill>
                    <a:srgbClr val="F2F2F2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sz="2399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6" name="Google Shape;156;p15"/>
          <p:cNvGrpSpPr/>
          <p:nvPr/>
        </p:nvGrpSpPr>
        <p:grpSpPr>
          <a:xfrm>
            <a:off x="5165907" y="2790051"/>
            <a:ext cx="1414613" cy="1414803"/>
            <a:chOff x="3736793" y="2269809"/>
            <a:chExt cx="1131888" cy="1131887"/>
          </a:xfrm>
        </p:grpSpPr>
        <p:sp>
          <p:nvSpPr>
            <p:cNvPr id="157" name="Google Shape;157;p15"/>
            <p:cNvSpPr/>
            <p:nvPr/>
          </p:nvSpPr>
          <p:spPr>
            <a:xfrm>
              <a:off x="3736793" y="2269809"/>
              <a:ext cx="1131888" cy="1131887"/>
            </a:xfrm>
            <a:custGeom>
              <a:rect b="b" l="l" r="r" t="t"/>
              <a:pathLst>
                <a:path extrusionOk="0" h="419" w="419">
                  <a:moveTo>
                    <a:pt x="91" y="419"/>
                  </a:moveTo>
                  <a:cubicBezTo>
                    <a:pt x="0" y="329"/>
                    <a:pt x="0" y="181"/>
                    <a:pt x="91" y="91"/>
                  </a:cubicBezTo>
                  <a:cubicBezTo>
                    <a:pt x="181" y="0"/>
                    <a:pt x="329" y="0"/>
                    <a:pt x="419" y="91"/>
                  </a:cubicBezTo>
                  <a:cubicBezTo>
                    <a:pt x="344" y="166"/>
                    <a:pt x="344" y="166"/>
                    <a:pt x="344" y="166"/>
                  </a:cubicBezTo>
                  <a:cubicBezTo>
                    <a:pt x="295" y="117"/>
                    <a:pt x="215" y="117"/>
                    <a:pt x="167" y="166"/>
                  </a:cubicBezTo>
                  <a:cubicBezTo>
                    <a:pt x="118" y="215"/>
                    <a:pt x="118" y="295"/>
                    <a:pt x="167" y="343"/>
                  </a:cubicBezTo>
                  <a:lnTo>
                    <a:pt x="91" y="41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5"/>
            <p:cNvSpPr txBox="1"/>
            <p:nvPr/>
          </p:nvSpPr>
          <p:spPr>
            <a:xfrm>
              <a:off x="4013937" y="2370026"/>
              <a:ext cx="309369" cy="3692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99">
                  <a:solidFill>
                    <a:srgbClr val="F2F2F2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sz="2399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9" name="Google Shape;159;p15"/>
          <p:cNvGrpSpPr/>
          <p:nvPr/>
        </p:nvGrpSpPr>
        <p:grpSpPr>
          <a:xfrm>
            <a:off x="5304787" y="2905139"/>
            <a:ext cx="2065376" cy="2065653"/>
            <a:chOff x="3847918" y="2361884"/>
            <a:chExt cx="1652588" cy="1652587"/>
          </a:xfrm>
        </p:grpSpPr>
        <p:sp>
          <p:nvSpPr>
            <p:cNvPr id="160" name="Google Shape;160;p15"/>
            <p:cNvSpPr/>
            <p:nvPr/>
          </p:nvSpPr>
          <p:spPr>
            <a:xfrm>
              <a:off x="3847918" y="2361884"/>
              <a:ext cx="1652588" cy="1652587"/>
            </a:xfrm>
            <a:custGeom>
              <a:rect b="b" l="l" r="r" t="t"/>
              <a:pathLst>
                <a:path extrusionOk="0" h="612" w="612">
                  <a:moveTo>
                    <a:pt x="0" y="480"/>
                  </a:moveTo>
                  <a:cubicBezTo>
                    <a:pt x="76" y="404"/>
                    <a:pt x="76" y="404"/>
                    <a:pt x="76" y="404"/>
                  </a:cubicBezTo>
                  <a:cubicBezTo>
                    <a:pt x="166" y="495"/>
                    <a:pt x="314" y="495"/>
                    <a:pt x="404" y="404"/>
                  </a:cubicBezTo>
                  <a:cubicBezTo>
                    <a:pt x="495" y="314"/>
                    <a:pt x="495" y="166"/>
                    <a:pt x="404" y="76"/>
                  </a:cubicBezTo>
                  <a:cubicBezTo>
                    <a:pt x="480" y="0"/>
                    <a:pt x="480" y="0"/>
                    <a:pt x="480" y="0"/>
                  </a:cubicBezTo>
                  <a:cubicBezTo>
                    <a:pt x="612" y="132"/>
                    <a:pt x="612" y="348"/>
                    <a:pt x="480" y="480"/>
                  </a:cubicBezTo>
                  <a:cubicBezTo>
                    <a:pt x="348" y="612"/>
                    <a:pt x="133" y="612"/>
                    <a:pt x="0" y="48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5"/>
            <p:cNvSpPr txBox="1"/>
            <p:nvPr/>
          </p:nvSpPr>
          <p:spPr>
            <a:xfrm>
              <a:off x="5056570" y="2613663"/>
              <a:ext cx="292696" cy="3692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99">
                  <a:solidFill>
                    <a:srgbClr val="F2F2F2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sz="2399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2" name="Google Shape;16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87686" y="3383356"/>
            <a:ext cx="632135" cy="90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5"/>
          <p:cNvSpPr/>
          <p:nvPr/>
        </p:nvSpPr>
        <p:spPr>
          <a:xfrm>
            <a:off x="8081179" y="4193941"/>
            <a:ext cx="319496" cy="480201"/>
          </a:xfrm>
          <a:custGeom>
            <a:rect b="b" l="l" r="r" t="t"/>
            <a:pathLst>
              <a:path extrusionOk="0" h="155" w="103">
                <a:moveTo>
                  <a:pt x="83" y="52"/>
                </a:moveTo>
                <a:cubicBezTo>
                  <a:pt x="83" y="52"/>
                  <a:pt x="83" y="52"/>
                  <a:pt x="83" y="52"/>
                </a:cubicBezTo>
                <a:cubicBezTo>
                  <a:pt x="85" y="47"/>
                  <a:pt x="87" y="41"/>
                  <a:pt x="87" y="36"/>
                </a:cubicBezTo>
                <a:cubicBezTo>
                  <a:pt x="87" y="16"/>
                  <a:pt x="71" y="0"/>
                  <a:pt x="52" y="0"/>
                </a:cubicBezTo>
                <a:cubicBezTo>
                  <a:pt x="45" y="0"/>
                  <a:pt x="38" y="3"/>
                  <a:pt x="32" y="6"/>
                </a:cubicBezTo>
                <a:cubicBezTo>
                  <a:pt x="28" y="10"/>
                  <a:pt x="28" y="10"/>
                  <a:pt x="28" y="10"/>
                </a:cubicBezTo>
                <a:cubicBezTo>
                  <a:pt x="27" y="10"/>
                  <a:pt x="27" y="10"/>
                  <a:pt x="27" y="10"/>
                </a:cubicBezTo>
                <a:cubicBezTo>
                  <a:pt x="21" y="17"/>
                  <a:pt x="17" y="26"/>
                  <a:pt x="17" y="36"/>
                </a:cubicBezTo>
                <a:cubicBezTo>
                  <a:pt x="17" y="36"/>
                  <a:pt x="17" y="36"/>
                  <a:pt x="17" y="36"/>
                </a:cubicBezTo>
                <a:cubicBezTo>
                  <a:pt x="17" y="36"/>
                  <a:pt x="17" y="37"/>
                  <a:pt x="17" y="38"/>
                </a:cubicBezTo>
                <a:cubicBezTo>
                  <a:pt x="17" y="38"/>
                  <a:pt x="17" y="39"/>
                  <a:pt x="17" y="40"/>
                </a:cubicBezTo>
                <a:cubicBezTo>
                  <a:pt x="17" y="40"/>
                  <a:pt x="17" y="40"/>
                  <a:pt x="17" y="40"/>
                </a:cubicBezTo>
                <a:cubicBezTo>
                  <a:pt x="17" y="44"/>
                  <a:pt x="19" y="48"/>
                  <a:pt x="21" y="52"/>
                </a:cubicBezTo>
                <a:cubicBezTo>
                  <a:pt x="20" y="52"/>
                  <a:pt x="20" y="52"/>
                  <a:pt x="20" y="52"/>
                </a:cubicBezTo>
                <a:cubicBezTo>
                  <a:pt x="16" y="52"/>
                  <a:pt x="12" y="53"/>
                  <a:pt x="9" y="55"/>
                </a:cubicBezTo>
                <a:cubicBezTo>
                  <a:pt x="4" y="59"/>
                  <a:pt x="0" y="65"/>
                  <a:pt x="0" y="72"/>
                </a:cubicBezTo>
                <a:cubicBezTo>
                  <a:pt x="0" y="107"/>
                  <a:pt x="0" y="107"/>
                  <a:pt x="0" y="107"/>
                </a:cubicBezTo>
                <a:cubicBezTo>
                  <a:pt x="0" y="112"/>
                  <a:pt x="0" y="112"/>
                  <a:pt x="0" y="112"/>
                </a:cubicBezTo>
                <a:cubicBezTo>
                  <a:pt x="0" y="135"/>
                  <a:pt x="0" y="135"/>
                  <a:pt x="0" y="135"/>
                </a:cubicBezTo>
                <a:cubicBezTo>
                  <a:pt x="0" y="146"/>
                  <a:pt x="9" y="155"/>
                  <a:pt x="20" y="155"/>
                </a:cubicBezTo>
                <a:cubicBezTo>
                  <a:pt x="83" y="155"/>
                  <a:pt x="83" y="155"/>
                  <a:pt x="83" y="155"/>
                </a:cubicBezTo>
                <a:cubicBezTo>
                  <a:pt x="94" y="155"/>
                  <a:pt x="103" y="146"/>
                  <a:pt x="103" y="135"/>
                </a:cubicBezTo>
                <a:cubicBezTo>
                  <a:pt x="103" y="72"/>
                  <a:pt x="103" y="72"/>
                  <a:pt x="103" y="72"/>
                </a:cubicBezTo>
                <a:cubicBezTo>
                  <a:pt x="103" y="61"/>
                  <a:pt x="94" y="52"/>
                  <a:pt x="83" y="52"/>
                </a:cubicBezTo>
                <a:close/>
                <a:moveTo>
                  <a:pt x="82" y="36"/>
                </a:moveTo>
                <a:cubicBezTo>
                  <a:pt x="82" y="39"/>
                  <a:pt x="82" y="42"/>
                  <a:pt x="81" y="45"/>
                </a:cubicBezTo>
                <a:cubicBezTo>
                  <a:pt x="81" y="45"/>
                  <a:pt x="81" y="45"/>
                  <a:pt x="81" y="45"/>
                </a:cubicBezTo>
                <a:cubicBezTo>
                  <a:pt x="80" y="46"/>
                  <a:pt x="80" y="47"/>
                  <a:pt x="79" y="48"/>
                </a:cubicBezTo>
                <a:cubicBezTo>
                  <a:pt x="79" y="48"/>
                  <a:pt x="79" y="49"/>
                  <a:pt x="79" y="49"/>
                </a:cubicBezTo>
                <a:cubicBezTo>
                  <a:pt x="79" y="50"/>
                  <a:pt x="78" y="50"/>
                  <a:pt x="78" y="50"/>
                </a:cubicBezTo>
                <a:cubicBezTo>
                  <a:pt x="75" y="57"/>
                  <a:pt x="69" y="62"/>
                  <a:pt x="61" y="64"/>
                </a:cubicBezTo>
                <a:cubicBezTo>
                  <a:pt x="67" y="64"/>
                  <a:pt x="67" y="64"/>
                  <a:pt x="67" y="64"/>
                </a:cubicBezTo>
                <a:cubicBezTo>
                  <a:pt x="59" y="102"/>
                  <a:pt x="59" y="102"/>
                  <a:pt x="59" y="102"/>
                </a:cubicBezTo>
                <a:cubicBezTo>
                  <a:pt x="57" y="112"/>
                  <a:pt x="57" y="112"/>
                  <a:pt x="57" y="112"/>
                </a:cubicBezTo>
                <a:cubicBezTo>
                  <a:pt x="54" y="95"/>
                  <a:pt x="54" y="95"/>
                  <a:pt x="54" y="95"/>
                </a:cubicBezTo>
                <a:cubicBezTo>
                  <a:pt x="52" y="78"/>
                  <a:pt x="52" y="78"/>
                  <a:pt x="52" y="78"/>
                </a:cubicBezTo>
                <a:cubicBezTo>
                  <a:pt x="55" y="73"/>
                  <a:pt x="55" y="73"/>
                  <a:pt x="55" y="73"/>
                </a:cubicBezTo>
                <a:cubicBezTo>
                  <a:pt x="59" y="66"/>
                  <a:pt x="59" y="66"/>
                  <a:pt x="59" y="66"/>
                </a:cubicBezTo>
                <a:cubicBezTo>
                  <a:pt x="44" y="66"/>
                  <a:pt x="44" y="66"/>
                  <a:pt x="44" y="66"/>
                </a:cubicBezTo>
                <a:cubicBezTo>
                  <a:pt x="46" y="69"/>
                  <a:pt x="46" y="69"/>
                  <a:pt x="46" y="69"/>
                </a:cubicBezTo>
                <a:cubicBezTo>
                  <a:pt x="52" y="78"/>
                  <a:pt x="52" y="78"/>
                  <a:pt x="52" y="78"/>
                </a:cubicBezTo>
                <a:cubicBezTo>
                  <a:pt x="47" y="112"/>
                  <a:pt x="47" y="112"/>
                  <a:pt x="47" y="112"/>
                </a:cubicBezTo>
                <a:cubicBezTo>
                  <a:pt x="37" y="64"/>
                  <a:pt x="37" y="64"/>
                  <a:pt x="37" y="64"/>
                </a:cubicBezTo>
                <a:cubicBezTo>
                  <a:pt x="42" y="64"/>
                  <a:pt x="42" y="64"/>
                  <a:pt x="42" y="64"/>
                </a:cubicBezTo>
                <a:cubicBezTo>
                  <a:pt x="39" y="63"/>
                  <a:pt x="36" y="62"/>
                  <a:pt x="34" y="60"/>
                </a:cubicBezTo>
                <a:cubicBezTo>
                  <a:pt x="31" y="58"/>
                  <a:pt x="29" y="56"/>
                  <a:pt x="27" y="53"/>
                </a:cubicBezTo>
                <a:cubicBezTo>
                  <a:pt x="23" y="48"/>
                  <a:pt x="21" y="42"/>
                  <a:pt x="21" y="36"/>
                </a:cubicBezTo>
                <a:cubicBezTo>
                  <a:pt x="21" y="28"/>
                  <a:pt x="24" y="21"/>
                  <a:pt x="29" y="16"/>
                </a:cubicBezTo>
                <a:cubicBezTo>
                  <a:pt x="34" y="9"/>
                  <a:pt x="42" y="5"/>
                  <a:pt x="52" y="5"/>
                </a:cubicBezTo>
                <a:cubicBezTo>
                  <a:pt x="65" y="5"/>
                  <a:pt x="76" y="14"/>
                  <a:pt x="80" y="26"/>
                </a:cubicBezTo>
                <a:cubicBezTo>
                  <a:pt x="81" y="27"/>
                  <a:pt x="81" y="27"/>
                  <a:pt x="81" y="28"/>
                </a:cubicBezTo>
                <a:cubicBezTo>
                  <a:pt x="81" y="29"/>
                  <a:pt x="81" y="30"/>
                  <a:pt x="82" y="31"/>
                </a:cubicBezTo>
                <a:cubicBezTo>
                  <a:pt x="82" y="32"/>
                  <a:pt x="82" y="34"/>
                  <a:pt x="82" y="3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99">
              <a:solidFill>
                <a:srgbClr val="261F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4" name="Google Shape;164;p15"/>
          <p:cNvGrpSpPr/>
          <p:nvPr/>
        </p:nvGrpSpPr>
        <p:grpSpPr>
          <a:xfrm rot="2700000">
            <a:off x="8365775" y="4142021"/>
            <a:ext cx="2645084" cy="999556"/>
            <a:chOff x="6403403" y="1682338"/>
            <a:chExt cx="2116149" cy="799784"/>
          </a:xfrm>
        </p:grpSpPr>
        <p:sp>
          <p:nvSpPr>
            <p:cNvPr id="165" name="Google Shape;165;p15"/>
            <p:cNvSpPr txBox="1"/>
            <p:nvPr/>
          </p:nvSpPr>
          <p:spPr>
            <a:xfrm>
              <a:off x="6447907" y="2051160"/>
              <a:ext cx="2071645" cy="4309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 u="none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Click here to add content, content to match the title. </a:t>
              </a:r>
              <a:endParaRPr/>
            </a:p>
          </p:txBody>
        </p:sp>
        <p:sp>
          <p:nvSpPr>
            <p:cNvPr id="166" name="Google Shape;166;p15"/>
            <p:cNvSpPr/>
            <p:nvPr/>
          </p:nvSpPr>
          <p:spPr>
            <a:xfrm>
              <a:off x="6403403" y="1682338"/>
              <a:ext cx="1604334" cy="28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5775" lIns="111550" spcFirstLastPara="1" rIns="111550" wrap="square" tIns="55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Add title text</a:t>
              </a:r>
              <a:endParaRPr b="1" sz="16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cxnSp>
          <p:nvCxnSpPr>
            <p:cNvPr id="167" name="Google Shape;167;p15"/>
            <p:cNvCxnSpPr/>
            <p:nvPr/>
          </p:nvCxnSpPr>
          <p:spPr>
            <a:xfrm>
              <a:off x="6445250" y="1920736"/>
              <a:ext cx="1875790" cy="0"/>
            </a:xfrm>
            <a:prstGeom prst="straightConnector1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68" name="Google Shape;168;p15"/>
          <p:cNvSpPr/>
          <p:nvPr/>
        </p:nvSpPr>
        <p:spPr>
          <a:xfrm>
            <a:off x="7366602" y="3184696"/>
            <a:ext cx="1632572" cy="1650936"/>
          </a:xfrm>
          <a:custGeom>
            <a:rect b="b" l="l" r="r" t="t"/>
            <a:pathLst>
              <a:path extrusionOk="0" h="1320800" w="1306285">
                <a:moveTo>
                  <a:pt x="0" y="1320800"/>
                </a:moveTo>
                <a:lnTo>
                  <a:pt x="43542" y="1277257"/>
                </a:lnTo>
                <a:lnTo>
                  <a:pt x="1306285" y="0"/>
                </a:lnTo>
              </a:path>
            </a:pathLst>
          </a:custGeom>
          <a:noFill/>
          <a:ln cap="flat" cmpd="sng" w="12700">
            <a:solidFill>
              <a:schemeClr val="lt1"/>
            </a:solidFill>
            <a:prstDash val="dash"/>
            <a:miter lim="800000"/>
            <a:headEnd len="sm" w="sm" type="none"/>
            <a:tailEnd len="med" w="med" type="triangl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99">
              <a:solidFill>
                <a:srgbClr val="261F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9" name="Google Shape;169;p15"/>
          <p:cNvGrpSpPr/>
          <p:nvPr/>
        </p:nvGrpSpPr>
        <p:grpSpPr>
          <a:xfrm>
            <a:off x="3957635" y="2980547"/>
            <a:ext cx="400773" cy="343285"/>
            <a:chOff x="2541588" y="2027238"/>
            <a:chExt cx="320675" cy="274638"/>
          </a:xfrm>
        </p:grpSpPr>
        <p:sp>
          <p:nvSpPr>
            <p:cNvPr id="170" name="Google Shape;170;p15"/>
            <p:cNvSpPr/>
            <p:nvPr/>
          </p:nvSpPr>
          <p:spPr>
            <a:xfrm>
              <a:off x="2541588" y="2027238"/>
              <a:ext cx="320675" cy="274638"/>
            </a:xfrm>
            <a:custGeom>
              <a:rect b="b" l="l" r="r" t="t"/>
              <a:pathLst>
                <a:path extrusionOk="0" h="173" w="202">
                  <a:moveTo>
                    <a:pt x="14" y="157"/>
                  </a:moveTo>
                  <a:lnTo>
                    <a:pt x="14" y="0"/>
                  </a:lnTo>
                  <a:lnTo>
                    <a:pt x="0" y="0"/>
                  </a:lnTo>
                  <a:lnTo>
                    <a:pt x="0" y="173"/>
                  </a:lnTo>
                  <a:lnTo>
                    <a:pt x="202" y="173"/>
                  </a:lnTo>
                  <a:lnTo>
                    <a:pt x="202" y="157"/>
                  </a:lnTo>
                  <a:lnTo>
                    <a:pt x="14" y="15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15"/>
            <p:cNvSpPr/>
            <p:nvPr/>
          </p:nvSpPr>
          <p:spPr>
            <a:xfrm>
              <a:off x="2587625" y="2106613"/>
              <a:ext cx="242887" cy="153988"/>
            </a:xfrm>
            <a:custGeom>
              <a:rect b="b" l="l" r="r" t="t"/>
              <a:pathLst>
                <a:path extrusionOk="0" h="97" w="153">
                  <a:moveTo>
                    <a:pt x="45" y="49"/>
                  </a:moveTo>
                  <a:lnTo>
                    <a:pt x="71" y="68"/>
                  </a:lnTo>
                  <a:lnTo>
                    <a:pt x="127" y="28"/>
                  </a:lnTo>
                  <a:lnTo>
                    <a:pt x="135" y="38"/>
                  </a:lnTo>
                  <a:lnTo>
                    <a:pt x="153" y="0"/>
                  </a:lnTo>
                  <a:lnTo>
                    <a:pt x="111" y="4"/>
                  </a:lnTo>
                  <a:lnTo>
                    <a:pt x="120" y="16"/>
                  </a:lnTo>
                  <a:lnTo>
                    <a:pt x="71" y="50"/>
                  </a:lnTo>
                  <a:lnTo>
                    <a:pt x="43" y="28"/>
                  </a:lnTo>
                  <a:lnTo>
                    <a:pt x="0" y="88"/>
                  </a:lnTo>
                  <a:lnTo>
                    <a:pt x="12" y="97"/>
                  </a:lnTo>
                  <a:lnTo>
                    <a:pt x="45" y="4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2" name="Google Shape;172;p15"/>
          <p:cNvGrpSpPr/>
          <p:nvPr/>
        </p:nvGrpSpPr>
        <p:grpSpPr>
          <a:xfrm rot="2700000">
            <a:off x="1614240" y="1715423"/>
            <a:ext cx="2589459" cy="1037588"/>
            <a:chOff x="6432912" y="1656194"/>
            <a:chExt cx="2071645" cy="830216"/>
          </a:xfrm>
        </p:grpSpPr>
        <p:sp>
          <p:nvSpPr>
            <p:cNvPr id="173" name="Google Shape;173;p15"/>
            <p:cNvSpPr txBox="1"/>
            <p:nvPr/>
          </p:nvSpPr>
          <p:spPr>
            <a:xfrm>
              <a:off x="6432912" y="2055447"/>
              <a:ext cx="2071645" cy="430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 u="none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Click here to add content, content to match the title. </a:t>
              </a:r>
              <a:endParaRPr/>
            </a:p>
          </p:txBody>
        </p:sp>
        <p:sp>
          <p:nvSpPr>
            <p:cNvPr id="174" name="Google Shape;174;p15"/>
            <p:cNvSpPr/>
            <p:nvPr/>
          </p:nvSpPr>
          <p:spPr>
            <a:xfrm>
              <a:off x="6805042" y="1656194"/>
              <a:ext cx="1562808" cy="28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5775" lIns="111550" spcFirstLastPara="1" rIns="111550" wrap="square" tIns="55775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Add title text</a:t>
              </a:r>
              <a:endParaRPr b="1" sz="16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cxnSp>
          <p:nvCxnSpPr>
            <p:cNvPr id="175" name="Google Shape;175;p15"/>
            <p:cNvCxnSpPr/>
            <p:nvPr/>
          </p:nvCxnSpPr>
          <p:spPr>
            <a:xfrm>
              <a:off x="6445250" y="1920736"/>
              <a:ext cx="1875790" cy="0"/>
            </a:xfrm>
            <a:prstGeom prst="straightConnector1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76" name="Google Shape;176;p15"/>
          <p:cNvSpPr/>
          <p:nvPr/>
        </p:nvSpPr>
        <p:spPr>
          <a:xfrm>
            <a:off x="4124124" y="2510268"/>
            <a:ext cx="1142800" cy="1142956"/>
          </a:xfrm>
          <a:custGeom>
            <a:rect b="b" l="l" r="r" t="t"/>
            <a:pathLst>
              <a:path extrusionOk="0" h="914400" w="914400">
                <a:moveTo>
                  <a:pt x="914400" y="0"/>
                </a:moveTo>
                <a:lnTo>
                  <a:pt x="0" y="914400"/>
                </a:lnTo>
              </a:path>
            </a:pathLst>
          </a:custGeom>
          <a:noFill/>
          <a:ln cap="flat" cmpd="sng" w="12700">
            <a:solidFill>
              <a:schemeClr val="lt1"/>
            </a:solidFill>
            <a:prstDash val="dash"/>
            <a:miter lim="800000"/>
            <a:headEnd len="sm" w="sm" type="none"/>
            <a:tailEnd len="med" w="med" type="triangl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99">
              <a:solidFill>
                <a:srgbClr val="261F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7" name="Google Shape;177;p15"/>
          <p:cNvGrpSpPr/>
          <p:nvPr/>
        </p:nvGrpSpPr>
        <p:grpSpPr>
          <a:xfrm>
            <a:off x="3868354" y="4972782"/>
            <a:ext cx="476167" cy="559572"/>
            <a:chOff x="2635250" y="3875088"/>
            <a:chExt cx="381000" cy="447675"/>
          </a:xfrm>
        </p:grpSpPr>
        <p:sp>
          <p:nvSpPr>
            <p:cNvPr id="178" name="Google Shape;178;p15"/>
            <p:cNvSpPr/>
            <p:nvPr/>
          </p:nvSpPr>
          <p:spPr>
            <a:xfrm>
              <a:off x="2870200" y="3967163"/>
              <a:ext cx="146050" cy="168275"/>
            </a:xfrm>
            <a:custGeom>
              <a:rect b="b" l="l" r="r" t="t"/>
              <a:pathLst>
                <a:path extrusionOk="0" h="61" w="53">
                  <a:moveTo>
                    <a:pt x="45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26" y="33"/>
                    <a:pt x="26" y="33"/>
                    <a:pt x="26" y="33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1"/>
                    <a:pt x="3" y="3"/>
                    <a:pt x="3" y="6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4"/>
                    <a:pt x="2" y="26"/>
                    <a:pt x="0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14" y="27"/>
                    <a:pt x="19" y="32"/>
                    <a:pt x="19" y="38"/>
                  </a:cubicBezTo>
                  <a:cubicBezTo>
                    <a:pt x="19" y="61"/>
                    <a:pt x="19" y="61"/>
                    <a:pt x="19" y="61"/>
                  </a:cubicBezTo>
                  <a:cubicBezTo>
                    <a:pt x="45" y="61"/>
                    <a:pt x="45" y="61"/>
                    <a:pt x="45" y="61"/>
                  </a:cubicBezTo>
                  <a:cubicBezTo>
                    <a:pt x="49" y="61"/>
                    <a:pt x="53" y="58"/>
                    <a:pt x="53" y="54"/>
                  </a:cubicBezTo>
                  <a:cubicBezTo>
                    <a:pt x="53" y="7"/>
                    <a:pt x="53" y="7"/>
                    <a:pt x="53" y="7"/>
                  </a:cubicBezTo>
                  <a:cubicBezTo>
                    <a:pt x="53" y="3"/>
                    <a:pt x="49" y="0"/>
                    <a:pt x="4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5"/>
            <p:cNvSpPr/>
            <p:nvPr/>
          </p:nvSpPr>
          <p:spPr>
            <a:xfrm>
              <a:off x="2890838" y="3875088"/>
              <a:ext cx="87312" cy="106363"/>
            </a:xfrm>
            <a:custGeom>
              <a:rect b="b" l="l" r="r" t="t"/>
              <a:pathLst>
                <a:path extrusionOk="0" h="39" w="32">
                  <a:moveTo>
                    <a:pt x="8" y="32"/>
                  </a:moveTo>
                  <a:cubicBezTo>
                    <a:pt x="13" y="32"/>
                    <a:pt x="13" y="32"/>
                    <a:pt x="13" y="32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8" y="32"/>
                    <a:pt x="32" y="28"/>
                    <a:pt x="32" y="2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4"/>
                    <a:pt x="28" y="0"/>
                    <a:pt x="24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3" y="0"/>
                    <a:pt x="0" y="4"/>
                    <a:pt x="0" y="8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8"/>
                    <a:pt x="3" y="32"/>
                    <a:pt x="8" y="3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15"/>
            <p:cNvSpPr/>
            <p:nvPr/>
          </p:nvSpPr>
          <p:spPr>
            <a:xfrm>
              <a:off x="2816225" y="4071938"/>
              <a:ext cx="30162" cy="130175"/>
            </a:xfrm>
            <a:custGeom>
              <a:rect b="b" l="l" r="r" t="t"/>
              <a:pathLst>
                <a:path extrusionOk="0" h="82" w="19">
                  <a:moveTo>
                    <a:pt x="9" y="0"/>
                  </a:moveTo>
                  <a:lnTo>
                    <a:pt x="0" y="68"/>
                  </a:lnTo>
                  <a:lnTo>
                    <a:pt x="9" y="82"/>
                  </a:lnTo>
                  <a:lnTo>
                    <a:pt x="19" y="68"/>
                  </a:lnTo>
                  <a:lnTo>
                    <a:pt x="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5"/>
            <p:cNvSpPr/>
            <p:nvPr/>
          </p:nvSpPr>
          <p:spPr>
            <a:xfrm>
              <a:off x="2755900" y="3962400"/>
              <a:ext cx="161925" cy="263525"/>
            </a:xfrm>
            <a:custGeom>
              <a:rect b="b" l="l" r="r" t="t"/>
              <a:pathLst>
                <a:path extrusionOk="0" h="96" w="59">
                  <a:moveTo>
                    <a:pt x="49" y="31"/>
                  </a:moveTo>
                  <a:cubicBezTo>
                    <a:pt x="38" y="31"/>
                    <a:pt x="38" y="31"/>
                    <a:pt x="38" y="31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28"/>
                    <a:pt x="43" y="26"/>
                    <a:pt x="43" y="23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3"/>
                    <a:pt x="39" y="0"/>
                    <a:pt x="35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1" y="3"/>
                    <a:pt x="11" y="8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6"/>
                    <a:pt x="13" y="28"/>
                    <a:pt x="15" y="30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3" y="31"/>
                    <a:pt x="2" y="32"/>
                    <a:pt x="0" y="32"/>
                  </a:cubicBezTo>
                  <a:cubicBezTo>
                    <a:pt x="1" y="33"/>
                    <a:pt x="2" y="33"/>
                    <a:pt x="2" y="33"/>
                  </a:cubicBezTo>
                  <a:cubicBezTo>
                    <a:pt x="3" y="33"/>
                    <a:pt x="4" y="33"/>
                    <a:pt x="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7" y="38"/>
                    <a:pt x="27" y="38"/>
                    <a:pt x="27" y="38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54" y="33"/>
                    <a:pt x="57" y="36"/>
                    <a:pt x="57" y="40"/>
                  </a:cubicBezTo>
                  <a:cubicBezTo>
                    <a:pt x="57" y="87"/>
                    <a:pt x="57" y="87"/>
                    <a:pt x="57" y="87"/>
                  </a:cubicBezTo>
                  <a:cubicBezTo>
                    <a:pt x="57" y="91"/>
                    <a:pt x="54" y="94"/>
                    <a:pt x="49" y="94"/>
                  </a:cubicBezTo>
                  <a:cubicBezTo>
                    <a:pt x="22" y="94"/>
                    <a:pt x="22" y="94"/>
                    <a:pt x="22" y="94"/>
                  </a:cubicBezTo>
                  <a:cubicBezTo>
                    <a:pt x="22" y="96"/>
                    <a:pt x="22" y="96"/>
                    <a:pt x="22" y="96"/>
                  </a:cubicBezTo>
                  <a:cubicBezTo>
                    <a:pt x="49" y="96"/>
                    <a:pt x="49" y="96"/>
                    <a:pt x="49" y="96"/>
                  </a:cubicBezTo>
                  <a:cubicBezTo>
                    <a:pt x="55" y="96"/>
                    <a:pt x="59" y="92"/>
                    <a:pt x="59" y="87"/>
                  </a:cubicBezTo>
                  <a:cubicBezTo>
                    <a:pt x="59" y="40"/>
                    <a:pt x="59" y="40"/>
                    <a:pt x="59" y="40"/>
                  </a:cubicBezTo>
                  <a:cubicBezTo>
                    <a:pt x="59" y="35"/>
                    <a:pt x="55" y="31"/>
                    <a:pt x="49" y="3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5"/>
            <p:cNvSpPr/>
            <p:nvPr/>
          </p:nvSpPr>
          <p:spPr>
            <a:xfrm>
              <a:off x="2635250" y="4052888"/>
              <a:ext cx="174625" cy="269875"/>
            </a:xfrm>
            <a:custGeom>
              <a:rect b="b" l="l" r="r" t="t"/>
              <a:pathLst>
                <a:path extrusionOk="0" h="98" w="64">
                  <a:moveTo>
                    <a:pt x="54" y="33"/>
                  </a:moveTo>
                  <a:cubicBezTo>
                    <a:pt x="46" y="33"/>
                    <a:pt x="46" y="33"/>
                    <a:pt x="46" y="33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9" y="30"/>
                    <a:pt x="49" y="28"/>
                    <a:pt x="49" y="25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9" y="4"/>
                    <a:pt x="45" y="0"/>
                    <a:pt x="40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9" y="0"/>
                    <a:pt x="14" y="4"/>
                    <a:pt x="14" y="10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8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9" y="33"/>
                    <a:pt x="9" y="33"/>
                    <a:pt x="9" y="33"/>
                  </a:cubicBezTo>
                  <a:cubicBezTo>
                    <a:pt x="4" y="33"/>
                    <a:pt x="0" y="37"/>
                    <a:pt x="0" y="42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4"/>
                    <a:pt x="4" y="98"/>
                    <a:pt x="9" y="98"/>
                  </a:cubicBezTo>
                  <a:cubicBezTo>
                    <a:pt x="54" y="98"/>
                    <a:pt x="54" y="98"/>
                    <a:pt x="54" y="98"/>
                  </a:cubicBezTo>
                  <a:cubicBezTo>
                    <a:pt x="60" y="98"/>
                    <a:pt x="64" y="94"/>
                    <a:pt x="64" y="90"/>
                  </a:cubicBezTo>
                  <a:cubicBezTo>
                    <a:pt x="64" y="42"/>
                    <a:pt x="64" y="42"/>
                    <a:pt x="64" y="42"/>
                  </a:cubicBezTo>
                  <a:cubicBezTo>
                    <a:pt x="64" y="37"/>
                    <a:pt x="60" y="33"/>
                    <a:pt x="54" y="33"/>
                  </a:cubicBezTo>
                  <a:close/>
                  <a:moveTo>
                    <a:pt x="16" y="25"/>
                  </a:moveTo>
                  <a:cubicBezTo>
                    <a:pt x="16" y="10"/>
                    <a:pt x="16" y="10"/>
                    <a:pt x="16" y="10"/>
                  </a:cubicBezTo>
                  <a:cubicBezTo>
                    <a:pt x="16" y="5"/>
                    <a:pt x="20" y="2"/>
                    <a:pt x="24" y="2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44" y="2"/>
                    <a:pt x="48" y="5"/>
                    <a:pt x="48" y="10"/>
                  </a:cubicBezTo>
                  <a:cubicBezTo>
                    <a:pt x="48" y="25"/>
                    <a:pt x="48" y="25"/>
                    <a:pt x="48" y="25"/>
                  </a:cubicBezTo>
                  <a:cubicBezTo>
                    <a:pt x="48" y="30"/>
                    <a:pt x="44" y="33"/>
                    <a:pt x="40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0" y="33"/>
                    <a:pt x="16" y="30"/>
                    <a:pt x="16" y="25"/>
                  </a:cubicBezTo>
                  <a:close/>
                  <a:moveTo>
                    <a:pt x="62" y="90"/>
                  </a:moveTo>
                  <a:cubicBezTo>
                    <a:pt x="62" y="93"/>
                    <a:pt x="59" y="96"/>
                    <a:pt x="54" y="96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5" y="96"/>
                    <a:pt x="1" y="93"/>
                    <a:pt x="1" y="90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38"/>
                    <a:pt x="5" y="35"/>
                    <a:pt x="9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54" y="35"/>
                    <a:pt x="54" y="35"/>
                    <a:pt x="54" y="35"/>
                  </a:cubicBezTo>
                  <a:cubicBezTo>
                    <a:pt x="59" y="35"/>
                    <a:pt x="62" y="38"/>
                    <a:pt x="62" y="42"/>
                  </a:cubicBezTo>
                  <a:lnTo>
                    <a:pt x="62" y="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5"/>
            <p:cNvSpPr/>
            <p:nvPr/>
          </p:nvSpPr>
          <p:spPr>
            <a:xfrm>
              <a:off x="2706688" y="4171950"/>
              <a:ext cx="30162" cy="125413"/>
            </a:xfrm>
            <a:custGeom>
              <a:rect b="b" l="l" r="r" t="t"/>
              <a:pathLst>
                <a:path extrusionOk="0" h="79" w="19">
                  <a:moveTo>
                    <a:pt x="0" y="65"/>
                  </a:moveTo>
                  <a:lnTo>
                    <a:pt x="10" y="79"/>
                  </a:lnTo>
                  <a:lnTo>
                    <a:pt x="19" y="65"/>
                  </a:lnTo>
                  <a:lnTo>
                    <a:pt x="10" y="0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4" name="Google Shape;184;p15"/>
          <p:cNvGrpSpPr/>
          <p:nvPr/>
        </p:nvGrpSpPr>
        <p:grpSpPr>
          <a:xfrm rot="2700000">
            <a:off x="1502061" y="3772275"/>
            <a:ext cx="2589459" cy="1022083"/>
            <a:chOff x="6422835" y="1650423"/>
            <a:chExt cx="2071645" cy="817810"/>
          </a:xfrm>
        </p:grpSpPr>
        <p:sp>
          <p:nvSpPr>
            <p:cNvPr id="185" name="Google Shape;185;p15"/>
            <p:cNvSpPr txBox="1"/>
            <p:nvPr/>
          </p:nvSpPr>
          <p:spPr>
            <a:xfrm>
              <a:off x="6422835" y="2037270"/>
              <a:ext cx="2071645" cy="430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 u="none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Click here to add content, content to match the title. </a:t>
              </a:r>
              <a:endParaRPr/>
            </a:p>
          </p:txBody>
        </p:sp>
        <p:sp>
          <p:nvSpPr>
            <p:cNvPr id="186" name="Google Shape;186;p15"/>
            <p:cNvSpPr/>
            <p:nvPr/>
          </p:nvSpPr>
          <p:spPr>
            <a:xfrm>
              <a:off x="7018520" y="1650423"/>
              <a:ext cx="1331848" cy="28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5775" lIns="111550" spcFirstLastPara="1" rIns="111550" wrap="square" tIns="55775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Add title text</a:t>
              </a:r>
              <a:endParaRPr b="1" sz="16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cxnSp>
          <p:nvCxnSpPr>
            <p:cNvPr id="187" name="Google Shape;187;p15"/>
            <p:cNvCxnSpPr/>
            <p:nvPr/>
          </p:nvCxnSpPr>
          <p:spPr>
            <a:xfrm>
              <a:off x="6445250" y="1920736"/>
              <a:ext cx="1875790" cy="0"/>
            </a:xfrm>
            <a:prstGeom prst="straightConnector1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88" name="Google Shape;188;p15"/>
          <p:cNvSpPr/>
          <p:nvPr/>
        </p:nvSpPr>
        <p:spPr>
          <a:xfrm>
            <a:off x="3424159" y="3281760"/>
            <a:ext cx="2185605" cy="2185905"/>
          </a:xfrm>
          <a:custGeom>
            <a:rect b="b" l="l" r="r" t="t"/>
            <a:pathLst>
              <a:path extrusionOk="0" h="1748790" w="1748790">
                <a:moveTo>
                  <a:pt x="1748790" y="0"/>
                </a:moveTo>
                <a:lnTo>
                  <a:pt x="0" y="1748790"/>
                </a:lnTo>
              </a:path>
            </a:pathLst>
          </a:custGeom>
          <a:noFill/>
          <a:ln cap="flat" cmpd="sng" w="12700">
            <a:solidFill>
              <a:schemeClr val="lt1"/>
            </a:solidFill>
            <a:prstDash val="dash"/>
            <a:miter lim="800000"/>
            <a:headEnd len="sm" w="sm" type="none"/>
            <a:tailEnd len="med" w="med" type="triangl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99">
              <a:solidFill>
                <a:srgbClr val="261F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9" name="Google Shape;189;p15"/>
          <p:cNvGrpSpPr/>
          <p:nvPr/>
        </p:nvGrpSpPr>
        <p:grpSpPr>
          <a:xfrm rot="2700000">
            <a:off x="8427068" y="2187044"/>
            <a:ext cx="2589457" cy="1011781"/>
            <a:chOff x="6414313" y="1641124"/>
            <a:chExt cx="2071645" cy="809567"/>
          </a:xfrm>
        </p:grpSpPr>
        <p:sp>
          <p:nvSpPr>
            <p:cNvPr id="190" name="Google Shape;190;p15"/>
            <p:cNvSpPr txBox="1"/>
            <p:nvPr/>
          </p:nvSpPr>
          <p:spPr>
            <a:xfrm>
              <a:off x="6414313" y="2019728"/>
              <a:ext cx="2071645" cy="430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 u="none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Click here to add content, content to match the title. </a:t>
              </a:r>
              <a:endParaRPr/>
            </a:p>
          </p:txBody>
        </p:sp>
        <p:sp>
          <p:nvSpPr>
            <p:cNvPr id="191" name="Google Shape;191;p15"/>
            <p:cNvSpPr/>
            <p:nvPr/>
          </p:nvSpPr>
          <p:spPr>
            <a:xfrm>
              <a:off x="6423334" y="1641124"/>
              <a:ext cx="1679259" cy="28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5775" lIns="111550" spcFirstLastPara="1" rIns="111550" wrap="square" tIns="55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Add title text</a:t>
              </a:r>
              <a:endParaRPr b="1" sz="16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cxnSp>
          <p:nvCxnSpPr>
            <p:cNvPr id="192" name="Google Shape;192;p15"/>
            <p:cNvCxnSpPr/>
            <p:nvPr/>
          </p:nvCxnSpPr>
          <p:spPr>
            <a:xfrm>
              <a:off x="6445250" y="1920736"/>
              <a:ext cx="1875790" cy="0"/>
            </a:xfrm>
            <a:prstGeom prst="straightConnector1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93" name="Google Shape;193;p15"/>
          <p:cNvSpPr/>
          <p:nvPr/>
        </p:nvSpPr>
        <p:spPr>
          <a:xfrm>
            <a:off x="6923766" y="1641703"/>
            <a:ext cx="1632572" cy="1650936"/>
          </a:xfrm>
          <a:custGeom>
            <a:rect b="b" l="l" r="r" t="t"/>
            <a:pathLst>
              <a:path extrusionOk="0" h="1320800" w="1306285">
                <a:moveTo>
                  <a:pt x="0" y="1320800"/>
                </a:moveTo>
                <a:lnTo>
                  <a:pt x="43542" y="1277257"/>
                </a:lnTo>
                <a:lnTo>
                  <a:pt x="1306285" y="0"/>
                </a:lnTo>
              </a:path>
            </a:pathLst>
          </a:custGeom>
          <a:solidFill>
            <a:srgbClr val="261F1C"/>
          </a:solidFill>
          <a:ln cap="flat" cmpd="sng" w="12700">
            <a:solidFill>
              <a:schemeClr val="lt1"/>
            </a:solidFill>
            <a:prstDash val="dash"/>
            <a:miter lim="800000"/>
            <a:headEnd len="sm" w="sm" type="none"/>
            <a:tailEnd len="med" w="med" type="triangl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99">
              <a:solidFill>
                <a:srgbClr val="261F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4" name="Google Shape;194;p15"/>
          <p:cNvGrpSpPr/>
          <p:nvPr/>
        </p:nvGrpSpPr>
        <p:grpSpPr>
          <a:xfrm>
            <a:off x="8087404" y="2295332"/>
            <a:ext cx="509896" cy="400828"/>
            <a:chOff x="5297488" y="2511425"/>
            <a:chExt cx="407988" cy="320675"/>
          </a:xfrm>
        </p:grpSpPr>
        <p:sp>
          <p:nvSpPr>
            <p:cNvPr id="195" name="Google Shape;195;p15"/>
            <p:cNvSpPr/>
            <p:nvPr/>
          </p:nvSpPr>
          <p:spPr>
            <a:xfrm>
              <a:off x="5297488" y="2511425"/>
              <a:ext cx="322263" cy="239713"/>
            </a:xfrm>
            <a:custGeom>
              <a:rect b="b" l="l" r="r" t="t"/>
              <a:pathLst>
                <a:path extrusionOk="0" h="97" w="131">
                  <a:moveTo>
                    <a:pt x="15" y="92"/>
                  </a:moveTo>
                  <a:cubicBezTo>
                    <a:pt x="10" y="92"/>
                    <a:pt x="6" y="88"/>
                    <a:pt x="6" y="83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6" y="10"/>
                    <a:pt x="10" y="6"/>
                    <a:pt x="15" y="6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22" y="6"/>
                    <a:pt x="126" y="10"/>
                    <a:pt x="126" y="15"/>
                  </a:cubicBezTo>
                  <a:cubicBezTo>
                    <a:pt x="126" y="23"/>
                    <a:pt x="126" y="23"/>
                    <a:pt x="126" y="23"/>
                  </a:cubicBezTo>
                  <a:cubicBezTo>
                    <a:pt x="131" y="23"/>
                    <a:pt x="131" y="23"/>
                    <a:pt x="131" y="23"/>
                  </a:cubicBezTo>
                  <a:cubicBezTo>
                    <a:pt x="131" y="15"/>
                    <a:pt x="131" y="15"/>
                    <a:pt x="131" y="15"/>
                  </a:cubicBezTo>
                  <a:cubicBezTo>
                    <a:pt x="131" y="7"/>
                    <a:pt x="125" y="0"/>
                    <a:pt x="117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7"/>
                    <a:pt x="0" y="15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91"/>
                    <a:pt x="7" y="97"/>
                    <a:pt x="15" y="97"/>
                  </a:cubicBezTo>
                  <a:cubicBezTo>
                    <a:pt x="97" y="97"/>
                    <a:pt x="97" y="97"/>
                    <a:pt x="97" y="97"/>
                  </a:cubicBezTo>
                  <a:cubicBezTo>
                    <a:pt x="97" y="92"/>
                    <a:pt x="97" y="92"/>
                    <a:pt x="97" y="92"/>
                  </a:cubicBezTo>
                  <a:lnTo>
                    <a:pt x="15" y="9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5"/>
            <p:cNvSpPr/>
            <p:nvPr/>
          </p:nvSpPr>
          <p:spPr>
            <a:xfrm>
              <a:off x="5541963" y="2663825"/>
              <a:ext cx="163513" cy="168275"/>
            </a:xfrm>
            <a:custGeom>
              <a:rect b="b" l="l" r="r" t="t"/>
              <a:pathLst>
                <a:path extrusionOk="0" h="68" w="67">
                  <a:moveTo>
                    <a:pt x="58" y="0"/>
                  </a:moveTo>
                  <a:cubicBezTo>
                    <a:pt x="46" y="0"/>
                    <a:pt x="46" y="0"/>
                    <a:pt x="46" y="0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29" y="37"/>
                    <a:pt x="29" y="37"/>
                    <a:pt x="29" y="37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5"/>
                    <a:pt x="4" y="68"/>
                    <a:pt x="9" y="68"/>
                  </a:cubicBezTo>
                  <a:cubicBezTo>
                    <a:pt x="58" y="68"/>
                    <a:pt x="58" y="68"/>
                    <a:pt x="58" y="68"/>
                  </a:cubicBezTo>
                  <a:cubicBezTo>
                    <a:pt x="63" y="68"/>
                    <a:pt x="67" y="65"/>
                    <a:pt x="67" y="60"/>
                  </a:cubicBezTo>
                  <a:cubicBezTo>
                    <a:pt x="67" y="8"/>
                    <a:pt x="67" y="8"/>
                    <a:pt x="67" y="8"/>
                  </a:cubicBezTo>
                  <a:cubicBezTo>
                    <a:pt x="67" y="4"/>
                    <a:pt x="63" y="0"/>
                    <a:pt x="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15"/>
            <p:cNvSpPr/>
            <p:nvPr/>
          </p:nvSpPr>
          <p:spPr>
            <a:xfrm>
              <a:off x="5580063" y="2573338"/>
              <a:ext cx="87313" cy="103188"/>
            </a:xfrm>
            <a:custGeom>
              <a:rect b="b" l="l" r="r" t="t"/>
              <a:pathLst>
                <a:path extrusionOk="0" h="42" w="35">
                  <a:moveTo>
                    <a:pt x="9" y="35"/>
                  </a:moveTo>
                  <a:cubicBezTo>
                    <a:pt x="9" y="36"/>
                    <a:pt x="9" y="36"/>
                    <a:pt x="9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7" y="42"/>
                    <a:pt x="17" y="42"/>
                    <a:pt x="17" y="4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31" y="35"/>
                    <a:pt x="35" y="31"/>
                    <a:pt x="35" y="26"/>
                  </a:cubicBezTo>
                  <a:cubicBezTo>
                    <a:pt x="35" y="9"/>
                    <a:pt x="35" y="9"/>
                    <a:pt x="35" y="9"/>
                  </a:cubicBezTo>
                  <a:cubicBezTo>
                    <a:pt x="35" y="4"/>
                    <a:pt x="31" y="0"/>
                    <a:pt x="26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1"/>
                    <a:pt x="4" y="35"/>
                    <a:pt x="9" y="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15"/>
            <p:cNvSpPr/>
            <p:nvPr/>
          </p:nvSpPr>
          <p:spPr>
            <a:xfrm>
              <a:off x="5332413" y="2605088"/>
              <a:ext cx="203200" cy="109538"/>
            </a:xfrm>
            <a:custGeom>
              <a:rect b="b" l="l" r="r" t="t"/>
              <a:pathLst>
                <a:path extrusionOk="0" h="69" w="128">
                  <a:moveTo>
                    <a:pt x="116" y="9"/>
                  </a:moveTo>
                  <a:lnTo>
                    <a:pt x="91" y="34"/>
                  </a:lnTo>
                  <a:lnTo>
                    <a:pt x="79" y="20"/>
                  </a:lnTo>
                  <a:lnTo>
                    <a:pt x="38" y="59"/>
                  </a:lnTo>
                  <a:lnTo>
                    <a:pt x="15" y="50"/>
                  </a:lnTo>
                  <a:lnTo>
                    <a:pt x="0" y="65"/>
                  </a:lnTo>
                  <a:lnTo>
                    <a:pt x="3" y="69"/>
                  </a:lnTo>
                  <a:lnTo>
                    <a:pt x="17" y="55"/>
                  </a:lnTo>
                  <a:lnTo>
                    <a:pt x="40" y="64"/>
                  </a:lnTo>
                  <a:lnTo>
                    <a:pt x="79" y="26"/>
                  </a:lnTo>
                  <a:lnTo>
                    <a:pt x="91" y="40"/>
                  </a:lnTo>
                  <a:lnTo>
                    <a:pt x="119" y="12"/>
                  </a:lnTo>
                  <a:lnTo>
                    <a:pt x="124" y="17"/>
                  </a:lnTo>
                  <a:lnTo>
                    <a:pt x="128" y="0"/>
                  </a:lnTo>
                  <a:lnTo>
                    <a:pt x="111" y="5"/>
                  </a:lnTo>
                  <a:lnTo>
                    <a:pt x="116" y="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Slide title</a:t>
            </a:r>
            <a:endParaRPr/>
          </a:p>
        </p:txBody>
      </p:sp>
      <p:grpSp>
        <p:nvGrpSpPr>
          <p:cNvPr id="204" name="Google Shape;204;p16"/>
          <p:cNvGrpSpPr/>
          <p:nvPr/>
        </p:nvGrpSpPr>
        <p:grpSpPr>
          <a:xfrm>
            <a:off x="5186310" y="1734460"/>
            <a:ext cx="1819380" cy="3776112"/>
            <a:chOff x="4923304" y="1684213"/>
            <a:chExt cx="2229277" cy="4626854"/>
          </a:xfrm>
        </p:grpSpPr>
        <p:sp>
          <p:nvSpPr>
            <p:cNvPr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 id="205" name="Google Shape;205;p16"/>
            <p:cNvSpPr/>
            <p:nvPr/>
          </p:nvSpPr>
          <p:spPr>
            <a:xfrm>
              <a:off x="5793154" y="2315778"/>
              <a:ext cx="973591" cy="486745"/>
            </a:xfrm>
            <a:custGeom>
              <a:rect b="b" l="l" r="r" t="t"/>
              <a:pathLst>
                <a:path extrusionOk="0" h="486745" w="973591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19675" lIns="19675" spcFirstLastPara="1" rIns="19675" wrap="square" tIns="19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1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  <p:sp>
          <p:nvSpPr>
            <p:cNvPr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 id="206" name="Google Shape;206;p16"/>
            <p:cNvSpPr/>
            <p:nvPr/>
          </p:nvSpPr>
          <p:spPr>
            <a:xfrm>
              <a:off x="5306522" y="3320269"/>
              <a:ext cx="973591" cy="486745"/>
            </a:xfrm>
            <a:custGeom>
              <a:rect b="b" l="l" r="r" t="t"/>
              <a:pathLst>
                <a:path extrusionOk="0" h="486745" w="973591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19675" lIns="19675" spcFirstLastPara="1" rIns="19675" wrap="square" tIns="19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1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  <p:sp>
          <p:nvSpPr>
            <p:cNvPr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 id="207" name="Google Shape;207;p16"/>
            <p:cNvSpPr/>
            <p:nvPr/>
          </p:nvSpPr>
          <p:spPr>
            <a:xfrm>
              <a:off x="5793154" y="4299283"/>
              <a:ext cx="973591" cy="486745"/>
            </a:xfrm>
            <a:custGeom>
              <a:rect b="b" l="l" r="r" t="t"/>
              <a:pathLst>
                <a:path extrusionOk="0" h="486745" w="973591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19675" lIns="19675" spcFirstLastPara="1" rIns="19675" wrap="square" tIns="19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3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 id="208" name="Google Shape;208;p16"/>
            <p:cNvSpPr/>
            <p:nvPr/>
          </p:nvSpPr>
          <p:spPr>
            <a:xfrm>
              <a:off x="5306522" y="5329250"/>
              <a:ext cx="973591" cy="486745"/>
            </a:xfrm>
            <a:custGeom>
              <a:rect b="b" l="l" r="r" t="t"/>
              <a:pathLst>
                <a:path extrusionOk="0" h="486745" w="973591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19675" lIns="19675" spcFirstLastPara="1" rIns="19675" wrap="square" tIns="19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1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  <p:grpSp>
          <p:nvGrpSpPr>
            <p:cNvPr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 id="209" name="Google Shape;209;p16"/>
            <p:cNvGrpSpPr/>
            <p:nvPr/>
          </p:nvGrpSpPr>
          <p:grpSpPr>
            <a:xfrm>
              <a:off x="5407972" y="3693193"/>
              <a:ext cx="1744609" cy="1744787"/>
              <a:chOff x="5466028" y="3573608"/>
              <a:chExt cx="1744609" cy="1744787"/>
            </a:xfrm>
          </p:grpSpPr>
          <p:sp>
            <p:nvSpPr>
              <p:cNvPr id="210" name="Google Shape;210;p16"/>
              <p:cNvSpPr/>
              <p:nvPr/>
            </p:nvSpPr>
            <p:spPr>
              <a:xfrm>
                <a:off x="5466028" y="3573608"/>
                <a:ext cx="1744609" cy="1744787"/>
              </a:xfrm>
              <a:custGeom>
                <a:rect b="b" l="l" r="r" t="t"/>
                <a:pathLst>
                  <a:path extrusionOk="0" h="120000" w="120000">
                    <a:moveTo>
                      <a:pt x="23520" y="23523"/>
                    </a:moveTo>
                    <a:lnTo>
                      <a:pt x="23520" y="23523"/>
                    </a:lnTo>
                    <a:cubicBezTo>
                      <a:pt x="39049" y="7991"/>
                      <a:pt x="62710" y="3996"/>
                      <a:pt x="82479" y="13566"/>
                    </a:cubicBezTo>
                    <a:cubicBezTo>
                      <a:pt x="102248" y="23137"/>
                      <a:pt x="113790" y="44176"/>
                      <a:pt x="111239" y="65991"/>
                    </a:cubicBezTo>
                    <a:cubicBezTo>
                      <a:pt x="108688" y="87807"/>
                      <a:pt x="92605" y="105615"/>
                      <a:pt x="71161" y="110367"/>
                    </a:cubicBezTo>
                    <a:lnTo>
                      <a:pt x="70592" y="118429"/>
                    </a:lnTo>
                    <a:lnTo>
                      <a:pt x="56830" y="104890"/>
                    </a:lnTo>
                    <a:lnTo>
                      <a:pt x="72705" y="88507"/>
                    </a:lnTo>
                    <a:lnTo>
                      <a:pt x="72144" y="96444"/>
                    </a:lnTo>
                    <a:cubicBezTo>
                      <a:pt x="87199" y="91427"/>
                      <a:pt x="97618" y="77668"/>
                      <a:pt x="98369" y="61817"/>
                    </a:cubicBezTo>
                    <a:cubicBezTo>
                      <a:pt x="99120" y="45966"/>
                      <a:pt x="90046" y="31284"/>
                      <a:pt x="75534" y="24867"/>
                    </a:cubicBezTo>
                    <a:cubicBezTo>
                      <a:pt x="61021" y="18450"/>
                      <a:pt x="44056" y="21617"/>
                      <a:pt x="32836" y="3283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p16"/>
              <p:cNvSpPr/>
              <p:nvPr/>
            </p:nvSpPr>
            <p:spPr>
              <a:xfrm>
                <a:off x="6018081" y="4121528"/>
                <a:ext cx="584388" cy="5843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Arial"/>
                  <a:buNone/>
                </a:pPr>
                <a:r>
                  <a:rPr i="0" lang="en-US" sz="2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</a:t>
                </a:r>
                <a:endParaRPr i="0" sz="2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 id="212" name="Google Shape;212;p16"/>
            <p:cNvGrpSpPr/>
            <p:nvPr/>
          </p:nvGrpSpPr>
          <p:grpSpPr>
            <a:xfrm>
              <a:off x="5047662" y="4811504"/>
              <a:ext cx="1498839" cy="1499563"/>
              <a:chOff x="5105718" y="4691919"/>
              <a:chExt cx="1498839" cy="1499563"/>
            </a:xfrm>
          </p:grpSpPr>
          <p:sp>
            <p:nvSpPr>
              <p:cNvPr id="213" name="Google Shape;213;p16"/>
              <p:cNvSpPr/>
              <p:nvPr/>
            </p:nvSpPr>
            <p:spPr>
              <a:xfrm>
                <a:off x="5105718" y="4691919"/>
                <a:ext cx="1498839" cy="1499563"/>
              </a:xfrm>
              <a:prstGeom prst="blockArc">
                <a:avLst>
                  <a:gd fmla="val 0" name="adj1"/>
                  <a:gd fmla="val 18900000" name="adj2"/>
                  <a:gd fmla="val 12740" name="adj3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16"/>
              <p:cNvSpPr/>
              <p:nvPr/>
            </p:nvSpPr>
            <p:spPr>
              <a:xfrm>
                <a:off x="5576543" y="5163711"/>
                <a:ext cx="584388" cy="584388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Arial"/>
                  <a:buNone/>
                </a:pPr>
                <a:r>
                  <a:rPr i="0" lang="en-US" sz="2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endParaRPr i="0" sz="2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 id="215" name="Google Shape;215;p16"/>
            <p:cNvGrpSpPr/>
            <p:nvPr/>
          </p:nvGrpSpPr>
          <p:grpSpPr>
            <a:xfrm>
              <a:off x="4923304" y="2686852"/>
              <a:ext cx="1744609" cy="1744787"/>
              <a:chOff x="4981360" y="2567267"/>
              <a:chExt cx="1744609" cy="1744787"/>
            </a:xfrm>
          </p:grpSpPr>
          <p:sp>
            <p:nvSpPr>
              <p:cNvPr id="216" name="Google Shape;216;p16"/>
              <p:cNvSpPr/>
              <p:nvPr/>
            </p:nvSpPr>
            <p:spPr>
              <a:xfrm>
                <a:off x="4981360" y="2567267"/>
                <a:ext cx="1744609" cy="1744787"/>
              </a:xfrm>
              <a:custGeom>
                <a:rect b="b" l="l" r="r" t="t"/>
                <a:pathLst>
                  <a:path extrusionOk="0" h="120000" w="120000">
                    <a:moveTo>
                      <a:pt x="96480" y="23523"/>
                    </a:moveTo>
                    <a:lnTo>
                      <a:pt x="87164" y="32839"/>
                    </a:lnTo>
                    <a:cubicBezTo>
                      <a:pt x="75944" y="21617"/>
                      <a:pt x="58979" y="18450"/>
                      <a:pt x="44466" y="24867"/>
                    </a:cubicBezTo>
                    <a:cubicBezTo>
                      <a:pt x="29954" y="31284"/>
                      <a:pt x="20880" y="45966"/>
                      <a:pt x="21631" y="61817"/>
                    </a:cubicBezTo>
                    <a:cubicBezTo>
                      <a:pt x="22382" y="77668"/>
                      <a:pt x="32801" y="91427"/>
                      <a:pt x="47856" y="96444"/>
                    </a:cubicBezTo>
                    <a:lnTo>
                      <a:pt x="47295" y="88507"/>
                    </a:lnTo>
                    <a:lnTo>
                      <a:pt x="63170" y="104890"/>
                    </a:lnTo>
                    <a:lnTo>
                      <a:pt x="49408" y="118429"/>
                    </a:lnTo>
                    <a:lnTo>
                      <a:pt x="48839" y="110367"/>
                    </a:lnTo>
                    <a:cubicBezTo>
                      <a:pt x="27395" y="105615"/>
                      <a:pt x="11312" y="87807"/>
                      <a:pt x="8761" y="65991"/>
                    </a:cubicBezTo>
                    <a:cubicBezTo>
                      <a:pt x="6210" y="44176"/>
                      <a:pt x="17752" y="23137"/>
                      <a:pt x="37521" y="13566"/>
                    </a:cubicBezTo>
                    <a:cubicBezTo>
                      <a:pt x="57290" y="3996"/>
                      <a:pt x="80951" y="7991"/>
                      <a:pt x="96480" y="2352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16"/>
              <p:cNvSpPr/>
              <p:nvPr/>
            </p:nvSpPr>
            <p:spPr>
              <a:xfrm>
                <a:off x="5576543" y="3163803"/>
                <a:ext cx="584388" cy="58438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Arial"/>
                  <a:buNone/>
                </a:pPr>
                <a:r>
                  <a:rPr i="0" lang="en-US" sz="2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  <a:endParaRPr i="0" sz="2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 id="218" name="Google Shape;218;p16"/>
            <p:cNvGrpSpPr/>
            <p:nvPr/>
          </p:nvGrpSpPr>
          <p:grpSpPr>
            <a:xfrm>
              <a:off x="5407972" y="1684213"/>
              <a:ext cx="1744609" cy="1744787"/>
              <a:chOff x="5466028" y="1564628"/>
              <a:chExt cx="1744609" cy="1744787"/>
            </a:xfrm>
          </p:grpSpPr>
          <p:sp>
            <p:nvSpPr>
              <p:cNvPr id="219" name="Google Shape;219;p16"/>
              <p:cNvSpPr/>
              <p:nvPr/>
            </p:nvSpPr>
            <p:spPr>
              <a:xfrm>
                <a:off x="5466028" y="1564628"/>
                <a:ext cx="1744609" cy="1744787"/>
              </a:xfrm>
              <a:custGeom>
                <a:rect b="b" l="l" r="r" t="t"/>
                <a:pathLst>
                  <a:path extrusionOk="0" h="120000" w="120000">
                    <a:moveTo>
                      <a:pt x="8412" y="60000"/>
                    </a:moveTo>
                    <a:lnTo>
                      <a:pt x="8412" y="60000"/>
                    </a:lnTo>
                    <a:cubicBezTo>
                      <a:pt x="8412" y="32962"/>
                      <a:pt x="29287" y="10511"/>
                      <a:pt x="56253" y="8547"/>
                    </a:cubicBezTo>
                    <a:cubicBezTo>
                      <a:pt x="83219" y="6584"/>
                      <a:pt x="107127" y="25773"/>
                      <a:pt x="111044" y="52526"/>
                    </a:cubicBezTo>
                    <a:cubicBezTo>
                      <a:pt x="114961" y="79279"/>
                      <a:pt x="97558" y="104517"/>
                      <a:pt x="71161" y="110367"/>
                    </a:cubicBezTo>
                    <a:lnTo>
                      <a:pt x="70592" y="118429"/>
                    </a:lnTo>
                    <a:lnTo>
                      <a:pt x="56830" y="104890"/>
                    </a:lnTo>
                    <a:lnTo>
                      <a:pt x="72705" y="88507"/>
                    </a:lnTo>
                    <a:lnTo>
                      <a:pt x="72144" y="96444"/>
                    </a:lnTo>
                    <a:cubicBezTo>
                      <a:pt x="90761" y="90239"/>
                      <a:pt x="101708" y="71000"/>
                      <a:pt x="97532" y="51825"/>
                    </a:cubicBezTo>
                    <a:cubicBezTo>
                      <a:pt x="93356" y="32650"/>
                      <a:pt x="75400" y="19706"/>
                      <a:pt x="55889" y="21806"/>
                    </a:cubicBezTo>
                    <a:cubicBezTo>
                      <a:pt x="36379" y="23907"/>
                      <a:pt x="21588" y="40376"/>
                      <a:pt x="21588" y="600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16"/>
              <p:cNvSpPr/>
              <p:nvPr/>
            </p:nvSpPr>
            <p:spPr>
              <a:xfrm>
                <a:off x="6050547" y="2147096"/>
                <a:ext cx="584388" cy="58438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Arial"/>
                  <a:buNone/>
                </a:pPr>
                <a:r>
                  <a:rPr i="0" lang="en-US" sz="2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A</a:t>
                </a:r>
                <a:endParaRPr i="0" sz="2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21" name="Google Shape;221;p16"/>
          <p:cNvGrpSpPr/>
          <p:nvPr/>
        </p:nvGrpSpPr>
        <p:grpSpPr>
          <a:xfrm>
            <a:off x="7150971" y="1917459"/>
            <a:ext cx="2717425" cy="884352"/>
            <a:chOff x="874713" y="3451823"/>
            <a:chExt cx="2717425" cy="884352"/>
          </a:xfrm>
        </p:grpSpPr>
        <p:sp>
          <p:nvSpPr>
            <p:cNvPr id="222" name="Google Shape;222;p16"/>
            <p:cNvSpPr/>
            <p:nvPr/>
          </p:nvSpPr>
          <p:spPr>
            <a:xfrm>
              <a:off x="874714" y="3800644"/>
              <a:ext cx="2717424" cy="535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Click here to add content, content to match the title. </a:t>
              </a:r>
              <a:endPara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6"/>
            <p:cNvSpPr/>
            <p:nvPr/>
          </p:nvSpPr>
          <p:spPr>
            <a:xfrm>
              <a:off x="874713" y="3451823"/>
              <a:ext cx="2241974" cy="3978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Add title text</a:t>
              </a:r>
              <a:endParaRPr b="1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4" name="Google Shape;224;p16"/>
          <p:cNvGrpSpPr/>
          <p:nvPr/>
        </p:nvGrpSpPr>
        <p:grpSpPr>
          <a:xfrm>
            <a:off x="7150971" y="3615083"/>
            <a:ext cx="2717425" cy="884352"/>
            <a:chOff x="874713" y="3451823"/>
            <a:chExt cx="2717425" cy="884352"/>
          </a:xfrm>
        </p:grpSpPr>
        <p:sp>
          <p:nvSpPr>
            <p:cNvPr id="225" name="Google Shape;225;p16"/>
            <p:cNvSpPr/>
            <p:nvPr/>
          </p:nvSpPr>
          <p:spPr>
            <a:xfrm>
              <a:off x="874713" y="3800644"/>
              <a:ext cx="2717425" cy="535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Click here to add content, content to match the title. </a:t>
              </a:r>
              <a:endPara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16"/>
            <p:cNvSpPr/>
            <p:nvPr/>
          </p:nvSpPr>
          <p:spPr>
            <a:xfrm>
              <a:off x="874713" y="3451823"/>
              <a:ext cx="2241974" cy="3978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Add title text</a:t>
              </a:r>
              <a:endParaRPr b="1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7" name="Google Shape;227;p16"/>
          <p:cNvGrpSpPr/>
          <p:nvPr/>
        </p:nvGrpSpPr>
        <p:grpSpPr>
          <a:xfrm>
            <a:off x="2090057" y="2676705"/>
            <a:ext cx="2915489" cy="884352"/>
            <a:chOff x="1493637" y="3451823"/>
            <a:chExt cx="2915489" cy="884352"/>
          </a:xfrm>
        </p:grpSpPr>
        <p:sp>
          <p:nvSpPr>
            <p:cNvPr id="228" name="Google Shape;228;p16"/>
            <p:cNvSpPr/>
            <p:nvPr/>
          </p:nvSpPr>
          <p:spPr>
            <a:xfrm>
              <a:off x="1493637" y="3800644"/>
              <a:ext cx="2915489" cy="535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Click here to add content, content to match the title. </a:t>
              </a:r>
              <a:endPara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16"/>
            <p:cNvSpPr/>
            <p:nvPr/>
          </p:nvSpPr>
          <p:spPr>
            <a:xfrm>
              <a:off x="2167152" y="3451823"/>
              <a:ext cx="2241974" cy="3978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Add title text</a:t>
              </a:r>
              <a:endParaRPr b="1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0" name="Google Shape;230;p16"/>
          <p:cNvGrpSpPr/>
          <p:nvPr/>
        </p:nvGrpSpPr>
        <p:grpSpPr>
          <a:xfrm>
            <a:off x="2090057" y="4465729"/>
            <a:ext cx="2915489" cy="884352"/>
            <a:chOff x="1493637" y="3451823"/>
            <a:chExt cx="2915489" cy="884352"/>
          </a:xfrm>
        </p:grpSpPr>
        <p:sp>
          <p:nvSpPr>
            <p:cNvPr id="231" name="Google Shape;231;p16"/>
            <p:cNvSpPr/>
            <p:nvPr/>
          </p:nvSpPr>
          <p:spPr>
            <a:xfrm>
              <a:off x="1493637" y="3800644"/>
              <a:ext cx="2915489" cy="535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Click here to add content, content to match the title. </a:t>
              </a:r>
              <a:endPara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16"/>
            <p:cNvSpPr/>
            <p:nvPr/>
          </p:nvSpPr>
          <p:spPr>
            <a:xfrm>
              <a:off x="2167152" y="3451823"/>
              <a:ext cx="2241974" cy="3978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Add title text</a:t>
              </a:r>
              <a:endParaRPr b="1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Slide title</a:t>
            </a:r>
            <a:endParaRPr/>
          </a:p>
        </p:txBody>
      </p:sp>
      <p:sp>
        <p:nvSpPr>
          <p:cNvPr id="238" name="Google Shape;238;p17"/>
          <p:cNvSpPr/>
          <p:nvPr/>
        </p:nvSpPr>
        <p:spPr>
          <a:xfrm>
            <a:off x="5481340" y="2205357"/>
            <a:ext cx="1199467" cy="1042233"/>
          </a:xfrm>
          <a:custGeom>
            <a:rect b="b" l="l" r="r" t="t"/>
            <a:pathLst>
              <a:path extrusionOk="0" h="232" w="267">
                <a:moveTo>
                  <a:pt x="0" y="232"/>
                </a:moveTo>
                <a:lnTo>
                  <a:pt x="135" y="0"/>
                </a:lnTo>
                <a:lnTo>
                  <a:pt x="267" y="232"/>
                </a:lnTo>
                <a:lnTo>
                  <a:pt x="0" y="23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Add title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7"/>
          <p:cNvSpPr/>
          <p:nvPr/>
        </p:nvSpPr>
        <p:spPr>
          <a:xfrm>
            <a:off x="5068039" y="3467719"/>
            <a:ext cx="2026066" cy="489671"/>
          </a:xfrm>
          <a:custGeom>
            <a:rect b="b" l="l" r="r" t="t"/>
            <a:pathLst>
              <a:path extrusionOk="0" h="109" w="451">
                <a:moveTo>
                  <a:pt x="0" y="109"/>
                </a:moveTo>
                <a:lnTo>
                  <a:pt x="64" y="0"/>
                </a:lnTo>
                <a:lnTo>
                  <a:pt x="387" y="0"/>
                </a:lnTo>
                <a:lnTo>
                  <a:pt x="451" y="109"/>
                </a:lnTo>
                <a:lnTo>
                  <a:pt x="0" y="1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Add title</a:t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7"/>
          <p:cNvSpPr/>
          <p:nvPr/>
        </p:nvSpPr>
        <p:spPr>
          <a:xfrm>
            <a:off x="4663726" y="4182005"/>
            <a:ext cx="2843679" cy="485178"/>
          </a:xfrm>
          <a:custGeom>
            <a:rect b="b" l="l" r="r" t="t"/>
            <a:pathLst>
              <a:path extrusionOk="0" h="108" w="633">
                <a:moveTo>
                  <a:pt x="0" y="108"/>
                </a:moveTo>
                <a:lnTo>
                  <a:pt x="62" y="0"/>
                </a:lnTo>
                <a:lnTo>
                  <a:pt x="570" y="0"/>
                </a:lnTo>
                <a:lnTo>
                  <a:pt x="633" y="108"/>
                </a:lnTo>
                <a:lnTo>
                  <a:pt x="0" y="1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Add title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7"/>
          <p:cNvSpPr/>
          <p:nvPr/>
        </p:nvSpPr>
        <p:spPr>
          <a:xfrm>
            <a:off x="4039283" y="4891802"/>
            <a:ext cx="4097053" cy="862538"/>
          </a:xfrm>
          <a:custGeom>
            <a:rect b="b" l="l" r="r" t="t"/>
            <a:pathLst>
              <a:path extrusionOk="0" h="192" w="912">
                <a:moveTo>
                  <a:pt x="0" y="192"/>
                </a:moveTo>
                <a:lnTo>
                  <a:pt x="111" y="0"/>
                </a:lnTo>
                <a:lnTo>
                  <a:pt x="801" y="0"/>
                </a:lnTo>
                <a:lnTo>
                  <a:pt x="912" y="192"/>
                </a:lnTo>
                <a:lnTo>
                  <a:pt x="0" y="1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Add title</a:t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7"/>
          <p:cNvSpPr/>
          <p:nvPr/>
        </p:nvSpPr>
        <p:spPr>
          <a:xfrm>
            <a:off x="5481339" y="3247589"/>
            <a:ext cx="1325254" cy="220128"/>
          </a:xfrm>
          <a:custGeom>
            <a:rect b="b" l="l" r="r" t="t"/>
            <a:pathLst>
              <a:path extrusionOk="0" h="49" w="295">
                <a:moveTo>
                  <a:pt x="0" y="0"/>
                </a:moveTo>
                <a:lnTo>
                  <a:pt x="206" y="0"/>
                </a:lnTo>
                <a:lnTo>
                  <a:pt x="295" y="49"/>
                </a:lnTo>
                <a:lnTo>
                  <a:pt x="90" y="49"/>
                </a:lnTo>
                <a:lnTo>
                  <a:pt x="0" y="0"/>
                </a:ln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7"/>
          <p:cNvSpPr/>
          <p:nvPr/>
        </p:nvSpPr>
        <p:spPr>
          <a:xfrm>
            <a:off x="5068039" y="3957387"/>
            <a:ext cx="2156344" cy="224619"/>
          </a:xfrm>
          <a:custGeom>
            <a:rect b="b" l="l" r="r" t="t"/>
            <a:pathLst>
              <a:path extrusionOk="0" h="50" w="480">
                <a:moveTo>
                  <a:pt x="0" y="0"/>
                </a:moveTo>
                <a:lnTo>
                  <a:pt x="333" y="0"/>
                </a:lnTo>
                <a:lnTo>
                  <a:pt x="480" y="50"/>
                </a:lnTo>
                <a:lnTo>
                  <a:pt x="146" y="50"/>
                </a:lnTo>
                <a:lnTo>
                  <a:pt x="0" y="0"/>
                </a:ln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7"/>
          <p:cNvSpPr/>
          <p:nvPr/>
        </p:nvSpPr>
        <p:spPr>
          <a:xfrm>
            <a:off x="4663726" y="4667184"/>
            <a:ext cx="2973957" cy="224619"/>
          </a:xfrm>
          <a:custGeom>
            <a:rect b="b" l="l" r="r" t="t"/>
            <a:pathLst>
              <a:path extrusionOk="0" h="50" w="662">
                <a:moveTo>
                  <a:pt x="0" y="0"/>
                </a:moveTo>
                <a:lnTo>
                  <a:pt x="461" y="0"/>
                </a:lnTo>
                <a:lnTo>
                  <a:pt x="662" y="50"/>
                </a:lnTo>
                <a:lnTo>
                  <a:pt x="201" y="50"/>
                </a:lnTo>
                <a:lnTo>
                  <a:pt x="0" y="0"/>
                </a:ln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7"/>
          <p:cNvSpPr/>
          <p:nvPr/>
        </p:nvSpPr>
        <p:spPr>
          <a:xfrm>
            <a:off x="1152008" y="2243457"/>
            <a:ext cx="489671" cy="48967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7"/>
          <p:cNvSpPr/>
          <p:nvPr/>
        </p:nvSpPr>
        <p:spPr>
          <a:xfrm>
            <a:off x="1152008" y="3505819"/>
            <a:ext cx="489671" cy="48068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7"/>
          <p:cNvSpPr/>
          <p:nvPr/>
        </p:nvSpPr>
        <p:spPr>
          <a:xfrm>
            <a:off x="1152008" y="4759192"/>
            <a:ext cx="489671" cy="48967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7"/>
          <p:cNvSpPr/>
          <p:nvPr/>
        </p:nvSpPr>
        <p:spPr>
          <a:xfrm>
            <a:off x="10520782" y="2243457"/>
            <a:ext cx="485177" cy="48967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7"/>
          <p:cNvSpPr/>
          <p:nvPr/>
        </p:nvSpPr>
        <p:spPr>
          <a:xfrm>
            <a:off x="10520782" y="3505819"/>
            <a:ext cx="485177" cy="48068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7"/>
          <p:cNvSpPr/>
          <p:nvPr/>
        </p:nvSpPr>
        <p:spPr>
          <a:xfrm>
            <a:off x="10520782" y="4759192"/>
            <a:ext cx="485177" cy="48967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7"/>
          <p:cNvSpPr/>
          <p:nvPr/>
        </p:nvSpPr>
        <p:spPr>
          <a:xfrm>
            <a:off x="10601141" y="3583934"/>
            <a:ext cx="324456" cy="324454"/>
          </a:xfrm>
          <a:custGeom>
            <a:rect b="b" l="l" r="r" t="t"/>
            <a:pathLst>
              <a:path extrusionOk="0" h="140" w="140">
                <a:moveTo>
                  <a:pt x="70" y="0"/>
                </a:moveTo>
                <a:cubicBezTo>
                  <a:pt x="32" y="0"/>
                  <a:pt x="0" y="31"/>
                  <a:pt x="0" y="70"/>
                </a:cubicBezTo>
                <a:cubicBezTo>
                  <a:pt x="0" y="109"/>
                  <a:pt x="32" y="140"/>
                  <a:pt x="70" y="140"/>
                </a:cubicBezTo>
                <a:cubicBezTo>
                  <a:pt x="109" y="140"/>
                  <a:pt x="140" y="109"/>
                  <a:pt x="140" y="70"/>
                </a:cubicBezTo>
                <a:cubicBezTo>
                  <a:pt x="140" y="31"/>
                  <a:pt x="109" y="0"/>
                  <a:pt x="70" y="0"/>
                </a:cubicBezTo>
                <a:close/>
                <a:moveTo>
                  <a:pt x="70" y="130"/>
                </a:moveTo>
                <a:cubicBezTo>
                  <a:pt x="37" y="130"/>
                  <a:pt x="11" y="103"/>
                  <a:pt x="11" y="70"/>
                </a:cubicBezTo>
                <a:cubicBezTo>
                  <a:pt x="11" y="37"/>
                  <a:pt x="37" y="10"/>
                  <a:pt x="70" y="10"/>
                </a:cubicBezTo>
                <a:cubicBezTo>
                  <a:pt x="103" y="10"/>
                  <a:pt x="130" y="37"/>
                  <a:pt x="130" y="70"/>
                </a:cubicBezTo>
                <a:cubicBezTo>
                  <a:pt x="130" y="103"/>
                  <a:pt x="103" y="130"/>
                  <a:pt x="70" y="130"/>
                </a:cubicBezTo>
                <a:close/>
                <a:moveTo>
                  <a:pt x="96" y="48"/>
                </a:moveTo>
                <a:cubicBezTo>
                  <a:pt x="97" y="48"/>
                  <a:pt x="97" y="48"/>
                  <a:pt x="97" y="48"/>
                </a:cubicBezTo>
                <a:cubicBezTo>
                  <a:pt x="97" y="58"/>
                  <a:pt x="97" y="58"/>
                  <a:pt x="97" y="58"/>
                </a:cubicBezTo>
                <a:cubicBezTo>
                  <a:pt x="90" y="58"/>
                  <a:pt x="90" y="58"/>
                  <a:pt x="90" y="58"/>
                </a:cubicBezTo>
                <a:lnTo>
                  <a:pt x="96" y="48"/>
                </a:lnTo>
                <a:close/>
                <a:moveTo>
                  <a:pt x="70" y="15"/>
                </a:moveTo>
                <a:cubicBezTo>
                  <a:pt x="40" y="15"/>
                  <a:pt x="15" y="40"/>
                  <a:pt x="15" y="70"/>
                </a:cubicBezTo>
                <a:cubicBezTo>
                  <a:pt x="15" y="100"/>
                  <a:pt x="40" y="125"/>
                  <a:pt x="70" y="125"/>
                </a:cubicBezTo>
                <a:cubicBezTo>
                  <a:pt x="101" y="125"/>
                  <a:pt x="125" y="100"/>
                  <a:pt x="125" y="70"/>
                </a:cubicBezTo>
                <a:cubicBezTo>
                  <a:pt x="125" y="40"/>
                  <a:pt x="101" y="15"/>
                  <a:pt x="70" y="15"/>
                </a:cubicBezTo>
                <a:close/>
                <a:moveTo>
                  <a:pt x="68" y="19"/>
                </a:moveTo>
                <a:cubicBezTo>
                  <a:pt x="68" y="17"/>
                  <a:pt x="69" y="16"/>
                  <a:pt x="70" y="16"/>
                </a:cubicBezTo>
                <a:cubicBezTo>
                  <a:pt x="71" y="16"/>
                  <a:pt x="72" y="17"/>
                  <a:pt x="72" y="19"/>
                </a:cubicBezTo>
                <a:cubicBezTo>
                  <a:pt x="72" y="26"/>
                  <a:pt x="72" y="26"/>
                  <a:pt x="72" y="26"/>
                </a:cubicBezTo>
                <a:cubicBezTo>
                  <a:pt x="72" y="27"/>
                  <a:pt x="71" y="28"/>
                  <a:pt x="70" y="28"/>
                </a:cubicBezTo>
                <a:cubicBezTo>
                  <a:pt x="69" y="28"/>
                  <a:pt x="68" y="27"/>
                  <a:pt x="68" y="26"/>
                </a:cubicBezTo>
                <a:lnTo>
                  <a:pt x="68" y="19"/>
                </a:lnTo>
                <a:close/>
                <a:moveTo>
                  <a:pt x="79" y="45"/>
                </a:moveTo>
                <a:cubicBezTo>
                  <a:pt x="78" y="44"/>
                  <a:pt x="77" y="44"/>
                  <a:pt x="76" y="44"/>
                </a:cubicBezTo>
                <a:cubicBezTo>
                  <a:pt x="75" y="44"/>
                  <a:pt x="74" y="44"/>
                  <a:pt x="73" y="45"/>
                </a:cubicBezTo>
                <a:cubicBezTo>
                  <a:pt x="72" y="46"/>
                  <a:pt x="72" y="47"/>
                  <a:pt x="72" y="49"/>
                </a:cubicBezTo>
                <a:cubicBezTo>
                  <a:pt x="67" y="49"/>
                  <a:pt x="67" y="49"/>
                  <a:pt x="67" y="49"/>
                </a:cubicBezTo>
                <a:cubicBezTo>
                  <a:pt x="67" y="46"/>
                  <a:pt x="68" y="44"/>
                  <a:pt x="69" y="43"/>
                </a:cubicBezTo>
                <a:cubicBezTo>
                  <a:pt x="71" y="41"/>
                  <a:pt x="73" y="40"/>
                  <a:pt x="76" y="40"/>
                </a:cubicBezTo>
                <a:cubicBezTo>
                  <a:pt x="79" y="40"/>
                  <a:pt x="81" y="41"/>
                  <a:pt x="82" y="42"/>
                </a:cubicBezTo>
                <a:cubicBezTo>
                  <a:pt x="84" y="44"/>
                  <a:pt x="84" y="46"/>
                  <a:pt x="84" y="48"/>
                </a:cubicBezTo>
                <a:cubicBezTo>
                  <a:pt x="84" y="50"/>
                  <a:pt x="84" y="51"/>
                  <a:pt x="83" y="52"/>
                </a:cubicBezTo>
                <a:cubicBezTo>
                  <a:pt x="82" y="53"/>
                  <a:pt x="81" y="54"/>
                  <a:pt x="80" y="55"/>
                </a:cubicBezTo>
                <a:cubicBezTo>
                  <a:pt x="75" y="59"/>
                  <a:pt x="75" y="59"/>
                  <a:pt x="75" y="59"/>
                </a:cubicBezTo>
                <a:cubicBezTo>
                  <a:pt x="74" y="59"/>
                  <a:pt x="74" y="59"/>
                  <a:pt x="73" y="60"/>
                </a:cubicBezTo>
                <a:cubicBezTo>
                  <a:pt x="73" y="60"/>
                  <a:pt x="73" y="61"/>
                  <a:pt x="73" y="61"/>
                </a:cubicBezTo>
                <a:cubicBezTo>
                  <a:pt x="84" y="61"/>
                  <a:pt x="84" y="61"/>
                  <a:pt x="84" y="61"/>
                </a:cubicBezTo>
                <a:cubicBezTo>
                  <a:pt x="84" y="65"/>
                  <a:pt x="84" y="65"/>
                  <a:pt x="84" y="65"/>
                </a:cubicBezTo>
                <a:cubicBezTo>
                  <a:pt x="67" y="65"/>
                  <a:pt x="67" y="65"/>
                  <a:pt x="67" y="65"/>
                </a:cubicBezTo>
                <a:cubicBezTo>
                  <a:pt x="67" y="64"/>
                  <a:pt x="67" y="62"/>
                  <a:pt x="68" y="60"/>
                </a:cubicBezTo>
                <a:cubicBezTo>
                  <a:pt x="68" y="58"/>
                  <a:pt x="70" y="57"/>
                  <a:pt x="72" y="55"/>
                </a:cubicBezTo>
                <a:cubicBezTo>
                  <a:pt x="77" y="52"/>
                  <a:pt x="77" y="52"/>
                  <a:pt x="77" y="52"/>
                </a:cubicBezTo>
                <a:cubicBezTo>
                  <a:pt x="77" y="51"/>
                  <a:pt x="78" y="51"/>
                  <a:pt x="79" y="50"/>
                </a:cubicBezTo>
                <a:cubicBezTo>
                  <a:pt x="79" y="50"/>
                  <a:pt x="80" y="49"/>
                  <a:pt x="80" y="48"/>
                </a:cubicBezTo>
                <a:cubicBezTo>
                  <a:pt x="80" y="47"/>
                  <a:pt x="79" y="46"/>
                  <a:pt x="79" y="45"/>
                </a:cubicBezTo>
                <a:close/>
                <a:moveTo>
                  <a:pt x="36" y="43"/>
                </a:moveTo>
                <a:cubicBezTo>
                  <a:pt x="39" y="41"/>
                  <a:pt x="42" y="37"/>
                  <a:pt x="44" y="37"/>
                </a:cubicBezTo>
                <a:cubicBezTo>
                  <a:pt x="47" y="41"/>
                  <a:pt x="51" y="45"/>
                  <a:pt x="54" y="50"/>
                </a:cubicBezTo>
                <a:cubicBezTo>
                  <a:pt x="56" y="51"/>
                  <a:pt x="57" y="52"/>
                  <a:pt x="57" y="54"/>
                </a:cubicBezTo>
                <a:cubicBezTo>
                  <a:pt x="57" y="56"/>
                  <a:pt x="53" y="58"/>
                  <a:pt x="51" y="60"/>
                </a:cubicBezTo>
                <a:cubicBezTo>
                  <a:pt x="46" y="54"/>
                  <a:pt x="41" y="49"/>
                  <a:pt x="36" y="43"/>
                </a:cubicBezTo>
                <a:cubicBezTo>
                  <a:pt x="36" y="43"/>
                  <a:pt x="36" y="43"/>
                  <a:pt x="36" y="43"/>
                </a:cubicBezTo>
                <a:close/>
                <a:moveTo>
                  <a:pt x="26" y="72"/>
                </a:moveTo>
                <a:cubicBezTo>
                  <a:pt x="19" y="72"/>
                  <a:pt x="19" y="72"/>
                  <a:pt x="19" y="72"/>
                </a:cubicBezTo>
                <a:cubicBezTo>
                  <a:pt x="18" y="72"/>
                  <a:pt x="17" y="71"/>
                  <a:pt x="17" y="70"/>
                </a:cubicBezTo>
                <a:cubicBezTo>
                  <a:pt x="17" y="69"/>
                  <a:pt x="18" y="68"/>
                  <a:pt x="19" y="68"/>
                </a:cubicBezTo>
                <a:cubicBezTo>
                  <a:pt x="26" y="68"/>
                  <a:pt x="26" y="68"/>
                  <a:pt x="26" y="68"/>
                </a:cubicBezTo>
                <a:cubicBezTo>
                  <a:pt x="27" y="68"/>
                  <a:pt x="28" y="69"/>
                  <a:pt x="28" y="70"/>
                </a:cubicBezTo>
                <a:cubicBezTo>
                  <a:pt x="28" y="71"/>
                  <a:pt x="27" y="72"/>
                  <a:pt x="26" y="72"/>
                </a:cubicBezTo>
                <a:close/>
                <a:moveTo>
                  <a:pt x="72" y="121"/>
                </a:moveTo>
                <a:cubicBezTo>
                  <a:pt x="72" y="123"/>
                  <a:pt x="71" y="124"/>
                  <a:pt x="70" y="124"/>
                </a:cubicBezTo>
                <a:cubicBezTo>
                  <a:pt x="69" y="124"/>
                  <a:pt x="68" y="123"/>
                  <a:pt x="68" y="121"/>
                </a:cubicBezTo>
                <a:cubicBezTo>
                  <a:pt x="68" y="114"/>
                  <a:pt x="68" y="114"/>
                  <a:pt x="68" y="114"/>
                </a:cubicBezTo>
                <a:cubicBezTo>
                  <a:pt x="68" y="113"/>
                  <a:pt x="69" y="112"/>
                  <a:pt x="70" y="112"/>
                </a:cubicBezTo>
                <a:cubicBezTo>
                  <a:pt x="71" y="112"/>
                  <a:pt x="72" y="113"/>
                  <a:pt x="72" y="114"/>
                </a:cubicBezTo>
                <a:lnTo>
                  <a:pt x="72" y="121"/>
                </a:lnTo>
                <a:close/>
                <a:moveTo>
                  <a:pt x="70" y="107"/>
                </a:moveTo>
                <a:cubicBezTo>
                  <a:pt x="65" y="105"/>
                  <a:pt x="59" y="102"/>
                  <a:pt x="46" y="87"/>
                </a:cubicBezTo>
                <a:cubicBezTo>
                  <a:pt x="33" y="71"/>
                  <a:pt x="31" y="60"/>
                  <a:pt x="31" y="56"/>
                </a:cubicBezTo>
                <a:cubicBezTo>
                  <a:pt x="31" y="52"/>
                  <a:pt x="32" y="48"/>
                  <a:pt x="34" y="44"/>
                </a:cubicBezTo>
                <a:cubicBezTo>
                  <a:pt x="39" y="50"/>
                  <a:pt x="44" y="56"/>
                  <a:pt x="49" y="61"/>
                </a:cubicBezTo>
                <a:cubicBezTo>
                  <a:pt x="49" y="62"/>
                  <a:pt x="48" y="63"/>
                  <a:pt x="48" y="64"/>
                </a:cubicBezTo>
                <a:cubicBezTo>
                  <a:pt x="48" y="64"/>
                  <a:pt x="49" y="67"/>
                  <a:pt x="49" y="68"/>
                </a:cubicBezTo>
                <a:cubicBezTo>
                  <a:pt x="52" y="74"/>
                  <a:pt x="59" y="82"/>
                  <a:pt x="65" y="87"/>
                </a:cubicBezTo>
                <a:cubicBezTo>
                  <a:pt x="68" y="89"/>
                  <a:pt x="71" y="92"/>
                  <a:pt x="73" y="90"/>
                </a:cubicBezTo>
                <a:cubicBezTo>
                  <a:pt x="78" y="96"/>
                  <a:pt x="83" y="102"/>
                  <a:pt x="88" y="108"/>
                </a:cubicBezTo>
                <a:cubicBezTo>
                  <a:pt x="82" y="109"/>
                  <a:pt x="76" y="109"/>
                  <a:pt x="70" y="107"/>
                </a:cubicBezTo>
                <a:close/>
                <a:moveTo>
                  <a:pt x="90" y="106"/>
                </a:moveTo>
                <a:cubicBezTo>
                  <a:pt x="85" y="100"/>
                  <a:pt x="80" y="94"/>
                  <a:pt x="75" y="89"/>
                </a:cubicBezTo>
                <a:cubicBezTo>
                  <a:pt x="75" y="88"/>
                  <a:pt x="75" y="88"/>
                  <a:pt x="75" y="88"/>
                </a:cubicBezTo>
                <a:cubicBezTo>
                  <a:pt x="78" y="86"/>
                  <a:pt x="81" y="82"/>
                  <a:pt x="83" y="83"/>
                </a:cubicBezTo>
                <a:cubicBezTo>
                  <a:pt x="84" y="83"/>
                  <a:pt x="85" y="86"/>
                  <a:pt x="86" y="87"/>
                </a:cubicBezTo>
                <a:cubicBezTo>
                  <a:pt x="89" y="90"/>
                  <a:pt x="94" y="95"/>
                  <a:pt x="96" y="99"/>
                </a:cubicBezTo>
                <a:cubicBezTo>
                  <a:pt x="97" y="101"/>
                  <a:pt x="93" y="104"/>
                  <a:pt x="90" y="106"/>
                </a:cubicBezTo>
                <a:close/>
                <a:moveTo>
                  <a:pt x="104" y="62"/>
                </a:moveTo>
                <a:cubicBezTo>
                  <a:pt x="101" y="62"/>
                  <a:pt x="101" y="62"/>
                  <a:pt x="101" y="62"/>
                </a:cubicBezTo>
                <a:cubicBezTo>
                  <a:pt x="101" y="66"/>
                  <a:pt x="101" y="66"/>
                  <a:pt x="101" y="66"/>
                </a:cubicBezTo>
                <a:cubicBezTo>
                  <a:pt x="97" y="66"/>
                  <a:pt x="97" y="66"/>
                  <a:pt x="97" y="66"/>
                </a:cubicBezTo>
                <a:cubicBezTo>
                  <a:pt x="97" y="62"/>
                  <a:pt x="97" y="62"/>
                  <a:pt x="97" y="62"/>
                </a:cubicBezTo>
                <a:cubicBezTo>
                  <a:pt x="86" y="62"/>
                  <a:pt x="86" y="62"/>
                  <a:pt x="86" y="62"/>
                </a:cubicBezTo>
                <a:cubicBezTo>
                  <a:pt x="86" y="57"/>
                  <a:pt x="86" y="57"/>
                  <a:pt x="86" y="57"/>
                </a:cubicBezTo>
                <a:cubicBezTo>
                  <a:pt x="96" y="40"/>
                  <a:pt x="96" y="40"/>
                  <a:pt x="96" y="40"/>
                </a:cubicBezTo>
                <a:cubicBezTo>
                  <a:pt x="101" y="40"/>
                  <a:pt x="101" y="40"/>
                  <a:pt x="101" y="40"/>
                </a:cubicBezTo>
                <a:cubicBezTo>
                  <a:pt x="101" y="58"/>
                  <a:pt x="101" y="58"/>
                  <a:pt x="101" y="58"/>
                </a:cubicBezTo>
                <a:cubicBezTo>
                  <a:pt x="104" y="58"/>
                  <a:pt x="104" y="58"/>
                  <a:pt x="104" y="58"/>
                </a:cubicBezTo>
                <a:lnTo>
                  <a:pt x="104" y="62"/>
                </a:lnTo>
                <a:close/>
                <a:moveTo>
                  <a:pt x="122" y="72"/>
                </a:moveTo>
                <a:cubicBezTo>
                  <a:pt x="114" y="72"/>
                  <a:pt x="114" y="72"/>
                  <a:pt x="114" y="72"/>
                </a:cubicBezTo>
                <a:cubicBezTo>
                  <a:pt x="113" y="72"/>
                  <a:pt x="112" y="71"/>
                  <a:pt x="112" y="70"/>
                </a:cubicBezTo>
                <a:cubicBezTo>
                  <a:pt x="112" y="69"/>
                  <a:pt x="113" y="68"/>
                  <a:pt x="114" y="68"/>
                </a:cubicBezTo>
                <a:cubicBezTo>
                  <a:pt x="122" y="68"/>
                  <a:pt x="122" y="68"/>
                  <a:pt x="122" y="68"/>
                </a:cubicBezTo>
                <a:cubicBezTo>
                  <a:pt x="123" y="68"/>
                  <a:pt x="124" y="69"/>
                  <a:pt x="124" y="70"/>
                </a:cubicBezTo>
                <a:cubicBezTo>
                  <a:pt x="124" y="71"/>
                  <a:pt x="123" y="72"/>
                  <a:pt x="122" y="7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7"/>
          <p:cNvSpPr/>
          <p:nvPr/>
        </p:nvSpPr>
        <p:spPr>
          <a:xfrm>
            <a:off x="1239409" y="3611951"/>
            <a:ext cx="324456" cy="277404"/>
          </a:xfrm>
          <a:custGeom>
            <a:rect b="b" l="l" r="r" t="t"/>
            <a:pathLst>
              <a:path extrusionOk="0" h="120" w="140">
                <a:moveTo>
                  <a:pt x="0" y="0"/>
                </a:moveTo>
                <a:cubicBezTo>
                  <a:pt x="7" y="0"/>
                  <a:pt x="7" y="0"/>
                  <a:pt x="7" y="0"/>
                </a:cubicBezTo>
                <a:cubicBezTo>
                  <a:pt x="7" y="113"/>
                  <a:pt x="7" y="113"/>
                  <a:pt x="7" y="113"/>
                </a:cubicBezTo>
                <a:cubicBezTo>
                  <a:pt x="0" y="113"/>
                  <a:pt x="0" y="113"/>
                  <a:pt x="0" y="113"/>
                </a:cubicBezTo>
                <a:lnTo>
                  <a:pt x="0" y="0"/>
                </a:lnTo>
                <a:close/>
                <a:moveTo>
                  <a:pt x="21" y="0"/>
                </a:moveTo>
                <a:cubicBezTo>
                  <a:pt x="15" y="0"/>
                  <a:pt x="15" y="0"/>
                  <a:pt x="15" y="0"/>
                </a:cubicBezTo>
                <a:cubicBezTo>
                  <a:pt x="15" y="99"/>
                  <a:pt x="15" y="99"/>
                  <a:pt x="15" y="99"/>
                </a:cubicBezTo>
                <a:cubicBezTo>
                  <a:pt x="21" y="99"/>
                  <a:pt x="21" y="99"/>
                  <a:pt x="21" y="99"/>
                </a:cubicBezTo>
                <a:lnTo>
                  <a:pt x="21" y="0"/>
                </a:lnTo>
                <a:close/>
                <a:moveTo>
                  <a:pt x="31" y="0"/>
                </a:moveTo>
                <a:cubicBezTo>
                  <a:pt x="27" y="0"/>
                  <a:pt x="27" y="0"/>
                  <a:pt x="27" y="0"/>
                </a:cubicBezTo>
                <a:cubicBezTo>
                  <a:pt x="27" y="99"/>
                  <a:pt x="27" y="99"/>
                  <a:pt x="27" y="99"/>
                </a:cubicBezTo>
                <a:cubicBezTo>
                  <a:pt x="31" y="99"/>
                  <a:pt x="31" y="99"/>
                  <a:pt x="31" y="99"/>
                </a:cubicBezTo>
                <a:lnTo>
                  <a:pt x="31" y="0"/>
                </a:lnTo>
                <a:close/>
                <a:moveTo>
                  <a:pt x="42" y="0"/>
                </a:moveTo>
                <a:cubicBezTo>
                  <a:pt x="37" y="0"/>
                  <a:pt x="37" y="0"/>
                  <a:pt x="37" y="0"/>
                </a:cubicBezTo>
                <a:cubicBezTo>
                  <a:pt x="37" y="99"/>
                  <a:pt x="37" y="99"/>
                  <a:pt x="37" y="99"/>
                </a:cubicBezTo>
                <a:cubicBezTo>
                  <a:pt x="42" y="99"/>
                  <a:pt x="42" y="99"/>
                  <a:pt x="42" y="99"/>
                </a:cubicBezTo>
                <a:lnTo>
                  <a:pt x="42" y="0"/>
                </a:lnTo>
                <a:close/>
                <a:moveTo>
                  <a:pt x="67" y="0"/>
                </a:moveTo>
                <a:cubicBezTo>
                  <a:pt x="61" y="0"/>
                  <a:pt x="61" y="0"/>
                  <a:pt x="61" y="0"/>
                </a:cubicBezTo>
                <a:cubicBezTo>
                  <a:pt x="61" y="99"/>
                  <a:pt x="61" y="99"/>
                  <a:pt x="61" y="99"/>
                </a:cubicBezTo>
                <a:cubicBezTo>
                  <a:pt x="67" y="99"/>
                  <a:pt x="67" y="99"/>
                  <a:pt x="67" y="99"/>
                </a:cubicBezTo>
                <a:lnTo>
                  <a:pt x="67" y="0"/>
                </a:lnTo>
                <a:close/>
                <a:moveTo>
                  <a:pt x="77" y="0"/>
                </a:moveTo>
                <a:cubicBezTo>
                  <a:pt x="73" y="0"/>
                  <a:pt x="73" y="0"/>
                  <a:pt x="73" y="0"/>
                </a:cubicBezTo>
                <a:cubicBezTo>
                  <a:pt x="73" y="99"/>
                  <a:pt x="73" y="99"/>
                  <a:pt x="73" y="99"/>
                </a:cubicBezTo>
                <a:cubicBezTo>
                  <a:pt x="77" y="99"/>
                  <a:pt x="77" y="99"/>
                  <a:pt x="77" y="99"/>
                </a:cubicBezTo>
                <a:lnTo>
                  <a:pt x="77" y="0"/>
                </a:lnTo>
                <a:close/>
                <a:moveTo>
                  <a:pt x="88" y="99"/>
                </a:moveTo>
                <a:cubicBezTo>
                  <a:pt x="97" y="99"/>
                  <a:pt x="97" y="99"/>
                  <a:pt x="97" y="99"/>
                </a:cubicBezTo>
                <a:cubicBezTo>
                  <a:pt x="97" y="0"/>
                  <a:pt x="97" y="0"/>
                  <a:pt x="97" y="0"/>
                </a:cubicBezTo>
                <a:cubicBezTo>
                  <a:pt x="88" y="0"/>
                  <a:pt x="88" y="0"/>
                  <a:pt x="88" y="0"/>
                </a:cubicBezTo>
                <a:lnTo>
                  <a:pt x="88" y="99"/>
                </a:lnTo>
                <a:close/>
                <a:moveTo>
                  <a:pt x="107" y="0"/>
                </a:moveTo>
                <a:cubicBezTo>
                  <a:pt x="105" y="0"/>
                  <a:pt x="105" y="0"/>
                  <a:pt x="105" y="0"/>
                </a:cubicBezTo>
                <a:cubicBezTo>
                  <a:pt x="105" y="99"/>
                  <a:pt x="105" y="99"/>
                  <a:pt x="105" y="99"/>
                </a:cubicBezTo>
                <a:cubicBezTo>
                  <a:pt x="107" y="99"/>
                  <a:pt x="107" y="99"/>
                  <a:pt x="107" y="99"/>
                </a:cubicBezTo>
                <a:lnTo>
                  <a:pt x="107" y="0"/>
                </a:lnTo>
                <a:close/>
                <a:moveTo>
                  <a:pt x="119" y="0"/>
                </a:moveTo>
                <a:cubicBezTo>
                  <a:pt x="112" y="0"/>
                  <a:pt x="112" y="0"/>
                  <a:pt x="112" y="0"/>
                </a:cubicBezTo>
                <a:cubicBezTo>
                  <a:pt x="112" y="99"/>
                  <a:pt x="112" y="99"/>
                  <a:pt x="112" y="99"/>
                </a:cubicBezTo>
                <a:cubicBezTo>
                  <a:pt x="119" y="99"/>
                  <a:pt x="119" y="99"/>
                  <a:pt x="119" y="99"/>
                </a:cubicBezTo>
                <a:lnTo>
                  <a:pt x="119" y="0"/>
                </a:lnTo>
                <a:close/>
                <a:moveTo>
                  <a:pt x="124" y="99"/>
                </a:moveTo>
                <a:cubicBezTo>
                  <a:pt x="128" y="99"/>
                  <a:pt x="128" y="99"/>
                  <a:pt x="128" y="99"/>
                </a:cubicBezTo>
                <a:cubicBezTo>
                  <a:pt x="128" y="0"/>
                  <a:pt x="128" y="0"/>
                  <a:pt x="128" y="0"/>
                </a:cubicBezTo>
                <a:cubicBezTo>
                  <a:pt x="124" y="0"/>
                  <a:pt x="124" y="0"/>
                  <a:pt x="124" y="0"/>
                </a:cubicBezTo>
                <a:lnTo>
                  <a:pt x="124" y="99"/>
                </a:lnTo>
                <a:close/>
                <a:moveTo>
                  <a:pt x="135" y="0"/>
                </a:moveTo>
                <a:cubicBezTo>
                  <a:pt x="135" y="113"/>
                  <a:pt x="135" y="113"/>
                  <a:pt x="135" y="113"/>
                </a:cubicBezTo>
                <a:cubicBezTo>
                  <a:pt x="140" y="113"/>
                  <a:pt x="140" y="113"/>
                  <a:pt x="140" y="113"/>
                </a:cubicBezTo>
                <a:cubicBezTo>
                  <a:pt x="140" y="0"/>
                  <a:pt x="140" y="0"/>
                  <a:pt x="140" y="0"/>
                </a:cubicBezTo>
                <a:lnTo>
                  <a:pt x="135" y="0"/>
                </a:lnTo>
                <a:close/>
                <a:moveTo>
                  <a:pt x="51" y="0"/>
                </a:moveTo>
                <a:cubicBezTo>
                  <a:pt x="49" y="0"/>
                  <a:pt x="49" y="0"/>
                  <a:pt x="49" y="0"/>
                </a:cubicBezTo>
                <a:cubicBezTo>
                  <a:pt x="49" y="99"/>
                  <a:pt x="49" y="99"/>
                  <a:pt x="49" y="99"/>
                </a:cubicBezTo>
                <a:cubicBezTo>
                  <a:pt x="51" y="99"/>
                  <a:pt x="51" y="99"/>
                  <a:pt x="51" y="99"/>
                </a:cubicBezTo>
                <a:lnTo>
                  <a:pt x="51" y="0"/>
                </a:lnTo>
                <a:close/>
                <a:moveTo>
                  <a:pt x="28" y="113"/>
                </a:moveTo>
                <a:cubicBezTo>
                  <a:pt x="28" y="113"/>
                  <a:pt x="28" y="114"/>
                  <a:pt x="28" y="115"/>
                </a:cubicBezTo>
                <a:cubicBezTo>
                  <a:pt x="28" y="116"/>
                  <a:pt x="28" y="117"/>
                  <a:pt x="28" y="117"/>
                </a:cubicBezTo>
                <a:cubicBezTo>
                  <a:pt x="28" y="118"/>
                  <a:pt x="28" y="118"/>
                  <a:pt x="28" y="118"/>
                </a:cubicBezTo>
                <a:cubicBezTo>
                  <a:pt x="27" y="118"/>
                  <a:pt x="27" y="119"/>
                  <a:pt x="26" y="119"/>
                </a:cubicBezTo>
                <a:cubicBezTo>
                  <a:pt x="26" y="119"/>
                  <a:pt x="25" y="119"/>
                  <a:pt x="25" y="119"/>
                </a:cubicBezTo>
                <a:cubicBezTo>
                  <a:pt x="24" y="120"/>
                  <a:pt x="23" y="120"/>
                  <a:pt x="22" y="120"/>
                </a:cubicBezTo>
                <a:cubicBezTo>
                  <a:pt x="14" y="120"/>
                  <a:pt x="14" y="120"/>
                  <a:pt x="14" y="120"/>
                </a:cubicBezTo>
                <a:cubicBezTo>
                  <a:pt x="14" y="118"/>
                  <a:pt x="14" y="118"/>
                  <a:pt x="14" y="118"/>
                </a:cubicBezTo>
                <a:cubicBezTo>
                  <a:pt x="14" y="104"/>
                  <a:pt x="14" y="104"/>
                  <a:pt x="14" y="104"/>
                </a:cubicBezTo>
                <a:cubicBezTo>
                  <a:pt x="23" y="104"/>
                  <a:pt x="23" y="104"/>
                  <a:pt x="23" y="104"/>
                </a:cubicBezTo>
                <a:cubicBezTo>
                  <a:pt x="25" y="104"/>
                  <a:pt x="26" y="105"/>
                  <a:pt x="27" y="105"/>
                </a:cubicBezTo>
                <a:cubicBezTo>
                  <a:pt x="27" y="106"/>
                  <a:pt x="28" y="107"/>
                  <a:pt x="28" y="108"/>
                </a:cubicBezTo>
                <a:cubicBezTo>
                  <a:pt x="28" y="109"/>
                  <a:pt x="27" y="110"/>
                  <a:pt x="27" y="110"/>
                </a:cubicBezTo>
                <a:cubicBezTo>
                  <a:pt x="27" y="111"/>
                  <a:pt x="26" y="111"/>
                  <a:pt x="25" y="111"/>
                </a:cubicBezTo>
                <a:cubicBezTo>
                  <a:pt x="26" y="112"/>
                  <a:pt x="27" y="112"/>
                  <a:pt x="28" y="113"/>
                </a:cubicBezTo>
                <a:close/>
                <a:moveTo>
                  <a:pt x="19" y="110"/>
                </a:moveTo>
                <a:cubicBezTo>
                  <a:pt x="21" y="110"/>
                  <a:pt x="21" y="110"/>
                  <a:pt x="21" y="110"/>
                </a:cubicBezTo>
                <a:cubicBezTo>
                  <a:pt x="22" y="110"/>
                  <a:pt x="22" y="110"/>
                  <a:pt x="23" y="110"/>
                </a:cubicBezTo>
                <a:cubicBezTo>
                  <a:pt x="23" y="110"/>
                  <a:pt x="23" y="109"/>
                  <a:pt x="23" y="109"/>
                </a:cubicBezTo>
                <a:cubicBezTo>
                  <a:pt x="23" y="108"/>
                  <a:pt x="23" y="108"/>
                  <a:pt x="23" y="108"/>
                </a:cubicBezTo>
                <a:cubicBezTo>
                  <a:pt x="22" y="107"/>
                  <a:pt x="22" y="107"/>
                  <a:pt x="21" y="107"/>
                </a:cubicBezTo>
                <a:cubicBezTo>
                  <a:pt x="19" y="107"/>
                  <a:pt x="19" y="107"/>
                  <a:pt x="19" y="107"/>
                </a:cubicBezTo>
                <a:lnTo>
                  <a:pt x="19" y="110"/>
                </a:lnTo>
                <a:close/>
                <a:moveTo>
                  <a:pt x="24" y="115"/>
                </a:moveTo>
                <a:cubicBezTo>
                  <a:pt x="24" y="114"/>
                  <a:pt x="24" y="114"/>
                  <a:pt x="23" y="114"/>
                </a:cubicBezTo>
                <a:cubicBezTo>
                  <a:pt x="23" y="113"/>
                  <a:pt x="22" y="113"/>
                  <a:pt x="21" y="113"/>
                </a:cubicBezTo>
                <a:cubicBezTo>
                  <a:pt x="19" y="113"/>
                  <a:pt x="19" y="113"/>
                  <a:pt x="19" y="113"/>
                </a:cubicBezTo>
                <a:cubicBezTo>
                  <a:pt x="19" y="116"/>
                  <a:pt x="19" y="116"/>
                  <a:pt x="19" y="116"/>
                </a:cubicBezTo>
                <a:cubicBezTo>
                  <a:pt x="21" y="116"/>
                  <a:pt x="21" y="116"/>
                  <a:pt x="21" y="116"/>
                </a:cubicBezTo>
                <a:cubicBezTo>
                  <a:pt x="22" y="116"/>
                  <a:pt x="23" y="116"/>
                  <a:pt x="23" y="116"/>
                </a:cubicBezTo>
                <a:cubicBezTo>
                  <a:pt x="24" y="116"/>
                  <a:pt x="24" y="115"/>
                  <a:pt x="24" y="115"/>
                </a:cubicBezTo>
                <a:close/>
                <a:moveTo>
                  <a:pt x="45" y="118"/>
                </a:moveTo>
                <a:cubicBezTo>
                  <a:pt x="46" y="120"/>
                  <a:pt x="46" y="120"/>
                  <a:pt x="46" y="120"/>
                </a:cubicBezTo>
                <a:cubicBezTo>
                  <a:pt x="41" y="120"/>
                  <a:pt x="41" y="120"/>
                  <a:pt x="41" y="120"/>
                </a:cubicBezTo>
                <a:cubicBezTo>
                  <a:pt x="40" y="118"/>
                  <a:pt x="40" y="118"/>
                  <a:pt x="40" y="118"/>
                </a:cubicBezTo>
                <a:cubicBezTo>
                  <a:pt x="40" y="117"/>
                  <a:pt x="40" y="117"/>
                  <a:pt x="40" y="117"/>
                </a:cubicBezTo>
                <a:cubicBezTo>
                  <a:pt x="35" y="117"/>
                  <a:pt x="35" y="117"/>
                  <a:pt x="35" y="117"/>
                </a:cubicBezTo>
                <a:cubicBezTo>
                  <a:pt x="34" y="118"/>
                  <a:pt x="34" y="118"/>
                  <a:pt x="34" y="118"/>
                </a:cubicBezTo>
                <a:cubicBezTo>
                  <a:pt x="34" y="120"/>
                  <a:pt x="34" y="120"/>
                  <a:pt x="34" y="120"/>
                </a:cubicBezTo>
                <a:cubicBezTo>
                  <a:pt x="29" y="120"/>
                  <a:pt x="29" y="120"/>
                  <a:pt x="29" y="120"/>
                </a:cubicBezTo>
                <a:cubicBezTo>
                  <a:pt x="30" y="118"/>
                  <a:pt x="30" y="118"/>
                  <a:pt x="30" y="118"/>
                </a:cubicBezTo>
                <a:cubicBezTo>
                  <a:pt x="35" y="104"/>
                  <a:pt x="35" y="104"/>
                  <a:pt x="35" y="104"/>
                </a:cubicBezTo>
                <a:cubicBezTo>
                  <a:pt x="40" y="104"/>
                  <a:pt x="40" y="104"/>
                  <a:pt x="40" y="104"/>
                </a:cubicBezTo>
                <a:lnTo>
                  <a:pt x="45" y="118"/>
                </a:lnTo>
                <a:close/>
                <a:moveTo>
                  <a:pt x="39" y="114"/>
                </a:moveTo>
                <a:cubicBezTo>
                  <a:pt x="37" y="108"/>
                  <a:pt x="37" y="108"/>
                  <a:pt x="37" y="108"/>
                </a:cubicBezTo>
                <a:cubicBezTo>
                  <a:pt x="36" y="114"/>
                  <a:pt x="36" y="114"/>
                  <a:pt x="36" y="114"/>
                </a:cubicBezTo>
                <a:lnTo>
                  <a:pt x="39" y="114"/>
                </a:lnTo>
                <a:close/>
                <a:moveTo>
                  <a:pt x="62" y="118"/>
                </a:moveTo>
                <a:cubicBezTo>
                  <a:pt x="62" y="120"/>
                  <a:pt x="62" y="120"/>
                  <a:pt x="62" y="120"/>
                </a:cubicBezTo>
                <a:cubicBezTo>
                  <a:pt x="57" y="120"/>
                  <a:pt x="57" y="120"/>
                  <a:pt x="57" y="120"/>
                </a:cubicBezTo>
                <a:cubicBezTo>
                  <a:pt x="56" y="118"/>
                  <a:pt x="56" y="118"/>
                  <a:pt x="56" y="118"/>
                </a:cubicBezTo>
                <a:cubicBezTo>
                  <a:pt x="55" y="115"/>
                  <a:pt x="55" y="115"/>
                  <a:pt x="55" y="115"/>
                </a:cubicBezTo>
                <a:cubicBezTo>
                  <a:pt x="54" y="114"/>
                  <a:pt x="54" y="114"/>
                  <a:pt x="54" y="114"/>
                </a:cubicBezTo>
                <a:cubicBezTo>
                  <a:pt x="53" y="114"/>
                  <a:pt x="53" y="113"/>
                  <a:pt x="53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52" y="118"/>
                  <a:pt x="52" y="118"/>
                  <a:pt x="52" y="118"/>
                </a:cubicBezTo>
                <a:cubicBezTo>
                  <a:pt x="52" y="120"/>
                  <a:pt x="52" y="120"/>
                  <a:pt x="52" y="120"/>
                </a:cubicBezTo>
                <a:cubicBezTo>
                  <a:pt x="47" y="120"/>
                  <a:pt x="47" y="120"/>
                  <a:pt x="47" y="120"/>
                </a:cubicBezTo>
                <a:cubicBezTo>
                  <a:pt x="47" y="118"/>
                  <a:pt x="47" y="118"/>
                  <a:pt x="47" y="118"/>
                </a:cubicBezTo>
                <a:cubicBezTo>
                  <a:pt x="47" y="104"/>
                  <a:pt x="47" y="104"/>
                  <a:pt x="47" y="104"/>
                </a:cubicBezTo>
                <a:cubicBezTo>
                  <a:pt x="55" y="104"/>
                  <a:pt x="55" y="104"/>
                  <a:pt x="55" y="104"/>
                </a:cubicBezTo>
                <a:cubicBezTo>
                  <a:pt x="57" y="104"/>
                  <a:pt x="58" y="104"/>
                  <a:pt x="59" y="105"/>
                </a:cubicBezTo>
                <a:cubicBezTo>
                  <a:pt x="59" y="105"/>
                  <a:pt x="60" y="105"/>
                  <a:pt x="61" y="106"/>
                </a:cubicBezTo>
                <a:cubicBezTo>
                  <a:pt x="61" y="107"/>
                  <a:pt x="61" y="108"/>
                  <a:pt x="61" y="109"/>
                </a:cubicBezTo>
                <a:cubicBezTo>
                  <a:pt x="61" y="109"/>
                  <a:pt x="61" y="110"/>
                  <a:pt x="61" y="111"/>
                </a:cubicBezTo>
                <a:cubicBezTo>
                  <a:pt x="60" y="111"/>
                  <a:pt x="60" y="112"/>
                  <a:pt x="59" y="112"/>
                </a:cubicBezTo>
                <a:cubicBezTo>
                  <a:pt x="59" y="112"/>
                  <a:pt x="58" y="113"/>
                  <a:pt x="57" y="113"/>
                </a:cubicBezTo>
                <a:cubicBezTo>
                  <a:pt x="58" y="113"/>
                  <a:pt x="58" y="113"/>
                  <a:pt x="59" y="113"/>
                </a:cubicBezTo>
                <a:cubicBezTo>
                  <a:pt x="59" y="114"/>
                  <a:pt x="59" y="114"/>
                  <a:pt x="59" y="114"/>
                </a:cubicBezTo>
                <a:cubicBezTo>
                  <a:pt x="60" y="115"/>
                  <a:pt x="60" y="115"/>
                  <a:pt x="60" y="115"/>
                </a:cubicBezTo>
                <a:lnTo>
                  <a:pt x="62" y="118"/>
                </a:lnTo>
                <a:close/>
                <a:moveTo>
                  <a:pt x="56" y="109"/>
                </a:moveTo>
                <a:cubicBezTo>
                  <a:pt x="56" y="108"/>
                  <a:pt x="56" y="108"/>
                  <a:pt x="56" y="108"/>
                </a:cubicBezTo>
                <a:cubicBezTo>
                  <a:pt x="56" y="108"/>
                  <a:pt x="55" y="107"/>
                  <a:pt x="54" y="107"/>
                </a:cubicBezTo>
                <a:cubicBezTo>
                  <a:pt x="52" y="107"/>
                  <a:pt x="52" y="107"/>
                  <a:pt x="52" y="107"/>
                </a:cubicBezTo>
                <a:cubicBezTo>
                  <a:pt x="52" y="110"/>
                  <a:pt x="52" y="110"/>
                  <a:pt x="52" y="110"/>
                </a:cubicBezTo>
                <a:cubicBezTo>
                  <a:pt x="54" y="110"/>
                  <a:pt x="54" y="110"/>
                  <a:pt x="54" y="110"/>
                </a:cubicBezTo>
                <a:cubicBezTo>
                  <a:pt x="54" y="110"/>
                  <a:pt x="55" y="110"/>
                  <a:pt x="55" y="110"/>
                </a:cubicBezTo>
                <a:cubicBezTo>
                  <a:pt x="56" y="110"/>
                  <a:pt x="56" y="110"/>
                  <a:pt x="56" y="110"/>
                </a:cubicBezTo>
                <a:cubicBezTo>
                  <a:pt x="56" y="110"/>
                  <a:pt x="56" y="109"/>
                  <a:pt x="56" y="109"/>
                </a:cubicBezTo>
                <a:close/>
                <a:moveTo>
                  <a:pt x="73" y="116"/>
                </a:moveTo>
                <a:cubicBezTo>
                  <a:pt x="72" y="116"/>
                  <a:pt x="72" y="116"/>
                  <a:pt x="71" y="116"/>
                </a:cubicBezTo>
                <a:cubicBezTo>
                  <a:pt x="70" y="116"/>
                  <a:pt x="69" y="116"/>
                  <a:pt x="69" y="115"/>
                </a:cubicBezTo>
                <a:cubicBezTo>
                  <a:pt x="68" y="115"/>
                  <a:pt x="68" y="114"/>
                  <a:pt x="68" y="112"/>
                </a:cubicBezTo>
                <a:cubicBezTo>
                  <a:pt x="68" y="111"/>
                  <a:pt x="68" y="109"/>
                  <a:pt x="68" y="109"/>
                </a:cubicBezTo>
                <a:cubicBezTo>
                  <a:pt x="69" y="108"/>
                  <a:pt x="70" y="108"/>
                  <a:pt x="71" y="108"/>
                </a:cubicBezTo>
                <a:cubicBezTo>
                  <a:pt x="71" y="108"/>
                  <a:pt x="72" y="108"/>
                  <a:pt x="72" y="108"/>
                </a:cubicBezTo>
                <a:cubicBezTo>
                  <a:pt x="73" y="108"/>
                  <a:pt x="73" y="108"/>
                  <a:pt x="73" y="109"/>
                </a:cubicBezTo>
                <a:cubicBezTo>
                  <a:pt x="73" y="109"/>
                  <a:pt x="74" y="109"/>
                  <a:pt x="74" y="110"/>
                </a:cubicBezTo>
                <a:cubicBezTo>
                  <a:pt x="78" y="109"/>
                  <a:pt x="78" y="109"/>
                  <a:pt x="78" y="109"/>
                </a:cubicBezTo>
                <a:cubicBezTo>
                  <a:pt x="77" y="107"/>
                  <a:pt x="77" y="106"/>
                  <a:pt x="75" y="105"/>
                </a:cubicBezTo>
                <a:cubicBezTo>
                  <a:pt x="74" y="104"/>
                  <a:pt x="73" y="104"/>
                  <a:pt x="71" y="104"/>
                </a:cubicBezTo>
                <a:cubicBezTo>
                  <a:pt x="68" y="104"/>
                  <a:pt x="66" y="105"/>
                  <a:pt x="65" y="106"/>
                </a:cubicBezTo>
                <a:cubicBezTo>
                  <a:pt x="64" y="107"/>
                  <a:pt x="63" y="109"/>
                  <a:pt x="63" y="112"/>
                </a:cubicBezTo>
                <a:cubicBezTo>
                  <a:pt x="63" y="114"/>
                  <a:pt x="63" y="115"/>
                  <a:pt x="64" y="117"/>
                </a:cubicBezTo>
                <a:cubicBezTo>
                  <a:pt x="64" y="117"/>
                  <a:pt x="65" y="117"/>
                  <a:pt x="65" y="118"/>
                </a:cubicBezTo>
                <a:cubicBezTo>
                  <a:pt x="66" y="118"/>
                  <a:pt x="66" y="119"/>
                  <a:pt x="67" y="119"/>
                </a:cubicBezTo>
                <a:cubicBezTo>
                  <a:pt x="68" y="120"/>
                  <a:pt x="69" y="120"/>
                  <a:pt x="71" y="120"/>
                </a:cubicBezTo>
                <a:cubicBezTo>
                  <a:pt x="72" y="120"/>
                  <a:pt x="74" y="120"/>
                  <a:pt x="74" y="119"/>
                </a:cubicBezTo>
                <a:cubicBezTo>
                  <a:pt x="75" y="119"/>
                  <a:pt x="76" y="118"/>
                  <a:pt x="76" y="118"/>
                </a:cubicBezTo>
                <a:cubicBezTo>
                  <a:pt x="77" y="118"/>
                  <a:pt x="77" y="118"/>
                  <a:pt x="77" y="118"/>
                </a:cubicBezTo>
                <a:cubicBezTo>
                  <a:pt x="77" y="117"/>
                  <a:pt x="78" y="116"/>
                  <a:pt x="78" y="115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74" y="114"/>
                  <a:pt x="73" y="115"/>
                  <a:pt x="73" y="116"/>
                </a:cubicBezTo>
                <a:close/>
                <a:moveTo>
                  <a:pt x="94" y="106"/>
                </a:moveTo>
                <a:cubicBezTo>
                  <a:pt x="95" y="107"/>
                  <a:pt x="96" y="109"/>
                  <a:pt x="96" y="112"/>
                </a:cubicBezTo>
                <a:cubicBezTo>
                  <a:pt x="96" y="114"/>
                  <a:pt x="95" y="115"/>
                  <a:pt x="95" y="116"/>
                </a:cubicBezTo>
                <a:cubicBezTo>
                  <a:pt x="94" y="117"/>
                  <a:pt x="94" y="117"/>
                  <a:pt x="94" y="118"/>
                </a:cubicBezTo>
                <a:cubicBezTo>
                  <a:pt x="93" y="118"/>
                  <a:pt x="93" y="119"/>
                  <a:pt x="92" y="119"/>
                </a:cubicBezTo>
                <a:cubicBezTo>
                  <a:pt x="91" y="120"/>
                  <a:pt x="90" y="120"/>
                  <a:pt x="88" y="120"/>
                </a:cubicBezTo>
                <a:cubicBezTo>
                  <a:pt x="86" y="120"/>
                  <a:pt x="85" y="120"/>
                  <a:pt x="84" y="119"/>
                </a:cubicBezTo>
                <a:cubicBezTo>
                  <a:pt x="83" y="119"/>
                  <a:pt x="82" y="118"/>
                  <a:pt x="82" y="118"/>
                </a:cubicBezTo>
                <a:cubicBezTo>
                  <a:pt x="81" y="117"/>
                  <a:pt x="81" y="117"/>
                  <a:pt x="81" y="116"/>
                </a:cubicBezTo>
                <a:cubicBezTo>
                  <a:pt x="80" y="115"/>
                  <a:pt x="80" y="114"/>
                  <a:pt x="80" y="112"/>
                </a:cubicBezTo>
                <a:cubicBezTo>
                  <a:pt x="80" y="109"/>
                  <a:pt x="80" y="107"/>
                  <a:pt x="82" y="106"/>
                </a:cubicBezTo>
                <a:cubicBezTo>
                  <a:pt x="83" y="105"/>
                  <a:pt x="85" y="104"/>
                  <a:pt x="88" y="104"/>
                </a:cubicBezTo>
                <a:cubicBezTo>
                  <a:pt x="90" y="104"/>
                  <a:pt x="92" y="105"/>
                  <a:pt x="94" y="106"/>
                </a:cubicBezTo>
                <a:close/>
                <a:moveTo>
                  <a:pt x="91" y="112"/>
                </a:moveTo>
                <a:cubicBezTo>
                  <a:pt x="91" y="110"/>
                  <a:pt x="91" y="109"/>
                  <a:pt x="90" y="109"/>
                </a:cubicBezTo>
                <a:cubicBezTo>
                  <a:pt x="89" y="108"/>
                  <a:pt x="89" y="108"/>
                  <a:pt x="88" y="108"/>
                </a:cubicBezTo>
                <a:cubicBezTo>
                  <a:pt x="87" y="108"/>
                  <a:pt x="86" y="108"/>
                  <a:pt x="85" y="109"/>
                </a:cubicBezTo>
                <a:cubicBezTo>
                  <a:pt x="85" y="109"/>
                  <a:pt x="84" y="110"/>
                  <a:pt x="84" y="112"/>
                </a:cubicBezTo>
                <a:cubicBezTo>
                  <a:pt x="84" y="114"/>
                  <a:pt x="85" y="115"/>
                  <a:pt x="85" y="115"/>
                </a:cubicBezTo>
                <a:cubicBezTo>
                  <a:pt x="86" y="116"/>
                  <a:pt x="87" y="116"/>
                  <a:pt x="88" y="116"/>
                </a:cubicBezTo>
                <a:cubicBezTo>
                  <a:pt x="89" y="116"/>
                  <a:pt x="89" y="116"/>
                  <a:pt x="90" y="115"/>
                </a:cubicBezTo>
                <a:cubicBezTo>
                  <a:pt x="91" y="115"/>
                  <a:pt x="91" y="113"/>
                  <a:pt x="91" y="112"/>
                </a:cubicBezTo>
                <a:close/>
                <a:moveTo>
                  <a:pt x="112" y="109"/>
                </a:moveTo>
                <a:cubicBezTo>
                  <a:pt x="112" y="110"/>
                  <a:pt x="112" y="111"/>
                  <a:pt x="112" y="112"/>
                </a:cubicBezTo>
                <a:cubicBezTo>
                  <a:pt x="112" y="114"/>
                  <a:pt x="112" y="115"/>
                  <a:pt x="112" y="116"/>
                </a:cubicBezTo>
                <a:cubicBezTo>
                  <a:pt x="112" y="117"/>
                  <a:pt x="111" y="117"/>
                  <a:pt x="110" y="118"/>
                </a:cubicBezTo>
                <a:cubicBezTo>
                  <a:pt x="110" y="118"/>
                  <a:pt x="110" y="118"/>
                  <a:pt x="110" y="118"/>
                </a:cubicBezTo>
                <a:cubicBezTo>
                  <a:pt x="110" y="119"/>
                  <a:pt x="109" y="119"/>
                  <a:pt x="108" y="119"/>
                </a:cubicBezTo>
                <a:cubicBezTo>
                  <a:pt x="107" y="119"/>
                  <a:pt x="106" y="120"/>
                  <a:pt x="105" y="120"/>
                </a:cubicBezTo>
                <a:cubicBezTo>
                  <a:pt x="98" y="120"/>
                  <a:pt x="98" y="120"/>
                  <a:pt x="98" y="120"/>
                </a:cubicBezTo>
                <a:cubicBezTo>
                  <a:pt x="98" y="118"/>
                  <a:pt x="98" y="118"/>
                  <a:pt x="98" y="118"/>
                </a:cubicBezTo>
                <a:cubicBezTo>
                  <a:pt x="98" y="104"/>
                  <a:pt x="98" y="104"/>
                  <a:pt x="98" y="104"/>
                </a:cubicBezTo>
                <a:cubicBezTo>
                  <a:pt x="105" y="104"/>
                  <a:pt x="105" y="104"/>
                  <a:pt x="105" y="104"/>
                </a:cubicBezTo>
                <a:cubicBezTo>
                  <a:pt x="107" y="104"/>
                  <a:pt x="108" y="104"/>
                  <a:pt x="109" y="105"/>
                </a:cubicBezTo>
                <a:cubicBezTo>
                  <a:pt x="110" y="105"/>
                  <a:pt x="110" y="106"/>
                  <a:pt x="111" y="106"/>
                </a:cubicBezTo>
                <a:cubicBezTo>
                  <a:pt x="111" y="107"/>
                  <a:pt x="112" y="108"/>
                  <a:pt x="112" y="109"/>
                </a:cubicBezTo>
                <a:close/>
                <a:moveTo>
                  <a:pt x="108" y="112"/>
                </a:moveTo>
                <a:cubicBezTo>
                  <a:pt x="108" y="110"/>
                  <a:pt x="107" y="109"/>
                  <a:pt x="107" y="109"/>
                </a:cubicBezTo>
                <a:cubicBezTo>
                  <a:pt x="106" y="108"/>
                  <a:pt x="105" y="108"/>
                  <a:pt x="104" y="108"/>
                </a:cubicBezTo>
                <a:cubicBezTo>
                  <a:pt x="103" y="108"/>
                  <a:pt x="103" y="108"/>
                  <a:pt x="103" y="108"/>
                </a:cubicBezTo>
                <a:cubicBezTo>
                  <a:pt x="103" y="116"/>
                  <a:pt x="103" y="116"/>
                  <a:pt x="103" y="116"/>
                </a:cubicBezTo>
                <a:cubicBezTo>
                  <a:pt x="104" y="116"/>
                  <a:pt x="104" y="116"/>
                  <a:pt x="104" y="116"/>
                </a:cubicBezTo>
                <a:cubicBezTo>
                  <a:pt x="105" y="116"/>
                  <a:pt x="106" y="116"/>
                  <a:pt x="106" y="116"/>
                </a:cubicBezTo>
                <a:cubicBezTo>
                  <a:pt x="107" y="116"/>
                  <a:pt x="107" y="115"/>
                  <a:pt x="107" y="115"/>
                </a:cubicBezTo>
                <a:cubicBezTo>
                  <a:pt x="108" y="114"/>
                  <a:pt x="108" y="113"/>
                  <a:pt x="108" y="112"/>
                </a:cubicBezTo>
                <a:close/>
                <a:moveTo>
                  <a:pt x="120" y="113"/>
                </a:moveTo>
                <a:cubicBezTo>
                  <a:pt x="127" y="113"/>
                  <a:pt x="127" y="113"/>
                  <a:pt x="127" y="113"/>
                </a:cubicBezTo>
                <a:cubicBezTo>
                  <a:pt x="127" y="110"/>
                  <a:pt x="127" y="110"/>
                  <a:pt x="127" y="110"/>
                </a:cubicBezTo>
                <a:cubicBezTo>
                  <a:pt x="120" y="110"/>
                  <a:pt x="120" y="110"/>
                  <a:pt x="120" y="110"/>
                </a:cubicBezTo>
                <a:cubicBezTo>
                  <a:pt x="120" y="108"/>
                  <a:pt x="120" y="108"/>
                  <a:pt x="120" y="108"/>
                </a:cubicBezTo>
                <a:cubicBezTo>
                  <a:pt x="128" y="108"/>
                  <a:pt x="128" y="108"/>
                  <a:pt x="128" y="108"/>
                </a:cubicBezTo>
                <a:cubicBezTo>
                  <a:pt x="128" y="104"/>
                  <a:pt x="128" y="104"/>
                  <a:pt x="128" y="104"/>
                </a:cubicBezTo>
                <a:cubicBezTo>
                  <a:pt x="115" y="104"/>
                  <a:pt x="115" y="104"/>
                  <a:pt x="115" y="104"/>
                </a:cubicBezTo>
                <a:cubicBezTo>
                  <a:pt x="115" y="118"/>
                  <a:pt x="115" y="118"/>
                  <a:pt x="115" y="118"/>
                </a:cubicBezTo>
                <a:cubicBezTo>
                  <a:pt x="115" y="120"/>
                  <a:pt x="115" y="120"/>
                  <a:pt x="115" y="120"/>
                </a:cubicBezTo>
                <a:cubicBezTo>
                  <a:pt x="128" y="120"/>
                  <a:pt x="128" y="120"/>
                  <a:pt x="128" y="120"/>
                </a:cubicBezTo>
                <a:cubicBezTo>
                  <a:pt x="128" y="118"/>
                  <a:pt x="128" y="118"/>
                  <a:pt x="128" y="118"/>
                </a:cubicBezTo>
                <a:cubicBezTo>
                  <a:pt x="128" y="116"/>
                  <a:pt x="128" y="116"/>
                  <a:pt x="128" y="116"/>
                </a:cubicBezTo>
                <a:cubicBezTo>
                  <a:pt x="120" y="116"/>
                  <a:pt x="120" y="116"/>
                  <a:pt x="120" y="116"/>
                </a:cubicBezTo>
                <a:lnTo>
                  <a:pt x="120" y="11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7"/>
          <p:cNvSpPr/>
          <p:nvPr/>
        </p:nvSpPr>
        <p:spPr>
          <a:xfrm>
            <a:off x="10652288" y="4840819"/>
            <a:ext cx="307790" cy="326414"/>
          </a:xfrm>
          <a:custGeom>
            <a:rect b="b" l="l" r="r" t="t"/>
            <a:pathLst>
              <a:path extrusionOk="0" h="141" w="133">
                <a:moveTo>
                  <a:pt x="70" y="114"/>
                </a:moveTo>
                <a:cubicBezTo>
                  <a:pt x="70" y="114"/>
                  <a:pt x="70" y="114"/>
                  <a:pt x="71" y="114"/>
                </a:cubicBezTo>
                <a:cubicBezTo>
                  <a:pt x="70" y="113"/>
                  <a:pt x="70" y="113"/>
                  <a:pt x="70" y="113"/>
                </a:cubicBezTo>
                <a:cubicBezTo>
                  <a:pt x="13" y="113"/>
                  <a:pt x="13" y="113"/>
                  <a:pt x="13" y="113"/>
                </a:cubicBezTo>
                <a:cubicBezTo>
                  <a:pt x="11" y="113"/>
                  <a:pt x="9" y="111"/>
                  <a:pt x="9" y="109"/>
                </a:cubicBezTo>
                <a:cubicBezTo>
                  <a:pt x="9" y="15"/>
                  <a:pt x="9" y="15"/>
                  <a:pt x="9" y="15"/>
                </a:cubicBezTo>
                <a:cubicBezTo>
                  <a:pt x="9" y="13"/>
                  <a:pt x="11" y="11"/>
                  <a:pt x="13" y="11"/>
                </a:cubicBezTo>
                <a:cubicBezTo>
                  <a:pt x="78" y="11"/>
                  <a:pt x="78" y="11"/>
                  <a:pt x="78" y="11"/>
                </a:cubicBezTo>
                <a:cubicBezTo>
                  <a:pt x="80" y="11"/>
                  <a:pt x="82" y="13"/>
                  <a:pt x="82" y="15"/>
                </a:cubicBezTo>
                <a:cubicBezTo>
                  <a:pt x="82" y="87"/>
                  <a:pt x="82" y="87"/>
                  <a:pt x="82" y="87"/>
                </a:cubicBezTo>
                <a:cubicBezTo>
                  <a:pt x="83" y="86"/>
                  <a:pt x="85" y="86"/>
                  <a:pt x="87" y="86"/>
                </a:cubicBezTo>
                <a:cubicBezTo>
                  <a:pt x="88" y="86"/>
                  <a:pt x="89" y="86"/>
                  <a:pt x="89" y="86"/>
                </a:cubicBezTo>
                <a:cubicBezTo>
                  <a:pt x="90" y="85"/>
                  <a:pt x="90" y="84"/>
                  <a:pt x="91" y="84"/>
                </a:cubicBezTo>
                <a:cubicBezTo>
                  <a:pt x="91" y="13"/>
                  <a:pt x="91" y="13"/>
                  <a:pt x="91" y="13"/>
                </a:cubicBezTo>
                <a:cubicBezTo>
                  <a:pt x="91" y="6"/>
                  <a:pt x="85" y="0"/>
                  <a:pt x="78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6" y="0"/>
                  <a:pt x="0" y="6"/>
                  <a:pt x="0" y="13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7"/>
                  <a:pt x="6" y="133"/>
                  <a:pt x="13" y="133"/>
                </a:cubicBezTo>
                <a:cubicBezTo>
                  <a:pt x="62" y="133"/>
                  <a:pt x="62" y="133"/>
                  <a:pt x="62" y="133"/>
                </a:cubicBezTo>
                <a:cubicBezTo>
                  <a:pt x="59" y="131"/>
                  <a:pt x="58" y="127"/>
                  <a:pt x="59" y="123"/>
                </a:cubicBezTo>
                <a:cubicBezTo>
                  <a:pt x="60" y="118"/>
                  <a:pt x="64" y="114"/>
                  <a:pt x="70" y="114"/>
                </a:cubicBezTo>
                <a:close/>
                <a:moveTo>
                  <a:pt x="39" y="4"/>
                </a:moveTo>
                <a:cubicBezTo>
                  <a:pt x="52" y="4"/>
                  <a:pt x="52" y="4"/>
                  <a:pt x="52" y="4"/>
                </a:cubicBezTo>
                <a:cubicBezTo>
                  <a:pt x="53" y="4"/>
                  <a:pt x="53" y="4"/>
                  <a:pt x="53" y="5"/>
                </a:cubicBezTo>
                <a:cubicBezTo>
                  <a:pt x="53" y="6"/>
                  <a:pt x="53" y="6"/>
                  <a:pt x="52" y="6"/>
                </a:cubicBezTo>
                <a:cubicBezTo>
                  <a:pt x="39" y="6"/>
                  <a:pt x="39" y="6"/>
                  <a:pt x="39" y="6"/>
                </a:cubicBezTo>
                <a:cubicBezTo>
                  <a:pt x="38" y="6"/>
                  <a:pt x="38" y="6"/>
                  <a:pt x="38" y="5"/>
                </a:cubicBezTo>
                <a:cubicBezTo>
                  <a:pt x="38" y="4"/>
                  <a:pt x="38" y="4"/>
                  <a:pt x="39" y="4"/>
                </a:cubicBezTo>
                <a:close/>
                <a:moveTo>
                  <a:pt x="46" y="129"/>
                </a:moveTo>
                <a:cubicBezTo>
                  <a:pt x="42" y="129"/>
                  <a:pt x="39" y="126"/>
                  <a:pt x="39" y="123"/>
                </a:cubicBezTo>
                <a:cubicBezTo>
                  <a:pt x="39" y="120"/>
                  <a:pt x="42" y="117"/>
                  <a:pt x="46" y="117"/>
                </a:cubicBezTo>
                <a:cubicBezTo>
                  <a:pt x="49" y="117"/>
                  <a:pt x="52" y="120"/>
                  <a:pt x="52" y="123"/>
                </a:cubicBezTo>
                <a:cubicBezTo>
                  <a:pt x="52" y="126"/>
                  <a:pt x="49" y="129"/>
                  <a:pt x="46" y="129"/>
                </a:cubicBezTo>
                <a:close/>
                <a:moveTo>
                  <a:pt x="28" y="71"/>
                </a:moveTo>
                <a:cubicBezTo>
                  <a:pt x="63" y="71"/>
                  <a:pt x="63" y="71"/>
                  <a:pt x="63" y="71"/>
                </a:cubicBezTo>
                <a:cubicBezTo>
                  <a:pt x="63" y="71"/>
                  <a:pt x="64" y="70"/>
                  <a:pt x="64" y="69"/>
                </a:cubicBezTo>
                <a:cubicBezTo>
                  <a:pt x="68" y="49"/>
                  <a:pt x="68" y="49"/>
                  <a:pt x="68" y="49"/>
                </a:cubicBezTo>
                <a:cubicBezTo>
                  <a:pt x="23" y="49"/>
                  <a:pt x="23" y="49"/>
                  <a:pt x="23" y="49"/>
                </a:cubicBezTo>
                <a:cubicBezTo>
                  <a:pt x="27" y="69"/>
                  <a:pt x="27" y="69"/>
                  <a:pt x="27" y="69"/>
                </a:cubicBezTo>
                <a:cubicBezTo>
                  <a:pt x="27" y="70"/>
                  <a:pt x="28" y="71"/>
                  <a:pt x="28" y="71"/>
                </a:cubicBezTo>
                <a:close/>
                <a:moveTo>
                  <a:pt x="57" y="54"/>
                </a:moveTo>
                <a:cubicBezTo>
                  <a:pt x="57" y="53"/>
                  <a:pt x="58" y="52"/>
                  <a:pt x="59" y="52"/>
                </a:cubicBezTo>
                <a:cubicBezTo>
                  <a:pt x="60" y="52"/>
                  <a:pt x="61" y="53"/>
                  <a:pt x="61" y="54"/>
                </a:cubicBezTo>
                <a:cubicBezTo>
                  <a:pt x="61" y="64"/>
                  <a:pt x="61" y="64"/>
                  <a:pt x="61" y="64"/>
                </a:cubicBezTo>
                <a:cubicBezTo>
                  <a:pt x="61" y="65"/>
                  <a:pt x="60" y="66"/>
                  <a:pt x="59" y="66"/>
                </a:cubicBezTo>
                <a:cubicBezTo>
                  <a:pt x="58" y="66"/>
                  <a:pt x="57" y="65"/>
                  <a:pt x="57" y="64"/>
                </a:cubicBezTo>
                <a:lnTo>
                  <a:pt x="57" y="54"/>
                </a:lnTo>
                <a:close/>
                <a:moveTo>
                  <a:pt x="48" y="54"/>
                </a:moveTo>
                <a:cubicBezTo>
                  <a:pt x="48" y="53"/>
                  <a:pt x="49" y="52"/>
                  <a:pt x="50" y="52"/>
                </a:cubicBezTo>
                <a:cubicBezTo>
                  <a:pt x="51" y="52"/>
                  <a:pt x="52" y="53"/>
                  <a:pt x="52" y="54"/>
                </a:cubicBezTo>
                <a:cubicBezTo>
                  <a:pt x="52" y="64"/>
                  <a:pt x="52" y="64"/>
                  <a:pt x="52" y="64"/>
                </a:cubicBezTo>
                <a:cubicBezTo>
                  <a:pt x="52" y="65"/>
                  <a:pt x="51" y="66"/>
                  <a:pt x="50" y="66"/>
                </a:cubicBezTo>
                <a:cubicBezTo>
                  <a:pt x="49" y="66"/>
                  <a:pt x="48" y="65"/>
                  <a:pt x="48" y="64"/>
                </a:cubicBezTo>
                <a:lnTo>
                  <a:pt x="48" y="54"/>
                </a:lnTo>
                <a:close/>
                <a:moveTo>
                  <a:pt x="39" y="54"/>
                </a:moveTo>
                <a:cubicBezTo>
                  <a:pt x="39" y="53"/>
                  <a:pt x="40" y="52"/>
                  <a:pt x="41" y="52"/>
                </a:cubicBezTo>
                <a:cubicBezTo>
                  <a:pt x="42" y="52"/>
                  <a:pt x="43" y="53"/>
                  <a:pt x="43" y="54"/>
                </a:cubicBezTo>
                <a:cubicBezTo>
                  <a:pt x="43" y="64"/>
                  <a:pt x="43" y="64"/>
                  <a:pt x="43" y="64"/>
                </a:cubicBezTo>
                <a:cubicBezTo>
                  <a:pt x="43" y="65"/>
                  <a:pt x="42" y="66"/>
                  <a:pt x="41" y="66"/>
                </a:cubicBezTo>
                <a:cubicBezTo>
                  <a:pt x="40" y="66"/>
                  <a:pt x="39" y="65"/>
                  <a:pt x="39" y="64"/>
                </a:cubicBezTo>
                <a:lnTo>
                  <a:pt x="39" y="54"/>
                </a:lnTo>
                <a:close/>
                <a:moveTo>
                  <a:pt x="30" y="54"/>
                </a:moveTo>
                <a:cubicBezTo>
                  <a:pt x="30" y="53"/>
                  <a:pt x="31" y="52"/>
                  <a:pt x="32" y="52"/>
                </a:cubicBezTo>
                <a:cubicBezTo>
                  <a:pt x="33" y="52"/>
                  <a:pt x="34" y="53"/>
                  <a:pt x="34" y="54"/>
                </a:cubicBezTo>
                <a:cubicBezTo>
                  <a:pt x="34" y="64"/>
                  <a:pt x="34" y="64"/>
                  <a:pt x="34" y="64"/>
                </a:cubicBezTo>
                <a:cubicBezTo>
                  <a:pt x="34" y="65"/>
                  <a:pt x="33" y="66"/>
                  <a:pt x="32" y="66"/>
                </a:cubicBezTo>
                <a:cubicBezTo>
                  <a:pt x="31" y="66"/>
                  <a:pt x="30" y="65"/>
                  <a:pt x="30" y="64"/>
                </a:cubicBezTo>
                <a:lnTo>
                  <a:pt x="30" y="54"/>
                </a:lnTo>
                <a:close/>
                <a:moveTo>
                  <a:pt x="68" y="48"/>
                </a:moveTo>
                <a:cubicBezTo>
                  <a:pt x="23" y="48"/>
                  <a:pt x="23" y="48"/>
                  <a:pt x="23" y="48"/>
                </a:cubicBezTo>
                <a:cubicBezTo>
                  <a:pt x="21" y="48"/>
                  <a:pt x="19" y="46"/>
                  <a:pt x="19" y="44"/>
                </a:cubicBezTo>
                <a:cubicBezTo>
                  <a:pt x="19" y="42"/>
                  <a:pt x="21" y="40"/>
                  <a:pt x="23" y="40"/>
                </a:cubicBezTo>
                <a:cubicBezTo>
                  <a:pt x="28" y="40"/>
                  <a:pt x="28" y="40"/>
                  <a:pt x="28" y="40"/>
                </a:cubicBezTo>
                <a:cubicBezTo>
                  <a:pt x="38" y="31"/>
                  <a:pt x="38" y="31"/>
                  <a:pt x="38" y="31"/>
                </a:cubicBezTo>
                <a:cubicBezTo>
                  <a:pt x="37" y="30"/>
                  <a:pt x="37" y="29"/>
                  <a:pt x="38" y="28"/>
                </a:cubicBezTo>
                <a:cubicBezTo>
                  <a:pt x="39" y="27"/>
                  <a:pt x="40" y="27"/>
                  <a:pt x="41" y="28"/>
                </a:cubicBezTo>
                <a:cubicBezTo>
                  <a:pt x="42" y="29"/>
                  <a:pt x="42" y="31"/>
                  <a:pt x="41" y="31"/>
                </a:cubicBezTo>
                <a:cubicBezTo>
                  <a:pt x="41" y="32"/>
                  <a:pt x="40" y="32"/>
                  <a:pt x="39" y="32"/>
                </a:cubicBezTo>
                <a:cubicBezTo>
                  <a:pt x="30" y="40"/>
                  <a:pt x="30" y="40"/>
                  <a:pt x="30" y="40"/>
                </a:cubicBezTo>
                <a:cubicBezTo>
                  <a:pt x="61" y="40"/>
                  <a:pt x="61" y="40"/>
                  <a:pt x="61" y="40"/>
                </a:cubicBezTo>
                <a:cubicBezTo>
                  <a:pt x="52" y="32"/>
                  <a:pt x="52" y="32"/>
                  <a:pt x="52" y="32"/>
                </a:cubicBezTo>
                <a:cubicBezTo>
                  <a:pt x="51" y="32"/>
                  <a:pt x="50" y="32"/>
                  <a:pt x="50" y="31"/>
                </a:cubicBezTo>
                <a:cubicBezTo>
                  <a:pt x="49" y="31"/>
                  <a:pt x="49" y="29"/>
                  <a:pt x="50" y="28"/>
                </a:cubicBezTo>
                <a:cubicBezTo>
                  <a:pt x="51" y="27"/>
                  <a:pt x="52" y="27"/>
                  <a:pt x="53" y="28"/>
                </a:cubicBezTo>
                <a:cubicBezTo>
                  <a:pt x="54" y="29"/>
                  <a:pt x="54" y="30"/>
                  <a:pt x="53" y="31"/>
                </a:cubicBezTo>
                <a:cubicBezTo>
                  <a:pt x="63" y="40"/>
                  <a:pt x="63" y="40"/>
                  <a:pt x="63" y="40"/>
                </a:cubicBezTo>
                <a:cubicBezTo>
                  <a:pt x="68" y="40"/>
                  <a:pt x="68" y="40"/>
                  <a:pt x="68" y="40"/>
                </a:cubicBezTo>
                <a:cubicBezTo>
                  <a:pt x="71" y="40"/>
                  <a:pt x="72" y="42"/>
                  <a:pt x="72" y="44"/>
                </a:cubicBezTo>
                <a:cubicBezTo>
                  <a:pt x="72" y="46"/>
                  <a:pt x="71" y="48"/>
                  <a:pt x="68" y="48"/>
                </a:cubicBezTo>
                <a:close/>
                <a:moveTo>
                  <a:pt x="130" y="120"/>
                </a:moveTo>
                <a:cubicBezTo>
                  <a:pt x="131" y="122"/>
                  <a:pt x="130" y="126"/>
                  <a:pt x="128" y="127"/>
                </a:cubicBezTo>
                <a:cubicBezTo>
                  <a:pt x="109" y="139"/>
                  <a:pt x="109" y="139"/>
                  <a:pt x="109" y="139"/>
                </a:cubicBezTo>
                <a:cubicBezTo>
                  <a:pt x="107" y="141"/>
                  <a:pt x="104" y="140"/>
                  <a:pt x="102" y="138"/>
                </a:cubicBezTo>
                <a:cubicBezTo>
                  <a:pt x="102" y="138"/>
                  <a:pt x="101" y="138"/>
                  <a:pt x="101" y="139"/>
                </a:cubicBezTo>
                <a:cubicBezTo>
                  <a:pt x="100" y="139"/>
                  <a:pt x="98" y="139"/>
                  <a:pt x="97" y="139"/>
                </a:cubicBezTo>
                <a:cubicBezTo>
                  <a:pt x="69" y="132"/>
                  <a:pt x="69" y="132"/>
                  <a:pt x="69" y="132"/>
                </a:cubicBezTo>
                <a:cubicBezTo>
                  <a:pt x="66" y="131"/>
                  <a:pt x="64" y="128"/>
                  <a:pt x="64" y="124"/>
                </a:cubicBezTo>
                <a:cubicBezTo>
                  <a:pt x="65" y="121"/>
                  <a:pt x="68" y="119"/>
                  <a:pt x="71" y="120"/>
                </a:cubicBezTo>
                <a:cubicBezTo>
                  <a:pt x="84" y="123"/>
                  <a:pt x="84" y="123"/>
                  <a:pt x="84" y="123"/>
                </a:cubicBezTo>
                <a:cubicBezTo>
                  <a:pt x="83" y="122"/>
                  <a:pt x="83" y="122"/>
                  <a:pt x="83" y="122"/>
                </a:cubicBezTo>
                <a:cubicBezTo>
                  <a:pt x="81" y="119"/>
                  <a:pt x="81" y="119"/>
                  <a:pt x="81" y="119"/>
                </a:cubicBezTo>
                <a:cubicBezTo>
                  <a:pt x="61" y="88"/>
                  <a:pt x="61" y="88"/>
                  <a:pt x="61" y="88"/>
                </a:cubicBezTo>
                <a:cubicBezTo>
                  <a:pt x="59" y="85"/>
                  <a:pt x="59" y="81"/>
                  <a:pt x="62" y="79"/>
                </a:cubicBezTo>
                <a:cubicBezTo>
                  <a:pt x="65" y="77"/>
                  <a:pt x="68" y="78"/>
                  <a:pt x="70" y="81"/>
                </a:cubicBezTo>
                <a:cubicBezTo>
                  <a:pt x="83" y="101"/>
                  <a:pt x="83" y="101"/>
                  <a:pt x="83" y="101"/>
                </a:cubicBezTo>
                <a:cubicBezTo>
                  <a:pt x="81" y="98"/>
                  <a:pt x="82" y="94"/>
                  <a:pt x="84" y="92"/>
                </a:cubicBezTo>
                <a:cubicBezTo>
                  <a:pt x="87" y="91"/>
                  <a:pt x="91" y="92"/>
                  <a:pt x="93" y="94"/>
                </a:cubicBezTo>
                <a:cubicBezTo>
                  <a:pt x="94" y="96"/>
                  <a:pt x="94" y="96"/>
                  <a:pt x="94" y="96"/>
                </a:cubicBezTo>
                <a:cubicBezTo>
                  <a:pt x="92" y="93"/>
                  <a:pt x="93" y="89"/>
                  <a:pt x="95" y="88"/>
                </a:cubicBezTo>
                <a:cubicBezTo>
                  <a:pt x="98" y="86"/>
                  <a:pt x="102" y="87"/>
                  <a:pt x="104" y="90"/>
                </a:cubicBezTo>
                <a:cubicBezTo>
                  <a:pt x="105" y="92"/>
                  <a:pt x="105" y="92"/>
                  <a:pt x="105" y="92"/>
                </a:cubicBezTo>
                <a:cubicBezTo>
                  <a:pt x="103" y="89"/>
                  <a:pt x="104" y="85"/>
                  <a:pt x="107" y="84"/>
                </a:cubicBezTo>
                <a:cubicBezTo>
                  <a:pt x="109" y="82"/>
                  <a:pt x="113" y="83"/>
                  <a:pt x="115" y="86"/>
                </a:cubicBezTo>
                <a:cubicBezTo>
                  <a:pt x="120" y="94"/>
                  <a:pt x="120" y="94"/>
                  <a:pt x="120" y="94"/>
                </a:cubicBezTo>
                <a:cubicBezTo>
                  <a:pt x="125" y="101"/>
                  <a:pt x="125" y="101"/>
                  <a:pt x="125" y="101"/>
                </a:cubicBezTo>
                <a:cubicBezTo>
                  <a:pt x="130" y="109"/>
                  <a:pt x="130" y="109"/>
                  <a:pt x="130" y="109"/>
                </a:cubicBezTo>
                <a:cubicBezTo>
                  <a:pt x="133" y="113"/>
                  <a:pt x="132" y="117"/>
                  <a:pt x="130" y="12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7"/>
          <p:cNvSpPr/>
          <p:nvPr/>
        </p:nvSpPr>
        <p:spPr>
          <a:xfrm>
            <a:off x="1265001" y="4831507"/>
            <a:ext cx="263682" cy="345038"/>
          </a:xfrm>
          <a:custGeom>
            <a:rect b="b" l="l" r="r" t="t"/>
            <a:pathLst>
              <a:path extrusionOk="0" h="149" w="114">
                <a:moveTo>
                  <a:pt x="95" y="99"/>
                </a:moveTo>
                <a:cubicBezTo>
                  <a:pt x="95" y="99"/>
                  <a:pt x="95" y="99"/>
                  <a:pt x="95" y="99"/>
                </a:cubicBezTo>
                <a:cubicBezTo>
                  <a:pt x="95" y="99"/>
                  <a:pt x="94" y="98"/>
                  <a:pt x="94" y="98"/>
                </a:cubicBezTo>
                <a:cubicBezTo>
                  <a:pt x="93" y="98"/>
                  <a:pt x="93" y="98"/>
                  <a:pt x="93" y="98"/>
                </a:cubicBezTo>
                <a:cubicBezTo>
                  <a:pt x="92" y="97"/>
                  <a:pt x="90" y="97"/>
                  <a:pt x="89" y="96"/>
                </a:cubicBezTo>
                <a:cubicBezTo>
                  <a:pt x="89" y="96"/>
                  <a:pt x="89" y="96"/>
                  <a:pt x="89" y="96"/>
                </a:cubicBezTo>
                <a:cubicBezTo>
                  <a:pt x="84" y="94"/>
                  <a:pt x="80" y="93"/>
                  <a:pt x="75" y="92"/>
                </a:cubicBezTo>
                <a:cubicBezTo>
                  <a:pt x="75" y="90"/>
                  <a:pt x="74" y="88"/>
                  <a:pt x="74" y="85"/>
                </a:cubicBezTo>
                <a:cubicBezTo>
                  <a:pt x="79" y="85"/>
                  <a:pt x="93" y="81"/>
                  <a:pt x="92" y="79"/>
                </a:cubicBezTo>
                <a:cubicBezTo>
                  <a:pt x="87" y="74"/>
                  <a:pt x="89" y="64"/>
                  <a:pt x="90" y="58"/>
                </a:cubicBezTo>
                <a:cubicBezTo>
                  <a:pt x="92" y="44"/>
                  <a:pt x="94" y="38"/>
                  <a:pt x="89" y="22"/>
                </a:cubicBezTo>
                <a:cubicBezTo>
                  <a:pt x="85" y="11"/>
                  <a:pt x="72" y="0"/>
                  <a:pt x="57" y="1"/>
                </a:cubicBezTo>
                <a:cubicBezTo>
                  <a:pt x="51" y="1"/>
                  <a:pt x="46" y="3"/>
                  <a:pt x="40" y="7"/>
                </a:cubicBezTo>
                <a:cubicBezTo>
                  <a:pt x="27" y="9"/>
                  <a:pt x="18" y="20"/>
                  <a:pt x="19" y="41"/>
                </a:cubicBezTo>
                <a:cubicBezTo>
                  <a:pt x="20" y="52"/>
                  <a:pt x="29" y="65"/>
                  <a:pt x="21" y="79"/>
                </a:cubicBezTo>
                <a:cubicBezTo>
                  <a:pt x="19" y="81"/>
                  <a:pt x="34" y="88"/>
                  <a:pt x="42" y="87"/>
                </a:cubicBezTo>
                <a:cubicBezTo>
                  <a:pt x="42" y="89"/>
                  <a:pt x="41" y="90"/>
                  <a:pt x="41" y="91"/>
                </a:cubicBezTo>
                <a:cubicBezTo>
                  <a:pt x="35" y="92"/>
                  <a:pt x="30" y="94"/>
                  <a:pt x="25" y="96"/>
                </a:cubicBezTo>
                <a:cubicBezTo>
                  <a:pt x="25" y="96"/>
                  <a:pt x="25" y="96"/>
                  <a:pt x="25" y="96"/>
                </a:cubicBezTo>
                <a:cubicBezTo>
                  <a:pt x="24" y="97"/>
                  <a:pt x="22" y="97"/>
                  <a:pt x="21" y="98"/>
                </a:cubicBezTo>
                <a:cubicBezTo>
                  <a:pt x="21" y="98"/>
                  <a:pt x="21" y="98"/>
                  <a:pt x="20" y="98"/>
                </a:cubicBezTo>
                <a:cubicBezTo>
                  <a:pt x="20" y="98"/>
                  <a:pt x="19" y="99"/>
                  <a:pt x="19" y="99"/>
                </a:cubicBezTo>
                <a:cubicBezTo>
                  <a:pt x="19" y="99"/>
                  <a:pt x="19" y="99"/>
                  <a:pt x="19" y="99"/>
                </a:cubicBezTo>
                <a:cubicBezTo>
                  <a:pt x="7" y="105"/>
                  <a:pt x="0" y="114"/>
                  <a:pt x="0" y="123"/>
                </a:cubicBezTo>
                <a:cubicBezTo>
                  <a:pt x="0" y="149"/>
                  <a:pt x="0" y="149"/>
                  <a:pt x="0" y="149"/>
                </a:cubicBezTo>
                <a:cubicBezTo>
                  <a:pt x="0" y="149"/>
                  <a:pt x="1" y="149"/>
                  <a:pt x="1" y="149"/>
                </a:cubicBezTo>
                <a:cubicBezTo>
                  <a:pt x="1" y="149"/>
                  <a:pt x="1" y="149"/>
                  <a:pt x="1" y="149"/>
                </a:cubicBezTo>
                <a:cubicBezTo>
                  <a:pt x="113" y="149"/>
                  <a:pt x="113" y="149"/>
                  <a:pt x="113" y="149"/>
                </a:cubicBezTo>
                <a:cubicBezTo>
                  <a:pt x="113" y="149"/>
                  <a:pt x="113" y="148"/>
                  <a:pt x="113" y="148"/>
                </a:cubicBezTo>
                <a:cubicBezTo>
                  <a:pt x="113" y="147"/>
                  <a:pt x="114" y="147"/>
                  <a:pt x="114" y="147"/>
                </a:cubicBezTo>
                <a:cubicBezTo>
                  <a:pt x="114" y="123"/>
                  <a:pt x="114" y="123"/>
                  <a:pt x="114" y="123"/>
                </a:cubicBezTo>
                <a:cubicBezTo>
                  <a:pt x="114" y="114"/>
                  <a:pt x="107" y="105"/>
                  <a:pt x="95" y="99"/>
                </a:cubicBezTo>
                <a:close/>
                <a:moveTo>
                  <a:pt x="59" y="7"/>
                </a:moveTo>
                <a:cubicBezTo>
                  <a:pt x="70" y="8"/>
                  <a:pt x="78" y="17"/>
                  <a:pt x="82" y="28"/>
                </a:cubicBezTo>
                <a:cubicBezTo>
                  <a:pt x="77" y="20"/>
                  <a:pt x="69" y="14"/>
                  <a:pt x="59" y="12"/>
                </a:cubicBezTo>
                <a:cubicBezTo>
                  <a:pt x="47" y="11"/>
                  <a:pt x="36" y="17"/>
                  <a:pt x="30" y="26"/>
                </a:cubicBezTo>
                <a:cubicBezTo>
                  <a:pt x="34" y="13"/>
                  <a:pt x="46" y="5"/>
                  <a:pt x="59" y="7"/>
                </a:cubicBezTo>
                <a:close/>
                <a:moveTo>
                  <a:pt x="40" y="74"/>
                </a:moveTo>
                <a:cubicBezTo>
                  <a:pt x="40" y="73"/>
                  <a:pt x="40" y="73"/>
                  <a:pt x="40" y="73"/>
                </a:cubicBezTo>
                <a:cubicBezTo>
                  <a:pt x="37" y="69"/>
                  <a:pt x="34" y="65"/>
                  <a:pt x="33" y="61"/>
                </a:cubicBezTo>
                <a:cubicBezTo>
                  <a:pt x="32" y="56"/>
                  <a:pt x="32" y="52"/>
                  <a:pt x="33" y="47"/>
                </a:cubicBezTo>
                <a:cubicBezTo>
                  <a:pt x="34" y="39"/>
                  <a:pt x="37" y="32"/>
                  <a:pt x="43" y="25"/>
                </a:cubicBezTo>
                <a:cubicBezTo>
                  <a:pt x="44" y="28"/>
                  <a:pt x="46" y="30"/>
                  <a:pt x="48" y="33"/>
                </a:cubicBezTo>
                <a:cubicBezTo>
                  <a:pt x="51" y="37"/>
                  <a:pt x="56" y="41"/>
                  <a:pt x="62" y="42"/>
                </a:cubicBezTo>
                <a:cubicBezTo>
                  <a:pt x="59" y="40"/>
                  <a:pt x="55" y="37"/>
                  <a:pt x="52" y="32"/>
                </a:cubicBezTo>
                <a:cubicBezTo>
                  <a:pt x="52" y="31"/>
                  <a:pt x="51" y="30"/>
                  <a:pt x="50" y="29"/>
                </a:cubicBezTo>
                <a:cubicBezTo>
                  <a:pt x="51" y="30"/>
                  <a:pt x="52" y="31"/>
                  <a:pt x="53" y="32"/>
                </a:cubicBezTo>
                <a:cubicBezTo>
                  <a:pt x="62" y="39"/>
                  <a:pt x="73" y="42"/>
                  <a:pt x="77" y="43"/>
                </a:cubicBezTo>
                <a:cubicBezTo>
                  <a:pt x="72" y="40"/>
                  <a:pt x="68" y="37"/>
                  <a:pt x="64" y="33"/>
                </a:cubicBezTo>
                <a:cubicBezTo>
                  <a:pt x="70" y="36"/>
                  <a:pt x="75" y="39"/>
                  <a:pt x="80" y="47"/>
                </a:cubicBezTo>
                <a:cubicBezTo>
                  <a:pt x="80" y="47"/>
                  <a:pt x="80" y="47"/>
                  <a:pt x="80" y="47"/>
                </a:cubicBezTo>
                <a:cubicBezTo>
                  <a:pt x="80" y="56"/>
                  <a:pt x="74" y="64"/>
                  <a:pt x="67" y="68"/>
                </a:cubicBezTo>
                <a:cubicBezTo>
                  <a:pt x="66" y="66"/>
                  <a:pt x="64" y="65"/>
                  <a:pt x="62" y="65"/>
                </a:cubicBezTo>
                <a:cubicBezTo>
                  <a:pt x="59" y="65"/>
                  <a:pt x="56" y="67"/>
                  <a:pt x="56" y="70"/>
                </a:cubicBezTo>
                <a:cubicBezTo>
                  <a:pt x="56" y="72"/>
                  <a:pt x="59" y="74"/>
                  <a:pt x="62" y="74"/>
                </a:cubicBezTo>
                <a:cubicBezTo>
                  <a:pt x="65" y="74"/>
                  <a:pt x="67" y="72"/>
                  <a:pt x="67" y="70"/>
                </a:cubicBezTo>
                <a:cubicBezTo>
                  <a:pt x="67" y="69"/>
                  <a:pt x="67" y="69"/>
                  <a:pt x="67" y="69"/>
                </a:cubicBezTo>
                <a:cubicBezTo>
                  <a:pt x="75" y="65"/>
                  <a:pt x="80" y="58"/>
                  <a:pt x="81" y="50"/>
                </a:cubicBezTo>
                <a:cubicBezTo>
                  <a:pt x="81" y="50"/>
                  <a:pt x="81" y="50"/>
                  <a:pt x="81" y="50"/>
                </a:cubicBezTo>
                <a:cubicBezTo>
                  <a:pt x="82" y="52"/>
                  <a:pt x="82" y="54"/>
                  <a:pt x="82" y="57"/>
                </a:cubicBezTo>
                <a:cubicBezTo>
                  <a:pt x="81" y="62"/>
                  <a:pt x="78" y="68"/>
                  <a:pt x="74" y="73"/>
                </a:cubicBezTo>
                <a:cubicBezTo>
                  <a:pt x="74" y="73"/>
                  <a:pt x="74" y="73"/>
                  <a:pt x="73" y="74"/>
                </a:cubicBezTo>
                <a:cubicBezTo>
                  <a:pt x="73" y="74"/>
                  <a:pt x="73" y="74"/>
                  <a:pt x="73" y="74"/>
                </a:cubicBezTo>
                <a:cubicBezTo>
                  <a:pt x="73" y="74"/>
                  <a:pt x="73" y="74"/>
                  <a:pt x="73" y="74"/>
                </a:cubicBezTo>
                <a:cubicBezTo>
                  <a:pt x="68" y="80"/>
                  <a:pt x="63" y="84"/>
                  <a:pt x="59" y="85"/>
                </a:cubicBezTo>
                <a:cubicBezTo>
                  <a:pt x="58" y="85"/>
                  <a:pt x="58" y="86"/>
                  <a:pt x="57" y="85"/>
                </a:cubicBezTo>
                <a:cubicBezTo>
                  <a:pt x="57" y="85"/>
                  <a:pt x="56" y="85"/>
                  <a:pt x="56" y="85"/>
                </a:cubicBezTo>
                <a:cubicBezTo>
                  <a:pt x="52" y="85"/>
                  <a:pt x="47" y="81"/>
                  <a:pt x="42" y="76"/>
                </a:cubicBezTo>
                <a:cubicBezTo>
                  <a:pt x="42" y="75"/>
                  <a:pt x="41" y="74"/>
                  <a:pt x="40" y="74"/>
                </a:cubicBezTo>
                <a:close/>
                <a:moveTo>
                  <a:pt x="79" y="99"/>
                </a:moveTo>
                <a:cubicBezTo>
                  <a:pt x="78" y="99"/>
                  <a:pt x="78" y="99"/>
                  <a:pt x="78" y="100"/>
                </a:cubicBezTo>
                <a:cubicBezTo>
                  <a:pt x="72" y="106"/>
                  <a:pt x="65" y="113"/>
                  <a:pt x="57" y="113"/>
                </a:cubicBezTo>
                <a:cubicBezTo>
                  <a:pt x="50" y="113"/>
                  <a:pt x="43" y="107"/>
                  <a:pt x="37" y="101"/>
                </a:cubicBezTo>
                <a:cubicBezTo>
                  <a:pt x="37" y="100"/>
                  <a:pt x="37" y="100"/>
                  <a:pt x="36" y="100"/>
                </a:cubicBezTo>
                <a:cubicBezTo>
                  <a:pt x="35" y="98"/>
                  <a:pt x="33" y="97"/>
                  <a:pt x="32" y="95"/>
                </a:cubicBezTo>
                <a:cubicBezTo>
                  <a:pt x="35" y="94"/>
                  <a:pt x="38" y="94"/>
                  <a:pt x="41" y="93"/>
                </a:cubicBezTo>
                <a:cubicBezTo>
                  <a:pt x="41" y="93"/>
                  <a:pt x="42" y="93"/>
                  <a:pt x="42" y="93"/>
                </a:cubicBezTo>
                <a:cubicBezTo>
                  <a:pt x="42" y="93"/>
                  <a:pt x="42" y="93"/>
                  <a:pt x="42" y="92"/>
                </a:cubicBezTo>
                <a:cubicBezTo>
                  <a:pt x="42" y="92"/>
                  <a:pt x="42" y="92"/>
                  <a:pt x="42" y="92"/>
                </a:cubicBezTo>
                <a:cubicBezTo>
                  <a:pt x="42" y="92"/>
                  <a:pt x="42" y="92"/>
                  <a:pt x="42" y="91"/>
                </a:cubicBezTo>
                <a:cubicBezTo>
                  <a:pt x="42" y="91"/>
                  <a:pt x="42" y="91"/>
                  <a:pt x="42" y="91"/>
                </a:cubicBezTo>
                <a:cubicBezTo>
                  <a:pt x="43" y="90"/>
                  <a:pt x="43" y="88"/>
                  <a:pt x="43" y="86"/>
                </a:cubicBezTo>
                <a:cubicBezTo>
                  <a:pt x="43" y="83"/>
                  <a:pt x="43" y="80"/>
                  <a:pt x="42" y="78"/>
                </a:cubicBezTo>
                <a:cubicBezTo>
                  <a:pt x="46" y="81"/>
                  <a:pt x="50" y="84"/>
                  <a:pt x="53" y="86"/>
                </a:cubicBezTo>
                <a:cubicBezTo>
                  <a:pt x="55" y="86"/>
                  <a:pt x="56" y="87"/>
                  <a:pt x="57" y="87"/>
                </a:cubicBezTo>
                <a:cubicBezTo>
                  <a:pt x="57" y="87"/>
                  <a:pt x="57" y="87"/>
                  <a:pt x="57" y="87"/>
                </a:cubicBezTo>
                <a:cubicBezTo>
                  <a:pt x="59" y="87"/>
                  <a:pt x="61" y="86"/>
                  <a:pt x="62" y="85"/>
                </a:cubicBezTo>
                <a:cubicBezTo>
                  <a:pt x="66" y="83"/>
                  <a:pt x="69" y="80"/>
                  <a:pt x="73" y="76"/>
                </a:cubicBezTo>
                <a:cubicBezTo>
                  <a:pt x="73" y="79"/>
                  <a:pt x="73" y="85"/>
                  <a:pt x="73" y="85"/>
                </a:cubicBezTo>
                <a:cubicBezTo>
                  <a:pt x="73" y="85"/>
                  <a:pt x="73" y="90"/>
                  <a:pt x="74" y="92"/>
                </a:cubicBezTo>
                <a:cubicBezTo>
                  <a:pt x="74" y="92"/>
                  <a:pt x="74" y="92"/>
                  <a:pt x="74" y="92"/>
                </a:cubicBezTo>
                <a:cubicBezTo>
                  <a:pt x="74" y="92"/>
                  <a:pt x="74" y="92"/>
                  <a:pt x="74" y="92"/>
                </a:cubicBezTo>
                <a:cubicBezTo>
                  <a:pt x="74" y="93"/>
                  <a:pt x="74" y="93"/>
                  <a:pt x="74" y="93"/>
                </a:cubicBezTo>
                <a:cubicBezTo>
                  <a:pt x="74" y="93"/>
                  <a:pt x="75" y="93"/>
                  <a:pt x="75" y="93"/>
                </a:cubicBezTo>
                <a:cubicBezTo>
                  <a:pt x="75" y="93"/>
                  <a:pt x="75" y="94"/>
                  <a:pt x="76" y="94"/>
                </a:cubicBezTo>
                <a:cubicBezTo>
                  <a:pt x="78" y="94"/>
                  <a:pt x="80" y="94"/>
                  <a:pt x="82" y="95"/>
                </a:cubicBezTo>
                <a:cubicBezTo>
                  <a:pt x="81" y="96"/>
                  <a:pt x="80" y="98"/>
                  <a:pt x="79" y="9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7"/>
          <p:cNvSpPr/>
          <p:nvPr/>
        </p:nvSpPr>
        <p:spPr>
          <a:xfrm>
            <a:off x="1260591" y="2324822"/>
            <a:ext cx="272502" cy="326414"/>
          </a:xfrm>
          <a:custGeom>
            <a:rect b="b" l="l" r="r" t="t"/>
            <a:pathLst>
              <a:path extrusionOk="0" h="141" w="118">
                <a:moveTo>
                  <a:pt x="11" y="93"/>
                </a:moveTo>
                <a:cubicBezTo>
                  <a:pt x="13" y="93"/>
                  <a:pt x="13" y="93"/>
                  <a:pt x="13" y="93"/>
                </a:cubicBezTo>
                <a:cubicBezTo>
                  <a:pt x="13" y="100"/>
                  <a:pt x="13" y="100"/>
                  <a:pt x="13" y="100"/>
                </a:cubicBezTo>
                <a:cubicBezTo>
                  <a:pt x="11" y="100"/>
                  <a:pt x="11" y="100"/>
                  <a:pt x="11" y="100"/>
                </a:cubicBezTo>
                <a:lnTo>
                  <a:pt x="11" y="93"/>
                </a:lnTo>
                <a:close/>
                <a:moveTo>
                  <a:pt x="11" y="90"/>
                </a:moveTo>
                <a:cubicBezTo>
                  <a:pt x="13" y="90"/>
                  <a:pt x="13" y="90"/>
                  <a:pt x="13" y="90"/>
                </a:cubicBezTo>
                <a:cubicBezTo>
                  <a:pt x="13" y="82"/>
                  <a:pt x="13" y="82"/>
                  <a:pt x="13" y="82"/>
                </a:cubicBezTo>
                <a:cubicBezTo>
                  <a:pt x="11" y="82"/>
                  <a:pt x="11" y="82"/>
                  <a:pt x="11" y="82"/>
                </a:cubicBezTo>
                <a:lnTo>
                  <a:pt x="11" y="90"/>
                </a:lnTo>
                <a:close/>
                <a:moveTo>
                  <a:pt x="11" y="121"/>
                </a:moveTo>
                <a:cubicBezTo>
                  <a:pt x="13" y="121"/>
                  <a:pt x="13" y="121"/>
                  <a:pt x="13" y="121"/>
                </a:cubicBezTo>
                <a:cubicBezTo>
                  <a:pt x="13" y="113"/>
                  <a:pt x="13" y="113"/>
                  <a:pt x="13" y="113"/>
                </a:cubicBezTo>
                <a:cubicBezTo>
                  <a:pt x="11" y="113"/>
                  <a:pt x="11" y="113"/>
                  <a:pt x="11" y="113"/>
                </a:cubicBezTo>
                <a:lnTo>
                  <a:pt x="11" y="121"/>
                </a:lnTo>
                <a:close/>
                <a:moveTo>
                  <a:pt x="13" y="65"/>
                </a:moveTo>
                <a:cubicBezTo>
                  <a:pt x="13" y="64"/>
                  <a:pt x="14" y="63"/>
                  <a:pt x="14" y="63"/>
                </a:cubicBezTo>
                <a:cubicBezTo>
                  <a:pt x="13" y="61"/>
                  <a:pt x="13" y="61"/>
                  <a:pt x="13" y="61"/>
                </a:cubicBezTo>
                <a:cubicBezTo>
                  <a:pt x="12" y="62"/>
                  <a:pt x="11" y="64"/>
                  <a:pt x="11" y="65"/>
                </a:cubicBezTo>
                <a:cubicBezTo>
                  <a:pt x="11" y="69"/>
                  <a:pt x="11" y="69"/>
                  <a:pt x="11" y="69"/>
                </a:cubicBezTo>
                <a:cubicBezTo>
                  <a:pt x="13" y="69"/>
                  <a:pt x="13" y="69"/>
                  <a:pt x="13" y="69"/>
                </a:cubicBezTo>
                <a:lnTo>
                  <a:pt x="13" y="65"/>
                </a:lnTo>
                <a:close/>
                <a:moveTo>
                  <a:pt x="11" y="124"/>
                </a:moveTo>
                <a:cubicBezTo>
                  <a:pt x="11" y="127"/>
                  <a:pt x="14" y="129"/>
                  <a:pt x="16" y="130"/>
                </a:cubicBezTo>
                <a:cubicBezTo>
                  <a:pt x="17" y="128"/>
                  <a:pt x="17" y="128"/>
                  <a:pt x="17" y="128"/>
                </a:cubicBezTo>
                <a:cubicBezTo>
                  <a:pt x="15" y="127"/>
                  <a:pt x="13" y="126"/>
                  <a:pt x="13" y="124"/>
                </a:cubicBezTo>
                <a:cubicBezTo>
                  <a:pt x="13" y="124"/>
                  <a:pt x="13" y="124"/>
                  <a:pt x="13" y="124"/>
                </a:cubicBezTo>
                <a:cubicBezTo>
                  <a:pt x="11" y="124"/>
                  <a:pt x="11" y="124"/>
                  <a:pt x="11" y="124"/>
                </a:cubicBezTo>
                <a:close/>
                <a:moveTo>
                  <a:pt x="11" y="110"/>
                </a:moveTo>
                <a:cubicBezTo>
                  <a:pt x="13" y="110"/>
                  <a:pt x="13" y="110"/>
                  <a:pt x="13" y="110"/>
                </a:cubicBezTo>
                <a:cubicBezTo>
                  <a:pt x="13" y="103"/>
                  <a:pt x="13" y="103"/>
                  <a:pt x="13" y="103"/>
                </a:cubicBezTo>
                <a:cubicBezTo>
                  <a:pt x="11" y="103"/>
                  <a:pt x="11" y="103"/>
                  <a:pt x="11" y="103"/>
                </a:cubicBezTo>
                <a:lnTo>
                  <a:pt x="11" y="110"/>
                </a:lnTo>
                <a:close/>
                <a:moveTo>
                  <a:pt x="103" y="116"/>
                </a:moveTo>
                <a:cubicBezTo>
                  <a:pt x="101" y="116"/>
                  <a:pt x="101" y="116"/>
                  <a:pt x="101" y="116"/>
                </a:cubicBezTo>
                <a:cubicBezTo>
                  <a:pt x="101" y="112"/>
                  <a:pt x="101" y="112"/>
                  <a:pt x="101" y="112"/>
                </a:cubicBezTo>
                <a:cubicBezTo>
                  <a:pt x="83" y="112"/>
                  <a:pt x="83" y="112"/>
                  <a:pt x="83" y="112"/>
                </a:cubicBezTo>
                <a:cubicBezTo>
                  <a:pt x="73" y="112"/>
                  <a:pt x="65" y="104"/>
                  <a:pt x="65" y="94"/>
                </a:cubicBezTo>
                <a:cubicBezTo>
                  <a:pt x="65" y="84"/>
                  <a:pt x="73" y="76"/>
                  <a:pt x="83" y="76"/>
                </a:cubicBezTo>
                <a:cubicBezTo>
                  <a:pt x="107" y="76"/>
                  <a:pt x="107" y="76"/>
                  <a:pt x="107" y="76"/>
                </a:cubicBezTo>
                <a:cubicBezTo>
                  <a:pt x="107" y="62"/>
                  <a:pt x="107" y="62"/>
                  <a:pt x="107" y="62"/>
                </a:cubicBezTo>
                <a:cubicBezTo>
                  <a:pt x="107" y="58"/>
                  <a:pt x="104" y="55"/>
                  <a:pt x="101" y="55"/>
                </a:cubicBezTo>
                <a:cubicBezTo>
                  <a:pt x="14" y="55"/>
                  <a:pt x="14" y="55"/>
                  <a:pt x="14" y="55"/>
                </a:cubicBezTo>
                <a:cubicBezTo>
                  <a:pt x="10" y="55"/>
                  <a:pt x="7" y="58"/>
                  <a:pt x="7" y="62"/>
                </a:cubicBezTo>
                <a:cubicBezTo>
                  <a:pt x="7" y="127"/>
                  <a:pt x="7" y="127"/>
                  <a:pt x="7" y="127"/>
                </a:cubicBezTo>
                <a:cubicBezTo>
                  <a:pt x="7" y="131"/>
                  <a:pt x="10" y="134"/>
                  <a:pt x="14" y="134"/>
                </a:cubicBezTo>
                <a:cubicBezTo>
                  <a:pt x="101" y="134"/>
                  <a:pt x="101" y="134"/>
                  <a:pt x="101" y="134"/>
                </a:cubicBezTo>
                <a:cubicBezTo>
                  <a:pt x="104" y="134"/>
                  <a:pt x="107" y="131"/>
                  <a:pt x="107" y="127"/>
                </a:cubicBezTo>
                <a:cubicBezTo>
                  <a:pt x="107" y="113"/>
                  <a:pt x="107" y="113"/>
                  <a:pt x="107" y="113"/>
                </a:cubicBezTo>
                <a:cubicBezTo>
                  <a:pt x="114" y="113"/>
                  <a:pt x="114" y="113"/>
                  <a:pt x="114" y="113"/>
                </a:cubicBezTo>
                <a:cubicBezTo>
                  <a:pt x="114" y="127"/>
                  <a:pt x="114" y="127"/>
                  <a:pt x="114" y="127"/>
                </a:cubicBezTo>
                <a:cubicBezTo>
                  <a:pt x="114" y="135"/>
                  <a:pt x="108" y="141"/>
                  <a:pt x="101" y="141"/>
                </a:cubicBezTo>
                <a:cubicBezTo>
                  <a:pt x="14" y="141"/>
                  <a:pt x="14" y="141"/>
                  <a:pt x="14" y="141"/>
                </a:cubicBezTo>
                <a:cubicBezTo>
                  <a:pt x="6" y="141"/>
                  <a:pt x="0" y="135"/>
                  <a:pt x="0" y="127"/>
                </a:cubicBezTo>
                <a:cubicBezTo>
                  <a:pt x="0" y="62"/>
                  <a:pt x="0" y="62"/>
                  <a:pt x="0" y="62"/>
                </a:cubicBezTo>
                <a:cubicBezTo>
                  <a:pt x="0" y="54"/>
                  <a:pt x="6" y="48"/>
                  <a:pt x="14" y="48"/>
                </a:cubicBezTo>
                <a:cubicBezTo>
                  <a:pt x="19" y="48"/>
                  <a:pt x="19" y="48"/>
                  <a:pt x="19" y="48"/>
                </a:cubicBezTo>
                <a:cubicBezTo>
                  <a:pt x="22" y="45"/>
                  <a:pt x="22" y="45"/>
                  <a:pt x="22" y="45"/>
                </a:cubicBezTo>
                <a:cubicBezTo>
                  <a:pt x="64" y="3"/>
                  <a:pt x="64" y="3"/>
                  <a:pt x="64" y="3"/>
                </a:cubicBezTo>
                <a:cubicBezTo>
                  <a:pt x="66" y="0"/>
                  <a:pt x="70" y="0"/>
                  <a:pt x="73" y="3"/>
                </a:cubicBezTo>
                <a:cubicBezTo>
                  <a:pt x="101" y="32"/>
                  <a:pt x="101" y="32"/>
                  <a:pt x="101" y="32"/>
                </a:cubicBezTo>
                <a:cubicBezTo>
                  <a:pt x="104" y="34"/>
                  <a:pt x="104" y="38"/>
                  <a:pt x="101" y="41"/>
                </a:cubicBezTo>
                <a:cubicBezTo>
                  <a:pt x="96" y="46"/>
                  <a:pt x="96" y="46"/>
                  <a:pt x="96" y="46"/>
                </a:cubicBezTo>
                <a:cubicBezTo>
                  <a:pt x="94" y="48"/>
                  <a:pt x="94" y="48"/>
                  <a:pt x="94" y="48"/>
                </a:cubicBezTo>
                <a:cubicBezTo>
                  <a:pt x="101" y="48"/>
                  <a:pt x="101" y="48"/>
                  <a:pt x="101" y="48"/>
                </a:cubicBezTo>
                <a:cubicBezTo>
                  <a:pt x="108" y="48"/>
                  <a:pt x="114" y="54"/>
                  <a:pt x="114" y="62"/>
                </a:cubicBezTo>
                <a:cubicBezTo>
                  <a:pt x="114" y="76"/>
                  <a:pt x="114" y="76"/>
                  <a:pt x="114" y="76"/>
                </a:cubicBezTo>
                <a:cubicBezTo>
                  <a:pt x="118" y="76"/>
                  <a:pt x="118" y="76"/>
                  <a:pt x="118" y="76"/>
                </a:cubicBezTo>
                <a:cubicBezTo>
                  <a:pt x="118" y="112"/>
                  <a:pt x="118" y="112"/>
                  <a:pt x="118" y="112"/>
                </a:cubicBezTo>
                <a:cubicBezTo>
                  <a:pt x="103" y="112"/>
                  <a:pt x="103" y="112"/>
                  <a:pt x="103" y="112"/>
                </a:cubicBezTo>
                <a:lnTo>
                  <a:pt x="103" y="116"/>
                </a:lnTo>
                <a:close/>
                <a:moveTo>
                  <a:pt x="69" y="48"/>
                </a:moveTo>
                <a:cubicBezTo>
                  <a:pt x="69" y="47"/>
                  <a:pt x="69" y="46"/>
                  <a:pt x="69" y="45"/>
                </a:cubicBezTo>
                <a:cubicBezTo>
                  <a:pt x="69" y="42"/>
                  <a:pt x="68" y="40"/>
                  <a:pt x="66" y="38"/>
                </a:cubicBezTo>
                <a:cubicBezTo>
                  <a:pt x="60" y="32"/>
                  <a:pt x="50" y="33"/>
                  <a:pt x="44" y="39"/>
                </a:cubicBezTo>
                <a:cubicBezTo>
                  <a:pt x="42" y="41"/>
                  <a:pt x="41" y="43"/>
                  <a:pt x="40" y="45"/>
                </a:cubicBezTo>
                <a:cubicBezTo>
                  <a:pt x="40" y="46"/>
                  <a:pt x="39" y="47"/>
                  <a:pt x="39" y="48"/>
                </a:cubicBezTo>
                <a:cubicBezTo>
                  <a:pt x="47" y="48"/>
                  <a:pt x="47" y="48"/>
                  <a:pt x="47" y="48"/>
                </a:cubicBezTo>
                <a:cubicBezTo>
                  <a:pt x="47" y="47"/>
                  <a:pt x="47" y="46"/>
                  <a:pt x="48" y="45"/>
                </a:cubicBezTo>
                <a:cubicBezTo>
                  <a:pt x="48" y="45"/>
                  <a:pt x="48" y="44"/>
                  <a:pt x="48" y="44"/>
                </a:cubicBezTo>
                <a:cubicBezTo>
                  <a:pt x="46" y="42"/>
                  <a:pt x="46" y="42"/>
                  <a:pt x="46" y="42"/>
                </a:cubicBezTo>
                <a:cubicBezTo>
                  <a:pt x="48" y="41"/>
                  <a:pt x="48" y="41"/>
                  <a:pt x="48" y="41"/>
                </a:cubicBezTo>
                <a:cubicBezTo>
                  <a:pt x="50" y="42"/>
                  <a:pt x="50" y="42"/>
                  <a:pt x="50" y="42"/>
                </a:cubicBezTo>
                <a:cubicBezTo>
                  <a:pt x="51" y="41"/>
                  <a:pt x="52" y="41"/>
                  <a:pt x="53" y="40"/>
                </a:cubicBezTo>
                <a:cubicBezTo>
                  <a:pt x="54" y="43"/>
                  <a:pt x="54" y="43"/>
                  <a:pt x="54" y="43"/>
                </a:cubicBezTo>
                <a:cubicBezTo>
                  <a:pt x="54" y="43"/>
                  <a:pt x="52" y="43"/>
                  <a:pt x="51" y="45"/>
                </a:cubicBezTo>
                <a:cubicBezTo>
                  <a:pt x="51" y="45"/>
                  <a:pt x="51" y="45"/>
                  <a:pt x="51" y="45"/>
                </a:cubicBezTo>
                <a:cubicBezTo>
                  <a:pt x="50" y="46"/>
                  <a:pt x="50" y="47"/>
                  <a:pt x="50" y="47"/>
                </a:cubicBezTo>
                <a:cubicBezTo>
                  <a:pt x="51" y="48"/>
                  <a:pt x="52" y="48"/>
                  <a:pt x="54" y="47"/>
                </a:cubicBezTo>
                <a:cubicBezTo>
                  <a:pt x="57" y="45"/>
                  <a:pt x="59" y="45"/>
                  <a:pt x="60" y="47"/>
                </a:cubicBezTo>
                <a:cubicBezTo>
                  <a:pt x="61" y="47"/>
                  <a:pt x="61" y="48"/>
                  <a:pt x="61" y="48"/>
                </a:cubicBezTo>
                <a:lnTo>
                  <a:pt x="69" y="48"/>
                </a:lnTo>
                <a:close/>
                <a:moveTo>
                  <a:pt x="79" y="30"/>
                </a:moveTo>
                <a:cubicBezTo>
                  <a:pt x="79" y="30"/>
                  <a:pt x="79" y="29"/>
                  <a:pt x="79" y="28"/>
                </a:cubicBezTo>
                <a:cubicBezTo>
                  <a:pt x="78" y="28"/>
                  <a:pt x="78" y="28"/>
                  <a:pt x="78" y="28"/>
                </a:cubicBezTo>
                <a:cubicBezTo>
                  <a:pt x="78" y="28"/>
                  <a:pt x="78" y="28"/>
                  <a:pt x="78" y="28"/>
                </a:cubicBezTo>
                <a:cubicBezTo>
                  <a:pt x="78" y="28"/>
                  <a:pt x="78" y="28"/>
                  <a:pt x="78" y="28"/>
                </a:cubicBezTo>
                <a:cubicBezTo>
                  <a:pt x="78" y="27"/>
                  <a:pt x="78" y="27"/>
                  <a:pt x="78" y="27"/>
                </a:cubicBezTo>
                <a:cubicBezTo>
                  <a:pt x="78" y="27"/>
                  <a:pt x="78" y="27"/>
                  <a:pt x="78" y="27"/>
                </a:cubicBezTo>
                <a:cubicBezTo>
                  <a:pt x="78" y="27"/>
                  <a:pt x="78" y="27"/>
                  <a:pt x="78" y="27"/>
                </a:cubicBezTo>
                <a:cubicBezTo>
                  <a:pt x="77" y="27"/>
                  <a:pt x="77" y="26"/>
                  <a:pt x="77" y="26"/>
                </a:cubicBezTo>
                <a:cubicBezTo>
                  <a:pt x="77" y="26"/>
                  <a:pt x="76" y="25"/>
                  <a:pt x="75" y="25"/>
                </a:cubicBezTo>
                <a:cubicBezTo>
                  <a:pt x="75" y="25"/>
                  <a:pt x="75" y="25"/>
                  <a:pt x="75" y="25"/>
                </a:cubicBezTo>
                <a:cubicBezTo>
                  <a:pt x="75" y="25"/>
                  <a:pt x="75" y="25"/>
                  <a:pt x="75" y="25"/>
                </a:cubicBezTo>
                <a:cubicBezTo>
                  <a:pt x="75" y="25"/>
                  <a:pt x="75" y="25"/>
                  <a:pt x="74" y="25"/>
                </a:cubicBezTo>
                <a:cubicBezTo>
                  <a:pt x="74" y="25"/>
                  <a:pt x="74" y="25"/>
                  <a:pt x="74" y="25"/>
                </a:cubicBezTo>
                <a:cubicBezTo>
                  <a:pt x="74" y="25"/>
                  <a:pt x="74" y="25"/>
                  <a:pt x="74" y="25"/>
                </a:cubicBezTo>
                <a:cubicBezTo>
                  <a:pt x="74" y="25"/>
                  <a:pt x="74" y="25"/>
                  <a:pt x="74" y="25"/>
                </a:cubicBezTo>
                <a:cubicBezTo>
                  <a:pt x="73" y="24"/>
                  <a:pt x="73" y="24"/>
                  <a:pt x="73" y="25"/>
                </a:cubicBezTo>
                <a:cubicBezTo>
                  <a:pt x="73" y="25"/>
                  <a:pt x="73" y="25"/>
                  <a:pt x="73" y="25"/>
                </a:cubicBezTo>
                <a:cubicBezTo>
                  <a:pt x="73" y="25"/>
                  <a:pt x="72" y="25"/>
                  <a:pt x="72" y="25"/>
                </a:cubicBezTo>
                <a:cubicBezTo>
                  <a:pt x="72" y="25"/>
                  <a:pt x="72" y="25"/>
                  <a:pt x="72" y="25"/>
                </a:cubicBezTo>
                <a:cubicBezTo>
                  <a:pt x="72" y="25"/>
                  <a:pt x="72" y="25"/>
                  <a:pt x="71" y="25"/>
                </a:cubicBezTo>
                <a:cubicBezTo>
                  <a:pt x="71" y="25"/>
                  <a:pt x="71" y="25"/>
                  <a:pt x="71" y="25"/>
                </a:cubicBezTo>
                <a:cubicBezTo>
                  <a:pt x="71" y="25"/>
                  <a:pt x="71" y="25"/>
                  <a:pt x="71" y="25"/>
                </a:cubicBezTo>
                <a:cubicBezTo>
                  <a:pt x="71" y="25"/>
                  <a:pt x="71" y="25"/>
                  <a:pt x="71" y="25"/>
                </a:cubicBezTo>
                <a:cubicBezTo>
                  <a:pt x="70" y="25"/>
                  <a:pt x="70" y="25"/>
                  <a:pt x="70" y="26"/>
                </a:cubicBezTo>
                <a:cubicBezTo>
                  <a:pt x="70" y="26"/>
                  <a:pt x="70" y="26"/>
                  <a:pt x="70" y="26"/>
                </a:cubicBezTo>
                <a:cubicBezTo>
                  <a:pt x="70" y="26"/>
                  <a:pt x="69" y="26"/>
                  <a:pt x="69" y="26"/>
                </a:cubicBezTo>
                <a:cubicBezTo>
                  <a:pt x="69" y="26"/>
                  <a:pt x="69" y="27"/>
                  <a:pt x="69" y="27"/>
                </a:cubicBezTo>
                <a:cubicBezTo>
                  <a:pt x="69" y="27"/>
                  <a:pt x="69" y="27"/>
                  <a:pt x="69" y="27"/>
                </a:cubicBezTo>
                <a:cubicBezTo>
                  <a:pt x="68" y="27"/>
                  <a:pt x="68" y="27"/>
                  <a:pt x="68" y="28"/>
                </a:cubicBezTo>
                <a:cubicBezTo>
                  <a:pt x="68" y="28"/>
                  <a:pt x="68" y="28"/>
                  <a:pt x="68" y="28"/>
                </a:cubicBezTo>
                <a:cubicBezTo>
                  <a:pt x="68" y="28"/>
                  <a:pt x="68" y="28"/>
                  <a:pt x="68" y="29"/>
                </a:cubicBezTo>
                <a:cubicBezTo>
                  <a:pt x="68" y="29"/>
                  <a:pt x="68" y="29"/>
                  <a:pt x="68" y="29"/>
                </a:cubicBezTo>
                <a:cubicBezTo>
                  <a:pt x="68" y="29"/>
                  <a:pt x="68" y="29"/>
                  <a:pt x="68" y="30"/>
                </a:cubicBezTo>
                <a:cubicBezTo>
                  <a:pt x="68" y="30"/>
                  <a:pt x="68" y="30"/>
                  <a:pt x="68" y="30"/>
                </a:cubicBezTo>
                <a:cubicBezTo>
                  <a:pt x="68" y="30"/>
                  <a:pt x="68" y="30"/>
                  <a:pt x="68" y="31"/>
                </a:cubicBezTo>
                <a:cubicBezTo>
                  <a:pt x="68" y="31"/>
                  <a:pt x="68" y="31"/>
                  <a:pt x="68" y="31"/>
                </a:cubicBezTo>
                <a:cubicBezTo>
                  <a:pt x="68" y="31"/>
                  <a:pt x="68" y="31"/>
                  <a:pt x="68" y="32"/>
                </a:cubicBezTo>
                <a:cubicBezTo>
                  <a:pt x="68" y="32"/>
                  <a:pt x="68" y="32"/>
                  <a:pt x="68" y="32"/>
                </a:cubicBezTo>
                <a:cubicBezTo>
                  <a:pt x="68" y="32"/>
                  <a:pt x="68" y="32"/>
                  <a:pt x="68" y="32"/>
                </a:cubicBezTo>
                <a:cubicBezTo>
                  <a:pt x="68" y="32"/>
                  <a:pt x="68" y="33"/>
                  <a:pt x="68" y="33"/>
                </a:cubicBezTo>
                <a:cubicBezTo>
                  <a:pt x="68" y="33"/>
                  <a:pt x="69" y="33"/>
                  <a:pt x="69" y="33"/>
                </a:cubicBezTo>
                <a:cubicBezTo>
                  <a:pt x="69" y="33"/>
                  <a:pt x="69" y="33"/>
                  <a:pt x="69" y="33"/>
                </a:cubicBezTo>
                <a:cubicBezTo>
                  <a:pt x="69" y="33"/>
                  <a:pt x="69" y="33"/>
                  <a:pt x="69" y="33"/>
                </a:cubicBezTo>
                <a:cubicBezTo>
                  <a:pt x="69" y="34"/>
                  <a:pt x="69" y="34"/>
                  <a:pt x="69" y="34"/>
                </a:cubicBezTo>
                <a:cubicBezTo>
                  <a:pt x="69" y="34"/>
                  <a:pt x="69" y="34"/>
                  <a:pt x="69" y="34"/>
                </a:cubicBezTo>
                <a:cubicBezTo>
                  <a:pt x="69" y="34"/>
                  <a:pt x="70" y="34"/>
                  <a:pt x="70" y="34"/>
                </a:cubicBezTo>
                <a:cubicBezTo>
                  <a:pt x="70" y="34"/>
                  <a:pt x="70" y="34"/>
                  <a:pt x="70" y="34"/>
                </a:cubicBezTo>
                <a:cubicBezTo>
                  <a:pt x="70" y="34"/>
                  <a:pt x="70" y="35"/>
                  <a:pt x="70" y="35"/>
                </a:cubicBezTo>
                <a:cubicBezTo>
                  <a:pt x="70" y="35"/>
                  <a:pt x="70" y="35"/>
                  <a:pt x="70" y="35"/>
                </a:cubicBezTo>
                <a:cubicBezTo>
                  <a:pt x="70" y="35"/>
                  <a:pt x="71" y="35"/>
                  <a:pt x="71" y="35"/>
                </a:cubicBezTo>
                <a:cubicBezTo>
                  <a:pt x="71" y="35"/>
                  <a:pt x="71" y="35"/>
                  <a:pt x="71" y="35"/>
                </a:cubicBezTo>
                <a:cubicBezTo>
                  <a:pt x="71" y="35"/>
                  <a:pt x="71" y="35"/>
                  <a:pt x="71" y="35"/>
                </a:cubicBezTo>
                <a:cubicBezTo>
                  <a:pt x="71" y="35"/>
                  <a:pt x="71" y="35"/>
                  <a:pt x="71" y="35"/>
                </a:cubicBezTo>
                <a:cubicBezTo>
                  <a:pt x="71" y="35"/>
                  <a:pt x="71" y="35"/>
                  <a:pt x="72" y="35"/>
                </a:cubicBezTo>
                <a:cubicBezTo>
                  <a:pt x="72" y="35"/>
                  <a:pt x="72" y="35"/>
                  <a:pt x="72" y="35"/>
                </a:cubicBezTo>
                <a:cubicBezTo>
                  <a:pt x="72" y="35"/>
                  <a:pt x="72" y="35"/>
                  <a:pt x="72" y="35"/>
                </a:cubicBezTo>
                <a:cubicBezTo>
                  <a:pt x="72" y="35"/>
                  <a:pt x="72" y="35"/>
                  <a:pt x="72" y="35"/>
                </a:cubicBezTo>
                <a:cubicBezTo>
                  <a:pt x="72" y="35"/>
                  <a:pt x="73" y="35"/>
                  <a:pt x="73" y="35"/>
                </a:cubicBezTo>
                <a:cubicBezTo>
                  <a:pt x="73" y="35"/>
                  <a:pt x="73" y="35"/>
                  <a:pt x="73" y="35"/>
                </a:cubicBezTo>
                <a:cubicBezTo>
                  <a:pt x="73" y="35"/>
                  <a:pt x="73" y="36"/>
                  <a:pt x="73" y="36"/>
                </a:cubicBezTo>
                <a:cubicBezTo>
                  <a:pt x="73" y="36"/>
                  <a:pt x="73" y="36"/>
                  <a:pt x="73" y="35"/>
                </a:cubicBezTo>
                <a:cubicBezTo>
                  <a:pt x="73" y="36"/>
                  <a:pt x="73" y="36"/>
                  <a:pt x="73" y="35"/>
                </a:cubicBezTo>
                <a:cubicBezTo>
                  <a:pt x="73" y="35"/>
                  <a:pt x="74" y="35"/>
                  <a:pt x="74" y="35"/>
                </a:cubicBezTo>
                <a:cubicBezTo>
                  <a:pt x="74" y="35"/>
                  <a:pt x="74" y="35"/>
                  <a:pt x="74" y="35"/>
                </a:cubicBezTo>
                <a:cubicBezTo>
                  <a:pt x="74" y="35"/>
                  <a:pt x="74" y="35"/>
                  <a:pt x="74" y="35"/>
                </a:cubicBezTo>
                <a:cubicBezTo>
                  <a:pt x="74" y="35"/>
                  <a:pt x="74" y="35"/>
                  <a:pt x="74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6" y="35"/>
                  <a:pt x="76" y="35"/>
                  <a:pt x="76" y="35"/>
                </a:cubicBezTo>
                <a:cubicBezTo>
                  <a:pt x="76" y="35"/>
                  <a:pt x="76" y="35"/>
                  <a:pt x="76" y="35"/>
                </a:cubicBezTo>
                <a:cubicBezTo>
                  <a:pt x="76" y="35"/>
                  <a:pt x="76" y="35"/>
                  <a:pt x="76" y="35"/>
                </a:cubicBezTo>
                <a:cubicBezTo>
                  <a:pt x="76" y="35"/>
                  <a:pt x="76" y="35"/>
                  <a:pt x="76" y="34"/>
                </a:cubicBezTo>
                <a:cubicBezTo>
                  <a:pt x="76" y="34"/>
                  <a:pt x="77" y="34"/>
                  <a:pt x="77" y="34"/>
                </a:cubicBezTo>
                <a:cubicBezTo>
                  <a:pt x="77" y="34"/>
                  <a:pt x="77" y="34"/>
                  <a:pt x="77" y="34"/>
                </a:cubicBezTo>
                <a:cubicBezTo>
                  <a:pt x="77" y="34"/>
                  <a:pt x="77" y="34"/>
                  <a:pt x="77" y="34"/>
                </a:cubicBezTo>
                <a:cubicBezTo>
                  <a:pt x="77" y="34"/>
                  <a:pt x="77" y="34"/>
                  <a:pt x="77" y="34"/>
                </a:cubicBezTo>
                <a:cubicBezTo>
                  <a:pt x="77" y="34"/>
                  <a:pt x="78" y="33"/>
                  <a:pt x="78" y="33"/>
                </a:cubicBezTo>
                <a:cubicBezTo>
                  <a:pt x="78" y="33"/>
                  <a:pt x="78" y="33"/>
                  <a:pt x="78" y="33"/>
                </a:cubicBezTo>
                <a:cubicBezTo>
                  <a:pt x="78" y="33"/>
                  <a:pt x="78" y="33"/>
                  <a:pt x="78" y="32"/>
                </a:cubicBezTo>
                <a:cubicBezTo>
                  <a:pt x="78" y="32"/>
                  <a:pt x="78" y="32"/>
                  <a:pt x="78" y="32"/>
                </a:cubicBezTo>
                <a:cubicBezTo>
                  <a:pt x="78" y="32"/>
                  <a:pt x="78" y="32"/>
                  <a:pt x="79" y="31"/>
                </a:cubicBezTo>
                <a:cubicBezTo>
                  <a:pt x="79" y="31"/>
                  <a:pt x="79" y="31"/>
                  <a:pt x="79" y="31"/>
                </a:cubicBezTo>
                <a:cubicBezTo>
                  <a:pt x="79" y="31"/>
                  <a:pt x="79" y="31"/>
                  <a:pt x="79" y="30"/>
                </a:cubicBezTo>
                <a:cubicBezTo>
                  <a:pt x="79" y="30"/>
                  <a:pt x="79" y="30"/>
                  <a:pt x="79" y="30"/>
                </a:cubicBezTo>
                <a:close/>
                <a:moveTo>
                  <a:pt x="93" y="45"/>
                </a:moveTo>
                <a:cubicBezTo>
                  <a:pt x="99" y="39"/>
                  <a:pt x="99" y="39"/>
                  <a:pt x="99" y="39"/>
                </a:cubicBezTo>
                <a:cubicBezTo>
                  <a:pt x="99" y="39"/>
                  <a:pt x="99" y="39"/>
                  <a:pt x="99" y="39"/>
                </a:cubicBezTo>
                <a:cubicBezTo>
                  <a:pt x="100" y="38"/>
                  <a:pt x="100" y="35"/>
                  <a:pt x="99" y="34"/>
                </a:cubicBezTo>
                <a:cubicBezTo>
                  <a:pt x="71" y="6"/>
                  <a:pt x="71" y="6"/>
                  <a:pt x="71" y="6"/>
                </a:cubicBezTo>
                <a:cubicBezTo>
                  <a:pt x="69" y="4"/>
                  <a:pt x="67" y="4"/>
                  <a:pt x="65" y="6"/>
                </a:cubicBezTo>
                <a:cubicBezTo>
                  <a:pt x="64" y="6"/>
                  <a:pt x="64" y="6"/>
                  <a:pt x="64" y="6"/>
                </a:cubicBezTo>
                <a:cubicBezTo>
                  <a:pt x="26" y="45"/>
                  <a:pt x="26" y="45"/>
                  <a:pt x="26" y="45"/>
                </a:cubicBezTo>
                <a:cubicBezTo>
                  <a:pt x="23" y="48"/>
                  <a:pt x="23" y="48"/>
                  <a:pt x="23" y="48"/>
                </a:cubicBezTo>
                <a:cubicBezTo>
                  <a:pt x="27" y="48"/>
                  <a:pt x="27" y="48"/>
                  <a:pt x="27" y="48"/>
                </a:cubicBezTo>
                <a:cubicBezTo>
                  <a:pt x="30" y="45"/>
                  <a:pt x="30" y="45"/>
                  <a:pt x="30" y="45"/>
                </a:cubicBezTo>
                <a:cubicBezTo>
                  <a:pt x="63" y="12"/>
                  <a:pt x="63" y="12"/>
                  <a:pt x="63" y="12"/>
                </a:cubicBezTo>
                <a:cubicBezTo>
                  <a:pt x="63" y="12"/>
                  <a:pt x="63" y="12"/>
                  <a:pt x="63" y="12"/>
                </a:cubicBezTo>
                <a:cubicBezTo>
                  <a:pt x="63" y="12"/>
                  <a:pt x="64" y="12"/>
                  <a:pt x="64" y="12"/>
                </a:cubicBezTo>
                <a:cubicBezTo>
                  <a:pt x="64" y="12"/>
                  <a:pt x="64" y="13"/>
                  <a:pt x="64" y="13"/>
                </a:cubicBezTo>
                <a:cubicBezTo>
                  <a:pt x="66" y="14"/>
                  <a:pt x="69" y="14"/>
                  <a:pt x="71" y="12"/>
                </a:cubicBezTo>
                <a:cubicBezTo>
                  <a:pt x="71" y="12"/>
                  <a:pt x="71" y="12"/>
                  <a:pt x="71" y="12"/>
                </a:cubicBezTo>
                <a:cubicBezTo>
                  <a:pt x="71" y="11"/>
                  <a:pt x="72" y="11"/>
                  <a:pt x="72" y="11"/>
                </a:cubicBezTo>
                <a:cubicBezTo>
                  <a:pt x="72" y="11"/>
                  <a:pt x="72" y="11"/>
                  <a:pt x="72" y="11"/>
                </a:cubicBezTo>
                <a:cubicBezTo>
                  <a:pt x="93" y="32"/>
                  <a:pt x="93" y="32"/>
                  <a:pt x="93" y="32"/>
                </a:cubicBezTo>
                <a:cubicBezTo>
                  <a:pt x="93" y="32"/>
                  <a:pt x="93" y="32"/>
                  <a:pt x="93" y="32"/>
                </a:cubicBezTo>
                <a:cubicBezTo>
                  <a:pt x="93" y="33"/>
                  <a:pt x="93" y="33"/>
                  <a:pt x="93" y="33"/>
                </a:cubicBezTo>
                <a:cubicBezTo>
                  <a:pt x="92" y="33"/>
                  <a:pt x="92" y="33"/>
                  <a:pt x="92" y="34"/>
                </a:cubicBezTo>
                <a:cubicBezTo>
                  <a:pt x="90" y="35"/>
                  <a:pt x="90" y="38"/>
                  <a:pt x="91" y="40"/>
                </a:cubicBezTo>
                <a:cubicBezTo>
                  <a:pt x="92" y="40"/>
                  <a:pt x="92" y="40"/>
                  <a:pt x="92" y="41"/>
                </a:cubicBezTo>
                <a:cubicBezTo>
                  <a:pt x="92" y="41"/>
                  <a:pt x="93" y="41"/>
                  <a:pt x="93" y="41"/>
                </a:cubicBezTo>
                <a:cubicBezTo>
                  <a:pt x="93" y="41"/>
                  <a:pt x="93" y="41"/>
                  <a:pt x="92" y="41"/>
                </a:cubicBezTo>
                <a:cubicBezTo>
                  <a:pt x="89" y="45"/>
                  <a:pt x="89" y="45"/>
                  <a:pt x="89" y="45"/>
                </a:cubicBezTo>
                <a:cubicBezTo>
                  <a:pt x="86" y="48"/>
                  <a:pt x="86" y="48"/>
                  <a:pt x="86" y="48"/>
                </a:cubicBezTo>
                <a:cubicBezTo>
                  <a:pt x="90" y="48"/>
                  <a:pt x="90" y="48"/>
                  <a:pt x="90" y="48"/>
                </a:cubicBezTo>
                <a:lnTo>
                  <a:pt x="93" y="45"/>
                </a:lnTo>
                <a:close/>
                <a:moveTo>
                  <a:pt x="111" y="105"/>
                </a:moveTo>
                <a:cubicBezTo>
                  <a:pt x="111" y="84"/>
                  <a:pt x="111" y="84"/>
                  <a:pt x="111" y="84"/>
                </a:cubicBezTo>
                <a:cubicBezTo>
                  <a:pt x="83" y="84"/>
                  <a:pt x="83" y="84"/>
                  <a:pt x="83" y="84"/>
                </a:cubicBezTo>
                <a:cubicBezTo>
                  <a:pt x="77" y="84"/>
                  <a:pt x="72" y="88"/>
                  <a:pt x="72" y="94"/>
                </a:cubicBezTo>
                <a:cubicBezTo>
                  <a:pt x="72" y="100"/>
                  <a:pt x="77" y="105"/>
                  <a:pt x="83" y="105"/>
                </a:cubicBezTo>
                <a:lnTo>
                  <a:pt x="111" y="105"/>
                </a:lnTo>
                <a:close/>
                <a:moveTo>
                  <a:pt x="92" y="128"/>
                </a:moveTo>
                <a:cubicBezTo>
                  <a:pt x="92" y="130"/>
                  <a:pt x="92" y="130"/>
                  <a:pt x="92" y="130"/>
                </a:cubicBezTo>
                <a:cubicBezTo>
                  <a:pt x="97" y="130"/>
                  <a:pt x="97" y="130"/>
                  <a:pt x="97" y="130"/>
                </a:cubicBezTo>
                <a:cubicBezTo>
                  <a:pt x="98" y="130"/>
                  <a:pt x="99" y="130"/>
                  <a:pt x="99" y="129"/>
                </a:cubicBezTo>
                <a:cubicBezTo>
                  <a:pt x="99" y="128"/>
                  <a:pt x="99" y="128"/>
                  <a:pt x="99" y="128"/>
                </a:cubicBezTo>
                <a:cubicBezTo>
                  <a:pt x="98" y="128"/>
                  <a:pt x="97" y="128"/>
                  <a:pt x="97" y="128"/>
                </a:cubicBezTo>
                <a:lnTo>
                  <a:pt x="92" y="128"/>
                </a:lnTo>
                <a:close/>
                <a:moveTo>
                  <a:pt x="78" y="130"/>
                </a:moveTo>
                <a:cubicBezTo>
                  <a:pt x="78" y="128"/>
                  <a:pt x="78" y="128"/>
                  <a:pt x="78" y="128"/>
                </a:cubicBezTo>
                <a:cubicBezTo>
                  <a:pt x="71" y="128"/>
                  <a:pt x="71" y="128"/>
                  <a:pt x="71" y="128"/>
                </a:cubicBezTo>
                <a:cubicBezTo>
                  <a:pt x="71" y="130"/>
                  <a:pt x="71" y="130"/>
                  <a:pt x="71" y="130"/>
                </a:cubicBezTo>
                <a:lnTo>
                  <a:pt x="78" y="130"/>
                </a:lnTo>
                <a:close/>
                <a:moveTo>
                  <a:pt x="82" y="130"/>
                </a:moveTo>
                <a:cubicBezTo>
                  <a:pt x="89" y="130"/>
                  <a:pt x="89" y="130"/>
                  <a:pt x="89" y="130"/>
                </a:cubicBezTo>
                <a:cubicBezTo>
                  <a:pt x="89" y="128"/>
                  <a:pt x="89" y="128"/>
                  <a:pt x="89" y="128"/>
                </a:cubicBezTo>
                <a:cubicBezTo>
                  <a:pt x="82" y="128"/>
                  <a:pt x="82" y="128"/>
                  <a:pt x="82" y="128"/>
                </a:cubicBezTo>
                <a:lnTo>
                  <a:pt x="82" y="130"/>
                </a:lnTo>
                <a:close/>
                <a:moveTo>
                  <a:pt x="11" y="79"/>
                </a:moveTo>
                <a:cubicBezTo>
                  <a:pt x="13" y="79"/>
                  <a:pt x="13" y="79"/>
                  <a:pt x="13" y="79"/>
                </a:cubicBezTo>
                <a:cubicBezTo>
                  <a:pt x="13" y="72"/>
                  <a:pt x="13" y="72"/>
                  <a:pt x="13" y="72"/>
                </a:cubicBezTo>
                <a:cubicBezTo>
                  <a:pt x="11" y="72"/>
                  <a:pt x="11" y="72"/>
                  <a:pt x="11" y="72"/>
                </a:cubicBezTo>
                <a:lnTo>
                  <a:pt x="11" y="79"/>
                </a:lnTo>
                <a:close/>
                <a:moveTo>
                  <a:pt x="101" y="124"/>
                </a:moveTo>
                <a:cubicBezTo>
                  <a:pt x="101" y="125"/>
                  <a:pt x="101" y="125"/>
                  <a:pt x="100" y="126"/>
                </a:cubicBezTo>
                <a:cubicBezTo>
                  <a:pt x="102" y="127"/>
                  <a:pt x="102" y="127"/>
                  <a:pt x="102" y="127"/>
                </a:cubicBezTo>
                <a:cubicBezTo>
                  <a:pt x="103" y="126"/>
                  <a:pt x="103" y="125"/>
                  <a:pt x="103" y="124"/>
                </a:cubicBezTo>
                <a:cubicBezTo>
                  <a:pt x="103" y="119"/>
                  <a:pt x="103" y="119"/>
                  <a:pt x="103" y="119"/>
                </a:cubicBezTo>
                <a:cubicBezTo>
                  <a:pt x="101" y="119"/>
                  <a:pt x="101" y="119"/>
                  <a:pt x="101" y="119"/>
                </a:cubicBezTo>
                <a:lnTo>
                  <a:pt x="101" y="124"/>
                </a:lnTo>
                <a:close/>
                <a:moveTo>
                  <a:pt x="64" y="59"/>
                </a:moveTo>
                <a:cubicBezTo>
                  <a:pt x="57" y="59"/>
                  <a:pt x="57" y="59"/>
                  <a:pt x="57" y="59"/>
                </a:cubicBezTo>
                <a:cubicBezTo>
                  <a:pt x="57" y="61"/>
                  <a:pt x="57" y="61"/>
                  <a:pt x="57" y="61"/>
                </a:cubicBezTo>
                <a:cubicBezTo>
                  <a:pt x="64" y="61"/>
                  <a:pt x="64" y="61"/>
                  <a:pt x="64" y="61"/>
                </a:cubicBezTo>
                <a:lnTo>
                  <a:pt x="64" y="59"/>
                </a:lnTo>
                <a:close/>
                <a:moveTo>
                  <a:pt x="85" y="59"/>
                </a:moveTo>
                <a:cubicBezTo>
                  <a:pt x="78" y="59"/>
                  <a:pt x="78" y="59"/>
                  <a:pt x="78" y="59"/>
                </a:cubicBezTo>
                <a:cubicBezTo>
                  <a:pt x="78" y="61"/>
                  <a:pt x="78" y="61"/>
                  <a:pt x="78" y="61"/>
                </a:cubicBezTo>
                <a:cubicBezTo>
                  <a:pt x="85" y="61"/>
                  <a:pt x="85" y="61"/>
                  <a:pt x="85" y="61"/>
                </a:cubicBezTo>
                <a:lnTo>
                  <a:pt x="85" y="59"/>
                </a:lnTo>
                <a:close/>
                <a:moveTo>
                  <a:pt x="68" y="128"/>
                </a:moveTo>
                <a:cubicBezTo>
                  <a:pt x="61" y="128"/>
                  <a:pt x="61" y="128"/>
                  <a:pt x="61" y="128"/>
                </a:cubicBezTo>
                <a:cubicBezTo>
                  <a:pt x="61" y="130"/>
                  <a:pt x="61" y="130"/>
                  <a:pt x="61" y="130"/>
                </a:cubicBezTo>
                <a:cubicBezTo>
                  <a:pt x="68" y="130"/>
                  <a:pt x="68" y="130"/>
                  <a:pt x="68" y="130"/>
                </a:cubicBezTo>
                <a:lnTo>
                  <a:pt x="68" y="128"/>
                </a:lnTo>
                <a:close/>
                <a:moveTo>
                  <a:pt x="75" y="59"/>
                </a:moveTo>
                <a:cubicBezTo>
                  <a:pt x="67" y="59"/>
                  <a:pt x="67" y="59"/>
                  <a:pt x="67" y="59"/>
                </a:cubicBezTo>
                <a:cubicBezTo>
                  <a:pt x="67" y="61"/>
                  <a:pt x="67" y="61"/>
                  <a:pt x="67" y="61"/>
                </a:cubicBezTo>
                <a:cubicBezTo>
                  <a:pt x="75" y="61"/>
                  <a:pt x="75" y="61"/>
                  <a:pt x="75" y="61"/>
                </a:cubicBezTo>
                <a:lnTo>
                  <a:pt x="75" y="59"/>
                </a:lnTo>
                <a:close/>
                <a:moveTo>
                  <a:pt x="101" y="76"/>
                </a:moveTo>
                <a:cubicBezTo>
                  <a:pt x="103" y="76"/>
                  <a:pt x="103" y="76"/>
                  <a:pt x="103" y="76"/>
                </a:cubicBezTo>
                <a:cubicBezTo>
                  <a:pt x="103" y="69"/>
                  <a:pt x="103" y="69"/>
                  <a:pt x="103" y="69"/>
                </a:cubicBezTo>
                <a:cubicBezTo>
                  <a:pt x="101" y="69"/>
                  <a:pt x="101" y="69"/>
                  <a:pt x="101" y="69"/>
                </a:cubicBezTo>
                <a:lnTo>
                  <a:pt x="101" y="76"/>
                </a:lnTo>
                <a:close/>
                <a:moveTo>
                  <a:pt x="88" y="59"/>
                </a:moveTo>
                <a:cubicBezTo>
                  <a:pt x="88" y="61"/>
                  <a:pt x="88" y="61"/>
                  <a:pt x="88" y="61"/>
                </a:cubicBezTo>
                <a:cubicBezTo>
                  <a:pt x="95" y="61"/>
                  <a:pt x="95" y="61"/>
                  <a:pt x="95" y="61"/>
                </a:cubicBezTo>
                <a:cubicBezTo>
                  <a:pt x="95" y="59"/>
                  <a:pt x="95" y="59"/>
                  <a:pt x="95" y="59"/>
                </a:cubicBezTo>
                <a:lnTo>
                  <a:pt x="88" y="59"/>
                </a:lnTo>
                <a:close/>
                <a:moveTo>
                  <a:pt x="103" y="65"/>
                </a:moveTo>
                <a:cubicBezTo>
                  <a:pt x="103" y="62"/>
                  <a:pt x="101" y="60"/>
                  <a:pt x="98" y="59"/>
                </a:cubicBezTo>
                <a:cubicBezTo>
                  <a:pt x="98" y="61"/>
                  <a:pt x="98" y="61"/>
                  <a:pt x="98" y="61"/>
                </a:cubicBezTo>
                <a:cubicBezTo>
                  <a:pt x="100" y="62"/>
                  <a:pt x="101" y="63"/>
                  <a:pt x="101" y="65"/>
                </a:cubicBezTo>
                <a:cubicBezTo>
                  <a:pt x="101" y="65"/>
                  <a:pt x="101" y="65"/>
                  <a:pt x="101" y="65"/>
                </a:cubicBezTo>
                <a:cubicBezTo>
                  <a:pt x="103" y="65"/>
                  <a:pt x="103" y="65"/>
                  <a:pt x="103" y="65"/>
                </a:cubicBezTo>
                <a:close/>
                <a:moveTo>
                  <a:pt x="23" y="61"/>
                </a:moveTo>
                <a:cubicBezTo>
                  <a:pt x="23" y="59"/>
                  <a:pt x="23" y="59"/>
                  <a:pt x="23" y="59"/>
                </a:cubicBezTo>
                <a:cubicBezTo>
                  <a:pt x="18" y="59"/>
                  <a:pt x="18" y="59"/>
                  <a:pt x="18" y="59"/>
                </a:cubicBezTo>
                <a:cubicBezTo>
                  <a:pt x="17" y="59"/>
                  <a:pt x="16" y="59"/>
                  <a:pt x="15" y="59"/>
                </a:cubicBezTo>
                <a:cubicBezTo>
                  <a:pt x="16" y="61"/>
                  <a:pt x="16" y="61"/>
                  <a:pt x="16" y="61"/>
                </a:cubicBezTo>
                <a:cubicBezTo>
                  <a:pt x="17" y="61"/>
                  <a:pt x="17" y="61"/>
                  <a:pt x="18" y="61"/>
                </a:cubicBezTo>
                <a:lnTo>
                  <a:pt x="23" y="61"/>
                </a:lnTo>
                <a:close/>
                <a:moveTo>
                  <a:pt x="33" y="59"/>
                </a:moveTo>
                <a:cubicBezTo>
                  <a:pt x="26" y="59"/>
                  <a:pt x="26" y="59"/>
                  <a:pt x="26" y="59"/>
                </a:cubicBezTo>
                <a:cubicBezTo>
                  <a:pt x="26" y="61"/>
                  <a:pt x="26" y="61"/>
                  <a:pt x="26" y="61"/>
                </a:cubicBezTo>
                <a:cubicBezTo>
                  <a:pt x="33" y="61"/>
                  <a:pt x="33" y="61"/>
                  <a:pt x="33" y="61"/>
                </a:cubicBezTo>
                <a:lnTo>
                  <a:pt x="33" y="59"/>
                </a:lnTo>
                <a:close/>
                <a:moveTo>
                  <a:pt x="27" y="128"/>
                </a:moveTo>
                <a:cubicBezTo>
                  <a:pt x="20" y="128"/>
                  <a:pt x="20" y="128"/>
                  <a:pt x="20" y="128"/>
                </a:cubicBezTo>
                <a:cubicBezTo>
                  <a:pt x="20" y="130"/>
                  <a:pt x="20" y="130"/>
                  <a:pt x="20" y="130"/>
                </a:cubicBezTo>
                <a:cubicBezTo>
                  <a:pt x="27" y="130"/>
                  <a:pt x="27" y="130"/>
                  <a:pt x="27" y="130"/>
                </a:cubicBezTo>
                <a:lnTo>
                  <a:pt x="27" y="128"/>
                </a:lnTo>
                <a:close/>
                <a:moveTo>
                  <a:pt x="37" y="128"/>
                </a:moveTo>
                <a:cubicBezTo>
                  <a:pt x="30" y="128"/>
                  <a:pt x="30" y="128"/>
                  <a:pt x="30" y="128"/>
                </a:cubicBezTo>
                <a:cubicBezTo>
                  <a:pt x="30" y="130"/>
                  <a:pt x="30" y="130"/>
                  <a:pt x="30" y="130"/>
                </a:cubicBezTo>
                <a:cubicBezTo>
                  <a:pt x="37" y="130"/>
                  <a:pt x="37" y="130"/>
                  <a:pt x="37" y="130"/>
                </a:cubicBezTo>
                <a:lnTo>
                  <a:pt x="37" y="128"/>
                </a:lnTo>
                <a:close/>
                <a:moveTo>
                  <a:pt x="44" y="59"/>
                </a:moveTo>
                <a:cubicBezTo>
                  <a:pt x="36" y="59"/>
                  <a:pt x="36" y="59"/>
                  <a:pt x="36" y="59"/>
                </a:cubicBezTo>
                <a:cubicBezTo>
                  <a:pt x="36" y="61"/>
                  <a:pt x="36" y="61"/>
                  <a:pt x="36" y="61"/>
                </a:cubicBezTo>
                <a:cubicBezTo>
                  <a:pt x="44" y="61"/>
                  <a:pt x="44" y="61"/>
                  <a:pt x="44" y="61"/>
                </a:cubicBezTo>
                <a:lnTo>
                  <a:pt x="44" y="59"/>
                </a:lnTo>
                <a:close/>
                <a:moveTo>
                  <a:pt x="54" y="59"/>
                </a:moveTo>
                <a:cubicBezTo>
                  <a:pt x="47" y="59"/>
                  <a:pt x="47" y="59"/>
                  <a:pt x="47" y="59"/>
                </a:cubicBezTo>
                <a:cubicBezTo>
                  <a:pt x="47" y="61"/>
                  <a:pt x="47" y="61"/>
                  <a:pt x="47" y="61"/>
                </a:cubicBezTo>
                <a:cubicBezTo>
                  <a:pt x="54" y="61"/>
                  <a:pt x="54" y="61"/>
                  <a:pt x="54" y="61"/>
                </a:cubicBezTo>
                <a:lnTo>
                  <a:pt x="54" y="59"/>
                </a:lnTo>
                <a:close/>
                <a:moveTo>
                  <a:pt x="47" y="128"/>
                </a:moveTo>
                <a:cubicBezTo>
                  <a:pt x="40" y="128"/>
                  <a:pt x="40" y="128"/>
                  <a:pt x="40" y="128"/>
                </a:cubicBezTo>
                <a:cubicBezTo>
                  <a:pt x="40" y="130"/>
                  <a:pt x="40" y="130"/>
                  <a:pt x="40" y="130"/>
                </a:cubicBezTo>
                <a:cubicBezTo>
                  <a:pt x="47" y="130"/>
                  <a:pt x="47" y="130"/>
                  <a:pt x="47" y="130"/>
                </a:cubicBezTo>
                <a:lnTo>
                  <a:pt x="47" y="128"/>
                </a:lnTo>
                <a:close/>
                <a:moveTo>
                  <a:pt x="58" y="128"/>
                </a:moveTo>
                <a:cubicBezTo>
                  <a:pt x="51" y="128"/>
                  <a:pt x="51" y="128"/>
                  <a:pt x="51" y="128"/>
                </a:cubicBezTo>
                <a:cubicBezTo>
                  <a:pt x="51" y="130"/>
                  <a:pt x="51" y="130"/>
                  <a:pt x="51" y="130"/>
                </a:cubicBezTo>
                <a:cubicBezTo>
                  <a:pt x="58" y="130"/>
                  <a:pt x="58" y="130"/>
                  <a:pt x="58" y="130"/>
                </a:cubicBezTo>
                <a:lnTo>
                  <a:pt x="58" y="128"/>
                </a:lnTo>
                <a:close/>
                <a:moveTo>
                  <a:pt x="84" y="88"/>
                </a:moveTo>
                <a:cubicBezTo>
                  <a:pt x="81" y="88"/>
                  <a:pt x="78" y="91"/>
                  <a:pt x="78" y="94"/>
                </a:cubicBezTo>
                <a:cubicBezTo>
                  <a:pt x="78" y="98"/>
                  <a:pt x="81" y="100"/>
                  <a:pt x="84" y="100"/>
                </a:cubicBezTo>
                <a:cubicBezTo>
                  <a:pt x="88" y="100"/>
                  <a:pt x="91" y="98"/>
                  <a:pt x="91" y="94"/>
                </a:cubicBezTo>
                <a:cubicBezTo>
                  <a:pt x="91" y="91"/>
                  <a:pt x="88" y="88"/>
                  <a:pt x="84" y="8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7"/>
          <p:cNvSpPr/>
          <p:nvPr/>
        </p:nvSpPr>
        <p:spPr>
          <a:xfrm>
            <a:off x="10601141" y="2370174"/>
            <a:ext cx="324456" cy="236234"/>
          </a:xfrm>
          <a:custGeom>
            <a:rect b="b" l="l" r="r" t="t"/>
            <a:pathLst>
              <a:path extrusionOk="0" h="102" w="140">
                <a:moveTo>
                  <a:pt x="131" y="0"/>
                </a:moveTo>
                <a:cubicBezTo>
                  <a:pt x="9" y="0"/>
                  <a:pt x="9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93"/>
                  <a:pt x="0" y="93"/>
                  <a:pt x="0" y="93"/>
                </a:cubicBezTo>
                <a:cubicBezTo>
                  <a:pt x="0" y="98"/>
                  <a:pt x="4" y="102"/>
                  <a:pt x="9" y="102"/>
                </a:cubicBezTo>
                <a:cubicBezTo>
                  <a:pt x="131" y="102"/>
                  <a:pt x="131" y="102"/>
                  <a:pt x="131" y="102"/>
                </a:cubicBezTo>
                <a:cubicBezTo>
                  <a:pt x="136" y="102"/>
                  <a:pt x="140" y="98"/>
                  <a:pt x="140" y="93"/>
                </a:cubicBezTo>
                <a:cubicBezTo>
                  <a:pt x="140" y="9"/>
                  <a:pt x="140" y="9"/>
                  <a:pt x="140" y="9"/>
                </a:cubicBezTo>
                <a:cubicBezTo>
                  <a:pt x="140" y="4"/>
                  <a:pt x="136" y="0"/>
                  <a:pt x="131" y="0"/>
                </a:cubicBezTo>
                <a:close/>
                <a:moveTo>
                  <a:pt x="136" y="93"/>
                </a:moveTo>
                <a:cubicBezTo>
                  <a:pt x="136" y="96"/>
                  <a:pt x="134" y="98"/>
                  <a:pt x="131" y="98"/>
                </a:cubicBezTo>
                <a:cubicBezTo>
                  <a:pt x="9" y="98"/>
                  <a:pt x="9" y="98"/>
                  <a:pt x="9" y="98"/>
                </a:cubicBezTo>
                <a:cubicBezTo>
                  <a:pt x="6" y="98"/>
                  <a:pt x="4" y="96"/>
                  <a:pt x="4" y="93"/>
                </a:cubicBezTo>
                <a:cubicBezTo>
                  <a:pt x="4" y="9"/>
                  <a:pt x="4" y="9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31" y="4"/>
                  <a:pt x="131" y="4"/>
                  <a:pt x="131" y="4"/>
                </a:cubicBezTo>
                <a:cubicBezTo>
                  <a:pt x="134" y="4"/>
                  <a:pt x="136" y="6"/>
                  <a:pt x="136" y="9"/>
                </a:cubicBezTo>
                <a:lnTo>
                  <a:pt x="136" y="93"/>
                </a:lnTo>
                <a:close/>
                <a:moveTo>
                  <a:pt x="11" y="11"/>
                </a:moveTo>
                <a:cubicBezTo>
                  <a:pt x="129" y="11"/>
                  <a:pt x="129" y="11"/>
                  <a:pt x="129" y="11"/>
                </a:cubicBezTo>
                <a:cubicBezTo>
                  <a:pt x="129" y="32"/>
                  <a:pt x="129" y="32"/>
                  <a:pt x="129" y="32"/>
                </a:cubicBezTo>
                <a:cubicBezTo>
                  <a:pt x="11" y="32"/>
                  <a:pt x="11" y="32"/>
                  <a:pt x="11" y="32"/>
                </a:cubicBezTo>
                <a:lnTo>
                  <a:pt x="11" y="11"/>
                </a:lnTo>
                <a:close/>
                <a:moveTo>
                  <a:pt x="11" y="70"/>
                </a:moveTo>
                <a:cubicBezTo>
                  <a:pt x="129" y="70"/>
                  <a:pt x="129" y="70"/>
                  <a:pt x="129" y="70"/>
                </a:cubicBezTo>
                <a:cubicBezTo>
                  <a:pt x="129" y="91"/>
                  <a:pt x="129" y="91"/>
                  <a:pt x="129" y="91"/>
                </a:cubicBezTo>
                <a:cubicBezTo>
                  <a:pt x="11" y="91"/>
                  <a:pt x="11" y="91"/>
                  <a:pt x="11" y="91"/>
                </a:cubicBezTo>
                <a:lnTo>
                  <a:pt x="11" y="70"/>
                </a:lnTo>
                <a:close/>
                <a:moveTo>
                  <a:pt x="57" y="65"/>
                </a:moveTo>
                <a:cubicBezTo>
                  <a:pt x="51" y="65"/>
                  <a:pt x="51" y="65"/>
                  <a:pt x="51" y="65"/>
                </a:cubicBezTo>
                <a:cubicBezTo>
                  <a:pt x="57" y="37"/>
                  <a:pt x="57" y="37"/>
                  <a:pt x="57" y="37"/>
                </a:cubicBezTo>
                <a:cubicBezTo>
                  <a:pt x="62" y="37"/>
                  <a:pt x="62" y="37"/>
                  <a:pt x="62" y="37"/>
                </a:cubicBezTo>
                <a:lnTo>
                  <a:pt x="57" y="65"/>
                </a:lnTo>
                <a:close/>
                <a:moveTo>
                  <a:pt x="49" y="37"/>
                </a:moveTo>
                <a:cubicBezTo>
                  <a:pt x="55" y="37"/>
                  <a:pt x="55" y="37"/>
                  <a:pt x="55" y="37"/>
                </a:cubicBezTo>
                <a:cubicBezTo>
                  <a:pt x="39" y="65"/>
                  <a:pt x="39" y="65"/>
                  <a:pt x="39" y="65"/>
                </a:cubicBezTo>
                <a:cubicBezTo>
                  <a:pt x="33" y="65"/>
                  <a:pt x="33" y="65"/>
                  <a:pt x="33" y="65"/>
                </a:cubicBezTo>
                <a:cubicBezTo>
                  <a:pt x="28" y="37"/>
                  <a:pt x="28" y="37"/>
                  <a:pt x="28" y="37"/>
                </a:cubicBezTo>
                <a:cubicBezTo>
                  <a:pt x="34" y="37"/>
                  <a:pt x="34" y="37"/>
                  <a:pt x="34" y="37"/>
                </a:cubicBezTo>
                <a:cubicBezTo>
                  <a:pt x="38" y="58"/>
                  <a:pt x="38" y="58"/>
                  <a:pt x="38" y="58"/>
                </a:cubicBezTo>
                <a:lnTo>
                  <a:pt x="49" y="37"/>
                </a:lnTo>
                <a:close/>
                <a:moveTo>
                  <a:pt x="95" y="59"/>
                </a:moveTo>
                <a:cubicBezTo>
                  <a:pt x="106" y="59"/>
                  <a:pt x="106" y="59"/>
                  <a:pt x="106" y="59"/>
                </a:cubicBezTo>
                <a:cubicBezTo>
                  <a:pt x="106" y="65"/>
                  <a:pt x="106" y="65"/>
                  <a:pt x="106" y="65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07" y="37"/>
                  <a:pt x="107" y="37"/>
                  <a:pt x="107" y="37"/>
                </a:cubicBezTo>
                <a:cubicBezTo>
                  <a:pt x="101" y="37"/>
                  <a:pt x="101" y="37"/>
                  <a:pt x="101" y="37"/>
                </a:cubicBezTo>
                <a:cubicBezTo>
                  <a:pt x="86" y="65"/>
                  <a:pt x="86" y="65"/>
                  <a:pt x="86" y="65"/>
                </a:cubicBezTo>
                <a:cubicBezTo>
                  <a:pt x="91" y="65"/>
                  <a:pt x="91" y="65"/>
                  <a:pt x="91" y="65"/>
                </a:cubicBezTo>
                <a:lnTo>
                  <a:pt x="95" y="59"/>
                </a:lnTo>
                <a:close/>
                <a:moveTo>
                  <a:pt x="103" y="43"/>
                </a:moveTo>
                <a:cubicBezTo>
                  <a:pt x="105" y="54"/>
                  <a:pt x="105" y="54"/>
                  <a:pt x="105" y="54"/>
                </a:cubicBezTo>
                <a:cubicBezTo>
                  <a:pt x="97" y="54"/>
                  <a:pt x="97" y="54"/>
                  <a:pt x="97" y="54"/>
                </a:cubicBezTo>
                <a:lnTo>
                  <a:pt x="103" y="43"/>
                </a:lnTo>
                <a:close/>
                <a:moveTo>
                  <a:pt x="78" y="59"/>
                </a:moveTo>
                <a:cubicBezTo>
                  <a:pt x="78" y="59"/>
                  <a:pt x="79" y="58"/>
                  <a:pt x="79" y="57"/>
                </a:cubicBezTo>
                <a:cubicBezTo>
                  <a:pt x="79" y="56"/>
                  <a:pt x="79" y="56"/>
                  <a:pt x="78" y="55"/>
                </a:cubicBezTo>
                <a:cubicBezTo>
                  <a:pt x="77" y="55"/>
                  <a:pt x="76" y="54"/>
                  <a:pt x="74" y="53"/>
                </a:cubicBezTo>
                <a:cubicBezTo>
                  <a:pt x="72" y="52"/>
                  <a:pt x="70" y="51"/>
                  <a:pt x="69" y="51"/>
                </a:cubicBezTo>
                <a:cubicBezTo>
                  <a:pt x="68" y="50"/>
                  <a:pt x="68" y="49"/>
                  <a:pt x="67" y="48"/>
                </a:cubicBezTo>
                <a:cubicBezTo>
                  <a:pt x="66" y="47"/>
                  <a:pt x="66" y="46"/>
                  <a:pt x="66" y="45"/>
                </a:cubicBezTo>
                <a:cubicBezTo>
                  <a:pt x="66" y="43"/>
                  <a:pt x="67" y="41"/>
                  <a:pt x="69" y="39"/>
                </a:cubicBezTo>
                <a:cubicBezTo>
                  <a:pt x="70" y="38"/>
                  <a:pt x="73" y="37"/>
                  <a:pt x="76" y="37"/>
                </a:cubicBezTo>
                <a:cubicBezTo>
                  <a:pt x="79" y="37"/>
                  <a:pt x="82" y="38"/>
                  <a:pt x="83" y="39"/>
                </a:cubicBezTo>
                <a:cubicBezTo>
                  <a:pt x="85" y="41"/>
                  <a:pt x="86" y="43"/>
                  <a:pt x="86" y="45"/>
                </a:cubicBezTo>
                <a:cubicBezTo>
                  <a:pt x="81" y="45"/>
                  <a:pt x="81" y="45"/>
                  <a:pt x="81" y="45"/>
                </a:cubicBezTo>
                <a:cubicBezTo>
                  <a:pt x="81" y="44"/>
                  <a:pt x="80" y="43"/>
                  <a:pt x="79" y="42"/>
                </a:cubicBezTo>
                <a:cubicBezTo>
                  <a:pt x="79" y="42"/>
                  <a:pt x="77" y="41"/>
                  <a:pt x="76" y="41"/>
                </a:cubicBezTo>
                <a:cubicBezTo>
                  <a:pt x="74" y="41"/>
                  <a:pt x="73" y="42"/>
                  <a:pt x="73" y="42"/>
                </a:cubicBezTo>
                <a:cubicBezTo>
                  <a:pt x="72" y="43"/>
                  <a:pt x="72" y="43"/>
                  <a:pt x="72" y="44"/>
                </a:cubicBezTo>
                <a:cubicBezTo>
                  <a:pt x="72" y="45"/>
                  <a:pt x="72" y="46"/>
                  <a:pt x="72" y="46"/>
                </a:cubicBezTo>
                <a:cubicBezTo>
                  <a:pt x="73" y="47"/>
                  <a:pt x="74" y="47"/>
                  <a:pt x="77" y="48"/>
                </a:cubicBezTo>
                <a:cubicBezTo>
                  <a:pt x="80" y="50"/>
                  <a:pt x="82" y="51"/>
                  <a:pt x="83" y="52"/>
                </a:cubicBezTo>
                <a:cubicBezTo>
                  <a:pt x="84" y="53"/>
                  <a:pt x="84" y="54"/>
                  <a:pt x="84" y="56"/>
                </a:cubicBezTo>
                <a:cubicBezTo>
                  <a:pt x="84" y="59"/>
                  <a:pt x="84" y="61"/>
                  <a:pt x="82" y="63"/>
                </a:cubicBezTo>
                <a:cubicBezTo>
                  <a:pt x="80" y="64"/>
                  <a:pt x="77" y="65"/>
                  <a:pt x="74" y="65"/>
                </a:cubicBezTo>
                <a:cubicBezTo>
                  <a:pt x="71" y="65"/>
                  <a:pt x="69" y="65"/>
                  <a:pt x="67" y="64"/>
                </a:cubicBezTo>
                <a:cubicBezTo>
                  <a:pt x="66" y="63"/>
                  <a:pt x="64" y="62"/>
                  <a:pt x="64" y="61"/>
                </a:cubicBezTo>
                <a:cubicBezTo>
                  <a:pt x="63" y="59"/>
                  <a:pt x="63" y="58"/>
                  <a:pt x="63" y="56"/>
                </a:cubicBezTo>
                <a:cubicBezTo>
                  <a:pt x="68" y="56"/>
                  <a:pt x="68" y="56"/>
                  <a:pt x="68" y="56"/>
                </a:cubicBezTo>
                <a:cubicBezTo>
                  <a:pt x="68" y="57"/>
                  <a:pt x="69" y="58"/>
                  <a:pt x="69" y="59"/>
                </a:cubicBezTo>
                <a:cubicBezTo>
                  <a:pt x="70" y="60"/>
                  <a:pt x="71" y="60"/>
                  <a:pt x="74" y="60"/>
                </a:cubicBezTo>
                <a:cubicBezTo>
                  <a:pt x="75" y="60"/>
                  <a:pt x="77" y="60"/>
                  <a:pt x="78" y="5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7"/>
          <p:cNvSpPr txBox="1"/>
          <p:nvPr/>
        </p:nvSpPr>
        <p:spPr>
          <a:xfrm>
            <a:off x="1749501" y="2240685"/>
            <a:ext cx="2952328" cy="6261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Click here to add content, content to match the title. 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7"/>
          <p:cNvSpPr txBox="1"/>
          <p:nvPr/>
        </p:nvSpPr>
        <p:spPr>
          <a:xfrm>
            <a:off x="1749501" y="3494063"/>
            <a:ext cx="2664296" cy="6261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Click here to add content, content to match the title. 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7"/>
          <p:cNvSpPr txBox="1"/>
          <p:nvPr/>
        </p:nvSpPr>
        <p:spPr>
          <a:xfrm>
            <a:off x="1749501" y="4657778"/>
            <a:ext cx="2304256" cy="905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Click here to add content, content to match the title. 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7"/>
          <p:cNvSpPr txBox="1"/>
          <p:nvPr/>
        </p:nvSpPr>
        <p:spPr>
          <a:xfrm>
            <a:off x="7442026" y="2240685"/>
            <a:ext cx="2952328" cy="6261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Click here to add content, content to match the title. 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7"/>
          <p:cNvSpPr txBox="1"/>
          <p:nvPr/>
        </p:nvSpPr>
        <p:spPr>
          <a:xfrm>
            <a:off x="7730058" y="3494063"/>
            <a:ext cx="2664296" cy="625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Click here to add content, content to match the title. 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7"/>
          <p:cNvSpPr txBox="1"/>
          <p:nvPr/>
        </p:nvSpPr>
        <p:spPr>
          <a:xfrm>
            <a:off x="8090098" y="4657778"/>
            <a:ext cx="2304256" cy="905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Click here to add content, content to match the title. 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1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1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Slide title</a:t>
            </a:r>
            <a:endParaRPr/>
          </a:p>
        </p:txBody>
      </p:sp>
      <p:grpSp>
        <p:nvGrpSpPr>
          <p:cNvPr id="268" name="Google Shape;268;p18"/>
          <p:cNvGrpSpPr/>
          <p:nvPr/>
        </p:nvGrpSpPr>
        <p:grpSpPr>
          <a:xfrm>
            <a:off x="3527801" y="1766690"/>
            <a:ext cx="6010436" cy="2795037"/>
            <a:chOff x="3527801" y="2467334"/>
            <a:chExt cx="6010436" cy="2795037"/>
          </a:xfrm>
        </p:grpSpPr>
        <p:sp>
          <p:nvSpPr>
            <p:cNvPr id="269" name="Google Shape;269;p18"/>
            <p:cNvSpPr/>
            <p:nvPr/>
          </p:nvSpPr>
          <p:spPr>
            <a:xfrm flipH="1" rot="7160031">
              <a:off x="7145427" y="3464265"/>
              <a:ext cx="2749581" cy="790366"/>
            </a:xfrm>
            <a:prstGeom prst="homePlate">
              <a:avLst>
                <a:gd fmla="val 64512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18"/>
            <p:cNvSpPr/>
            <p:nvPr/>
          </p:nvSpPr>
          <p:spPr>
            <a:xfrm rot="5400000">
              <a:off x="2892063" y="3761832"/>
              <a:ext cx="2125467" cy="853991"/>
            </a:xfrm>
            <a:prstGeom prst="round2DiagRect">
              <a:avLst>
                <a:gd fmla="val 33219" name="adj1"/>
                <a:gd fmla="val 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18"/>
            <p:cNvSpPr/>
            <p:nvPr/>
          </p:nvSpPr>
          <p:spPr>
            <a:xfrm flipH="1" rot="5400000">
              <a:off x="3438139" y="3880910"/>
              <a:ext cx="2314306" cy="426997"/>
            </a:xfrm>
            <a:prstGeom prst="parallelogram">
              <a:avLst>
                <a:gd fmla="val 217202" name="adj"/>
              </a:avLst>
            </a:prstGeom>
            <a:solidFill>
              <a:srgbClr val="33435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18"/>
            <p:cNvSpPr/>
            <p:nvPr/>
          </p:nvSpPr>
          <p:spPr>
            <a:xfrm rot="5400000">
              <a:off x="5246982" y="3572991"/>
              <a:ext cx="2503152" cy="853991"/>
            </a:xfrm>
            <a:prstGeom prst="round2DiagRect">
              <a:avLst>
                <a:gd fmla="val 33219" name="adj1"/>
                <a:gd fmla="val 0" name="adj2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18"/>
            <p:cNvSpPr/>
            <p:nvPr/>
          </p:nvSpPr>
          <p:spPr>
            <a:xfrm rot="5400000">
              <a:off x="6416421" y="3478569"/>
              <a:ext cx="2691992" cy="853991"/>
            </a:xfrm>
            <a:prstGeom prst="round2DiagRect">
              <a:avLst>
                <a:gd fmla="val 33219" name="adj1"/>
                <a:gd fmla="val 0" name="adj2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18"/>
            <p:cNvSpPr/>
            <p:nvPr/>
          </p:nvSpPr>
          <p:spPr>
            <a:xfrm flipH="1" rot="5400000">
              <a:off x="5781179" y="3693378"/>
              <a:ext cx="2694618" cy="426997"/>
            </a:xfrm>
            <a:prstGeom prst="parallelogram">
              <a:avLst>
                <a:gd fmla="val 254198" name="adj"/>
              </a:avLst>
            </a:prstGeom>
            <a:solidFill>
              <a:srgbClr val="765E4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18"/>
            <p:cNvSpPr/>
            <p:nvPr/>
          </p:nvSpPr>
          <p:spPr>
            <a:xfrm flipH="1" rot="5400000">
              <a:off x="4606157" y="3791892"/>
              <a:ext cx="2513961" cy="426997"/>
            </a:xfrm>
            <a:prstGeom prst="parallelogram">
              <a:avLst>
                <a:gd fmla="val 221414" name="adj"/>
              </a:avLst>
            </a:prstGeom>
            <a:solidFill>
              <a:srgbClr val="3F2E3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18"/>
            <p:cNvSpPr/>
            <p:nvPr/>
          </p:nvSpPr>
          <p:spPr>
            <a:xfrm rot="5400000">
              <a:off x="4078633" y="3667411"/>
              <a:ext cx="2314308" cy="853991"/>
            </a:xfrm>
            <a:prstGeom prst="round2DiagRect">
              <a:avLst>
                <a:gd fmla="val 33219" name="adj1"/>
                <a:gd fmla="val 0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7" name="Google Shape;277;p18"/>
            <p:cNvGrpSpPr/>
            <p:nvPr/>
          </p:nvGrpSpPr>
          <p:grpSpPr>
            <a:xfrm>
              <a:off x="3717451" y="3392170"/>
              <a:ext cx="474691" cy="462672"/>
              <a:chOff x="4080141" y="798258"/>
              <a:chExt cx="328062" cy="319755"/>
            </a:xfrm>
          </p:grpSpPr>
          <p:sp>
            <p:nvSpPr>
              <p:cNvPr id="278" name="Google Shape;278;p18"/>
              <p:cNvSpPr/>
              <p:nvPr/>
            </p:nvSpPr>
            <p:spPr>
              <a:xfrm>
                <a:off x="4080141" y="823174"/>
                <a:ext cx="294839" cy="294839"/>
              </a:xfrm>
              <a:custGeom>
                <a:rect b="b" l="l" r="r" t="t"/>
                <a:pathLst>
                  <a:path extrusionOk="0" h="284" w="284">
                    <a:moveTo>
                      <a:pt x="141" y="141"/>
                    </a:moveTo>
                    <a:lnTo>
                      <a:pt x="284" y="141"/>
                    </a:lnTo>
                    <a:lnTo>
                      <a:pt x="284" y="141"/>
                    </a:lnTo>
                    <a:lnTo>
                      <a:pt x="283" y="156"/>
                    </a:lnTo>
                    <a:lnTo>
                      <a:pt x="281" y="170"/>
                    </a:lnTo>
                    <a:lnTo>
                      <a:pt x="277" y="185"/>
                    </a:lnTo>
                    <a:lnTo>
                      <a:pt x="274" y="197"/>
                    </a:lnTo>
                    <a:lnTo>
                      <a:pt x="266" y="210"/>
                    </a:lnTo>
                    <a:lnTo>
                      <a:pt x="259" y="221"/>
                    </a:lnTo>
                    <a:lnTo>
                      <a:pt x="252" y="232"/>
                    </a:lnTo>
                    <a:lnTo>
                      <a:pt x="243" y="243"/>
                    </a:lnTo>
                    <a:lnTo>
                      <a:pt x="232" y="252"/>
                    </a:lnTo>
                    <a:lnTo>
                      <a:pt x="221" y="259"/>
                    </a:lnTo>
                    <a:lnTo>
                      <a:pt x="210" y="266"/>
                    </a:lnTo>
                    <a:lnTo>
                      <a:pt x="197" y="273"/>
                    </a:lnTo>
                    <a:lnTo>
                      <a:pt x="185" y="277"/>
                    </a:lnTo>
                    <a:lnTo>
                      <a:pt x="170" y="281"/>
                    </a:lnTo>
                    <a:lnTo>
                      <a:pt x="156" y="283"/>
                    </a:lnTo>
                    <a:lnTo>
                      <a:pt x="141" y="284"/>
                    </a:lnTo>
                    <a:lnTo>
                      <a:pt x="141" y="284"/>
                    </a:lnTo>
                    <a:lnTo>
                      <a:pt x="127" y="283"/>
                    </a:lnTo>
                    <a:lnTo>
                      <a:pt x="112" y="281"/>
                    </a:lnTo>
                    <a:lnTo>
                      <a:pt x="100" y="277"/>
                    </a:lnTo>
                    <a:lnTo>
                      <a:pt x="87" y="273"/>
                    </a:lnTo>
                    <a:lnTo>
                      <a:pt x="74" y="266"/>
                    </a:lnTo>
                    <a:lnTo>
                      <a:pt x="62" y="259"/>
                    </a:lnTo>
                    <a:lnTo>
                      <a:pt x="51" y="252"/>
                    </a:lnTo>
                    <a:lnTo>
                      <a:pt x="42" y="243"/>
                    </a:lnTo>
                    <a:lnTo>
                      <a:pt x="33" y="232"/>
                    </a:lnTo>
                    <a:lnTo>
                      <a:pt x="23" y="221"/>
                    </a:lnTo>
                    <a:lnTo>
                      <a:pt x="16" y="210"/>
                    </a:lnTo>
                    <a:lnTo>
                      <a:pt x="11" y="197"/>
                    </a:lnTo>
                    <a:lnTo>
                      <a:pt x="5" y="185"/>
                    </a:lnTo>
                    <a:lnTo>
                      <a:pt x="2" y="170"/>
                    </a:lnTo>
                    <a:lnTo>
                      <a:pt x="0" y="156"/>
                    </a:lnTo>
                    <a:lnTo>
                      <a:pt x="0" y="141"/>
                    </a:lnTo>
                    <a:lnTo>
                      <a:pt x="0" y="141"/>
                    </a:lnTo>
                    <a:lnTo>
                      <a:pt x="0" y="127"/>
                    </a:lnTo>
                    <a:lnTo>
                      <a:pt x="2" y="114"/>
                    </a:lnTo>
                    <a:lnTo>
                      <a:pt x="5" y="99"/>
                    </a:lnTo>
                    <a:lnTo>
                      <a:pt x="11" y="87"/>
                    </a:lnTo>
                    <a:lnTo>
                      <a:pt x="16" y="74"/>
                    </a:lnTo>
                    <a:lnTo>
                      <a:pt x="23" y="63"/>
                    </a:lnTo>
                    <a:lnTo>
                      <a:pt x="33" y="52"/>
                    </a:lnTo>
                    <a:lnTo>
                      <a:pt x="42" y="41"/>
                    </a:lnTo>
                    <a:lnTo>
                      <a:pt x="51" y="32"/>
                    </a:lnTo>
                    <a:lnTo>
                      <a:pt x="62" y="23"/>
                    </a:lnTo>
                    <a:lnTo>
                      <a:pt x="74" y="16"/>
                    </a:lnTo>
                    <a:lnTo>
                      <a:pt x="87" y="11"/>
                    </a:lnTo>
                    <a:lnTo>
                      <a:pt x="100" y="7"/>
                    </a:lnTo>
                    <a:lnTo>
                      <a:pt x="112" y="3"/>
                    </a:lnTo>
                    <a:lnTo>
                      <a:pt x="127" y="0"/>
                    </a:lnTo>
                    <a:lnTo>
                      <a:pt x="141" y="0"/>
                    </a:lnTo>
                    <a:lnTo>
                      <a:pt x="141" y="141"/>
                    </a:lnTo>
                    <a:close/>
                  </a:path>
                </a:pathLst>
              </a:custGeom>
              <a:solidFill>
                <a:srgbClr val="D5DFE5"/>
              </a:solidFill>
              <a:ln>
                <a:noFill/>
              </a:ln>
            </p:spPr>
            <p:txBody>
              <a:bodyPr anchorCtr="0" anchor="t" bIns="60950" lIns="121900" spcFirstLastPara="1" rIns="121900" wrap="square" tIns="609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18"/>
              <p:cNvSpPr/>
              <p:nvPr/>
            </p:nvSpPr>
            <p:spPr>
              <a:xfrm>
                <a:off x="4260783" y="798258"/>
                <a:ext cx="147420" cy="147420"/>
              </a:xfrm>
              <a:custGeom>
                <a:rect b="b" l="l" r="r" t="t"/>
                <a:pathLst>
                  <a:path extrusionOk="0" h="142" w="141">
                    <a:moveTo>
                      <a:pt x="0" y="142"/>
                    </a:moveTo>
                    <a:lnTo>
                      <a:pt x="141" y="142"/>
                    </a:lnTo>
                    <a:lnTo>
                      <a:pt x="141" y="142"/>
                    </a:lnTo>
                    <a:lnTo>
                      <a:pt x="141" y="127"/>
                    </a:lnTo>
                    <a:lnTo>
                      <a:pt x="139" y="113"/>
                    </a:lnTo>
                    <a:lnTo>
                      <a:pt x="136" y="100"/>
                    </a:lnTo>
                    <a:lnTo>
                      <a:pt x="130" y="87"/>
                    </a:lnTo>
                    <a:lnTo>
                      <a:pt x="125" y="74"/>
                    </a:lnTo>
                    <a:lnTo>
                      <a:pt x="118" y="62"/>
                    </a:lnTo>
                    <a:lnTo>
                      <a:pt x="109" y="51"/>
                    </a:lnTo>
                    <a:lnTo>
                      <a:pt x="100" y="42"/>
                    </a:lnTo>
                    <a:lnTo>
                      <a:pt x="91" y="33"/>
                    </a:lnTo>
                    <a:lnTo>
                      <a:pt x="80" y="24"/>
                    </a:lnTo>
                    <a:lnTo>
                      <a:pt x="67" y="16"/>
                    </a:lnTo>
                    <a:lnTo>
                      <a:pt x="54" y="11"/>
                    </a:lnTo>
                    <a:lnTo>
                      <a:pt x="42" y="6"/>
                    </a:lnTo>
                    <a:lnTo>
                      <a:pt x="29" y="2"/>
                    </a:lnTo>
                    <a:lnTo>
                      <a:pt x="14" y="0"/>
                    </a:lnTo>
                    <a:lnTo>
                      <a:pt x="0" y="0"/>
                    </a:lnTo>
                    <a:lnTo>
                      <a:pt x="0" y="142"/>
                    </a:lnTo>
                    <a:close/>
                  </a:path>
                </a:pathLst>
              </a:custGeom>
              <a:solidFill>
                <a:srgbClr val="D5DFE5"/>
              </a:solidFill>
              <a:ln>
                <a:noFill/>
              </a:ln>
            </p:spPr>
            <p:txBody>
              <a:bodyPr anchorCtr="0" anchor="t" bIns="60950" lIns="121900" spcFirstLastPara="1" rIns="121900" wrap="square" tIns="609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0" name="Google Shape;280;p18"/>
            <p:cNvSpPr txBox="1"/>
            <p:nvPr/>
          </p:nvSpPr>
          <p:spPr>
            <a:xfrm>
              <a:off x="3550006" y="4503846"/>
              <a:ext cx="80958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D5DFE5"/>
                  </a:solidFill>
                  <a:latin typeface="Calibri"/>
                  <a:ea typeface="Calibri"/>
                  <a:cs typeface="Calibri"/>
                  <a:sym typeface="Calibri"/>
                </a:rPr>
                <a:t>01</a:t>
              </a:r>
              <a:endParaRPr/>
            </a:p>
          </p:txBody>
        </p:sp>
        <p:sp>
          <p:nvSpPr>
            <p:cNvPr id="281" name="Google Shape;281;p18"/>
            <p:cNvSpPr txBox="1"/>
            <p:nvPr/>
          </p:nvSpPr>
          <p:spPr>
            <a:xfrm>
              <a:off x="4830997" y="4503846"/>
              <a:ext cx="80958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E0D4D9"/>
                  </a:solidFill>
                  <a:latin typeface="Calibri"/>
                  <a:ea typeface="Calibri"/>
                  <a:cs typeface="Calibri"/>
                  <a:sym typeface="Calibri"/>
                </a:rPr>
                <a:t>02</a:t>
              </a:r>
              <a:endParaRPr/>
            </a:p>
          </p:txBody>
        </p:sp>
        <p:sp>
          <p:nvSpPr>
            <p:cNvPr id="282" name="Google Shape;282;p18"/>
            <p:cNvSpPr txBox="1"/>
            <p:nvPr/>
          </p:nvSpPr>
          <p:spPr>
            <a:xfrm>
              <a:off x="6093768" y="4503846"/>
              <a:ext cx="80958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EBE5E0"/>
                  </a:solidFill>
                  <a:latin typeface="Calibri"/>
                  <a:ea typeface="Calibri"/>
                  <a:cs typeface="Calibri"/>
                  <a:sym typeface="Calibri"/>
                </a:rPr>
                <a:t>03</a:t>
              </a:r>
              <a:endParaRPr/>
            </a:p>
          </p:txBody>
        </p:sp>
        <p:sp>
          <p:nvSpPr>
            <p:cNvPr id="283" name="Google Shape;283;p18"/>
            <p:cNvSpPr txBox="1"/>
            <p:nvPr/>
          </p:nvSpPr>
          <p:spPr>
            <a:xfrm>
              <a:off x="7357627" y="4503846"/>
              <a:ext cx="80958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DDEAF6"/>
                  </a:solidFill>
                  <a:latin typeface="Calibri"/>
                  <a:ea typeface="Calibri"/>
                  <a:cs typeface="Calibri"/>
                  <a:sym typeface="Calibri"/>
                </a:rPr>
                <a:t>04</a:t>
              </a:r>
              <a:endParaRPr/>
            </a:p>
          </p:txBody>
        </p:sp>
        <p:sp>
          <p:nvSpPr>
            <p:cNvPr id="284" name="Google Shape;284;p18"/>
            <p:cNvSpPr/>
            <p:nvPr/>
          </p:nvSpPr>
          <p:spPr>
            <a:xfrm>
              <a:off x="5055265" y="3211461"/>
              <a:ext cx="361046" cy="574728"/>
            </a:xfrm>
            <a:custGeom>
              <a:rect b="b" l="l" r="r" t="t"/>
              <a:pathLst>
                <a:path extrusionOk="0" h="311" w="196">
                  <a:moveTo>
                    <a:pt x="98" y="0"/>
                  </a:moveTo>
                  <a:lnTo>
                    <a:pt x="98" y="0"/>
                  </a:lnTo>
                  <a:lnTo>
                    <a:pt x="78" y="1"/>
                  </a:lnTo>
                  <a:lnTo>
                    <a:pt x="60" y="7"/>
                  </a:lnTo>
                  <a:lnTo>
                    <a:pt x="44" y="16"/>
                  </a:lnTo>
                  <a:lnTo>
                    <a:pt x="29" y="27"/>
                  </a:lnTo>
                  <a:lnTo>
                    <a:pt x="16" y="41"/>
                  </a:lnTo>
                  <a:lnTo>
                    <a:pt x="7" y="59"/>
                  </a:lnTo>
                  <a:lnTo>
                    <a:pt x="2" y="78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0" y="116"/>
                  </a:lnTo>
                  <a:lnTo>
                    <a:pt x="4" y="134"/>
                  </a:lnTo>
                  <a:lnTo>
                    <a:pt x="9" y="154"/>
                  </a:lnTo>
                  <a:lnTo>
                    <a:pt x="15" y="172"/>
                  </a:lnTo>
                  <a:lnTo>
                    <a:pt x="31" y="208"/>
                  </a:lnTo>
                  <a:lnTo>
                    <a:pt x="49" y="241"/>
                  </a:lnTo>
                  <a:lnTo>
                    <a:pt x="67" y="270"/>
                  </a:lnTo>
                  <a:lnTo>
                    <a:pt x="82" y="291"/>
                  </a:lnTo>
                  <a:lnTo>
                    <a:pt x="98" y="311"/>
                  </a:lnTo>
                  <a:lnTo>
                    <a:pt x="98" y="311"/>
                  </a:lnTo>
                  <a:lnTo>
                    <a:pt x="112" y="291"/>
                  </a:lnTo>
                  <a:lnTo>
                    <a:pt x="129" y="270"/>
                  </a:lnTo>
                  <a:lnTo>
                    <a:pt x="147" y="241"/>
                  </a:lnTo>
                  <a:lnTo>
                    <a:pt x="165" y="208"/>
                  </a:lnTo>
                  <a:lnTo>
                    <a:pt x="180" y="172"/>
                  </a:lnTo>
                  <a:lnTo>
                    <a:pt x="187" y="154"/>
                  </a:lnTo>
                  <a:lnTo>
                    <a:pt x="190" y="134"/>
                  </a:lnTo>
                  <a:lnTo>
                    <a:pt x="194" y="116"/>
                  </a:lnTo>
                  <a:lnTo>
                    <a:pt x="196" y="98"/>
                  </a:lnTo>
                  <a:lnTo>
                    <a:pt x="196" y="98"/>
                  </a:lnTo>
                  <a:lnTo>
                    <a:pt x="194" y="78"/>
                  </a:lnTo>
                  <a:lnTo>
                    <a:pt x="187" y="59"/>
                  </a:lnTo>
                  <a:lnTo>
                    <a:pt x="178" y="41"/>
                  </a:lnTo>
                  <a:lnTo>
                    <a:pt x="167" y="27"/>
                  </a:lnTo>
                  <a:lnTo>
                    <a:pt x="152" y="16"/>
                  </a:lnTo>
                  <a:lnTo>
                    <a:pt x="136" y="7"/>
                  </a:lnTo>
                  <a:lnTo>
                    <a:pt x="118" y="1"/>
                  </a:lnTo>
                  <a:lnTo>
                    <a:pt x="98" y="0"/>
                  </a:lnTo>
                  <a:lnTo>
                    <a:pt x="98" y="0"/>
                  </a:lnTo>
                  <a:close/>
                  <a:moveTo>
                    <a:pt x="98" y="157"/>
                  </a:moveTo>
                  <a:lnTo>
                    <a:pt x="98" y="157"/>
                  </a:lnTo>
                  <a:lnTo>
                    <a:pt x="85" y="156"/>
                  </a:lnTo>
                  <a:lnTo>
                    <a:pt x="74" y="152"/>
                  </a:lnTo>
                  <a:lnTo>
                    <a:pt x="64" y="146"/>
                  </a:lnTo>
                  <a:lnTo>
                    <a:pt x="54" y="139"/>
                  </a:lnTo>
                  <a:lnTo>
                    <a:pt x="47" y="130"/>
                  </a:lnTo>
                  <a:lnTo>
                    <a:pt x="42" y="119"/>
                  </a:lnTo>
                  <a:lnTo>
                    <a:pt x="38" y="108"/>
                  </a:lnTo>
                  <a:lnTo>
                    <a:pt x="38" y="98"/>
                  </a:lnTo>
                  <a:lnTo>
                    <a:pt x="38" y="98"/>
                  </a:lnTo>
                  <a:lnTo>
                    <a:pt x="38" y="85"/>
                  </a:lnTo>
                  <a:lnTo>
                    <a:pt x="42" y="74"/>
                  </a:lnTo>
                  <a:lnTo>
                    <a:pt x="47" y="63"/>
                  </a:lnTo>
                  <a:lnTo>
                    <a:pt x="54" y="54"/>
                  </a:lnTo>
                  <a:lnTo>
                    <a:pt x="64" y="47"/>
                  </a:lnTo>
                  <a:lnTo>
                    <a:pt x="74" y="41"/>
                  </a:lnTo>
                  <a:lnTo>
                    <a:pt x="85" y="38"/>
                  </a:lnTo>
                  <a:lnTo>
                    <a:pt x="98" y="36"/>
                  </a:lnTo>
                  <a:lnTo>
                    <a:pt x="98" y="36"/>
                  </a:lnTo>
                  <a:lnTo>
                    <a:pt x="109" y="38"/>
                  </a:lnTo>
                  <a:lnTo>
                    <a:pt x="122" y="41"/>
                  </a:lnTo>
                  <a:lnTo>
                    <a:pt x="131" y="47"/>
                  </a:lnTo>
                  <a:lnTo>
                    <a:pt x="140" y="54"/>
                  </a:lnTo>
                  <a:lnTo>
                    <a:pt x="147" y="63"/>
                  </a:lnTo>
                  <a:lnTo>
                    <a:pt x="152" y="74"/>
                  </a:lnTo>
                  <a:lnTo>
                    <a:pt x="156" y="85"/>
                  </a:lnTo>
                  <a:lnTo>
                    <a:pt x="158" y="98"/>
                  </a:lnTo>
                  <a:lnTo>
                    <a:pt x="158" y="98"/>
                  </a:lnTo>
                  <a:lnTo>
                    <a:pt x="156" y="108"/>
                  </a:lnTo>
                  <a:lnTo>
                    <a:pt x="152" y="119"/>
                  </a:lnTo>
                  <a:lnTo>
                    <a:pt x="147" y="130"/>
                  </a:lnTo>
                  <a:lnTo>
                    <a:pt x="140" y="139"/>
                  </a:lnTo>
                  <a:lnTo>
                    <a:pt x="131" y="146"/>
                  </a:lnTo>
                  <a:lnTo>
                    <a:pt x="122" y="152"/>
                  </a:lnTo>
                  <a:lnTo>
                    <a:pt x="109" y="156"/>
                  </a:lnTo>
                  <a:lnTo>
                    <a:pt x="98" y="157"/>
                  </a:lnTo>
                  <a:lnTo>
                    <a:pt x="98" y="157"/>
                  </a:lnTo>
                  <a:close/>
                  <a:moveTo>
                    <a:pt x="60" y="98"/>
                  </a:moveTo>
                  <a:lnTo>
                    <a:pt x="60" y="98"/>
                  </a:lnTo>
                  <a:lnTo>
                    <a:pt x="60" y="105"/>
                  </a:lnTo>
                  <a:lnTo>
                    <a:pt x="62" y="112"/>
                  </a:lnTo>
                  <a:lnTo>
                    <a:pt x="65" y="117"/>
                  </a:lnTo>
                  <a:lnTo>
                    <a:pt x="71" y="123"/>
                  </a:lnTo>
                  <a:lnTo>
                    <a:pt x="76" y="128"/>
                  </a:lnTo>
                  <a:lnTo>
                    <a:pt x="83" y="132"/>
                  </a:lnTo>
                  <a:lnTo>
                    <a:pt x="89" y="134"/>
                  </a:lnTo>
                  <a:lnTo>
                    <a:pt x="98" y="134"/>
                  </a:lnTo>
                  <a:lnTo>
                    <a:pt x="98" y="134"/>
                  </a:lnTo>
                  <a:lnTo>
                    <a:pt x="105" y="134"/>
                  </a:lnTo>
                  <a:lnTo>
                    <a:pt x="112" y="132"/>
                  </a:lnTo>
                  <a:lnTo>
                    <a:pt x="118" y="128"/>
                  </a:lnTo>
                  <a:lnTo>
                    <a:pt x="125" y="123"/>
                  </a:lnTo>
                  <a:lnTo>
                    <a:pt x="129" y="117"/>
                  </a:lnTo>
                  <a:lnTo>
                    <a:pt x="132" y="112"/>
                  </a:lnTo>
                  <a:lnTo>
                    <a:pt x="134" y="105"/>
                  </a:lnTo>
                  <a:lnTo>
                    <a:pt x="136" y="98"/>
                  </a:lnTo>
                  <a:lnTo>
                    <a:pt x="136" y="98"/>
                  </a:lnTo>
                  <a:lnTo>
                    <a:pt x="134" y="88"/>
                  </a:lnTo>
                  <a:lnTo>
                    <a:pt x="132" y="81"/>
                  </a:lnTo>
                  <a:lnTo>
                    <a:pt x="129" y="76"/>
                  </a:lnTo>
                  <a:lnTo>
                    <a:pt x="125" y="70"/>
                  </a:lnTo>
                  <a:lnTo>
                    <a:pt x="118" y="65"/>
                  </a:lnTo>
                  <a:lnTo>
                    <a:pt x="112" y="61"/>
                  </a:lnTo>
                  <a:lnTo>
                    <a:pt x="105" y="59"/>
                  </a:lnTo>
                  <a:lnTo>
                    <a:pt x="98" y="59"/>
                  </a:lnTo>
                  <a:lnTo>
                    <a:pt x="98" y="59"/>
                  </a:lnTo>
                  <a:lnTo>
                    <a:pt x="89" y="59"/>
                  </a:lnTo>
                  <a:lnTo>
                    <a:pt x="83" y="61"/>
                  </a:lnTo>
                  <a:lnTo>
                    <a:pt x="76" y="65"/>
                  </a:lnTo>
                  <a:lnTo>
                    <a:pt x="71" y="70"/>
                  </a:lnTo>
                  <a:lnTo>
                    <a:pt x="65" y="76"/>
                  </a:lnTo>
                  <a:lnTo>
                    <a:pt x="62" y="81"/>
                  </a:lnTo>
                  <a:lnTo>
                    <a:pt x="60" y="88"/>
                  </a:lnTo>
                  <a:lnTo>
                    <a:pt x="60" y="98"/>
                  </a:lnTo>
                  <a:lnTo>
                    <a:pt x="60" y="98"/>
                  </a:lnTo>
                  <a:close/>
                </a:path>
              </a:pathLst>
            </a:custGeom>
            <a:solidFill>
              <a:srgbClr val="E0D4D9"/>
            </a:solidFill>
            <a:ln>
              <a:noFill/>
            </a:ln>
          </p:spPr>
          <p:txBody>
            <a:bodyPr anchorCtr="0" anchor="t" bIns="60950" lIns="121900" spcFirstLastPara="1" rIns="121900" wrap="square" tIns="609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5" name="Google Shape;285;p18"/>
            <p:cNvGrpSpPr/>
            <p:nvPr/>
          </p:nvGrpSpPr>
          <p:grpSpPr>
            <a:xfrm>
              <a:off x="6264965" y="3141093"/>
              <a:ext cx="467186" cy="357731"/>
              <a:chOff x="5552261" y="1554043"/>
              <a:chExt cx="363359" cy="278229"/>
            </a:xfrm>
          </p:grpSpPr>
          <p:sp>
            <p:nvSpPr>
              <p:cNvPr id="286" name="Google Shape;286;p18"/>
              <p:cNvSpPr/>
              <p:nvPr/>
            </p:nvSpPr>
            <p:spPr>
              <a:xfrm>
                <a:off x="5552261" y="1715997"/>
                <a:ext cx="363359" cy="116275"/>
              </a:xfrm>
              <a:custGeom>
                <a:rect b="b" l="l" r="r" t="t"/>
                <a:pathLst>
                  <a:path extrusionOk="0" h="112" w="350">
                    <a:moveTo>
                      <a:pt x="211" y="31"/>
                    </a:moveTo>
                    <a:lnTo>
                      <a:pt x="140" y="31"/>
                    </a:lnTo>
                    <a:lnTo>
                      <a:pt x="140" y="0"/>
                    </a:lnTo>
                    <a:lnTo>
                      <a:pt x="0" y="0"/>
                    </a:lnTo>
                    <a:lnTo>
                      <a:pt x="0" y="96"/>
                    </a:lnTo>
                    <a:lnTo>
                      <a:pt x="0" y="96"/>
                    </a:lnTo>
                    <a:lnTo>
                      <a:pt x="2" y="102"/>
                    </a:lnTo>
                    <a:lnTo>
                      <a:pt x="4" y="107"/>
                    </a:lnTo>
                    <a:lnTo>
                      <a:pt x="9" y="111"/>
                    </a:lnTo>
                    <a:lnTo>
                      <a:pt x="17" y="112"/>
                    </a:lnTo>
                    <a:lnTo>
                      <a:pt x="334" y="112"/>
                    </a:lnTo>
                    <a:lnTo>
                      <a:pt x="334" y="112"/>
                    </a:lnTo>
                    <a:lnTo>
                      <a:pt x="341" y="111"/>
                    </a:lnTo>
                    <a:lnTo>
                      <a:pt x="347" y="107"/>
                    </a:lnTo>
                    <a:lnTo>
                      <a:pt x="350" y="102"/>
                    </a:lnTo>
                    <a:lnTo>
                      <a:pt x="350" y="96"/>
                    </a:lnTo>
                    <a:lnTo>
                      <a:pt x="350" y="0"/>
                    </a:lnTo>
                    <a:lnTo>
                      <a:pt x="211" y="0"/>
                    </a:lnTo>
                    <a:lnTo>
                      <a:pt x="211" y="31"/>
                    </a:lnTo>
                    <a:close/>
                  </a:path>
                </a:pathLst>
              </a:custGeom>
              <a:solidFill>
                <a:srgbClr val="EBE5E0"/>
              </a:solidFill>
              <a:ln>
                <a:noFill/>
              </a:ln>
            </p:spPr>
            <p:txBody>
              <a:bodyPr anchorCtr="0" anchor="t" bIns="60950" lIns="121900" spcFirstLastPara="1" rIns="121900" wrap="square" tIns="609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18"/>
              <p:cNvSpPr/>
              <p:nvPr/>
            </p:nvSpPr>
            <p:spPr>
              <a:xfrm>
                <a:off x="5552261" y="1554043"/>
                <a:ext cx="363359" cy="137038"/>
              </a:xfrm>
              <a:custGeom>
                <a:rect b="b" l="l" r="r" t="t"/>
                <a:pathLst>
                  <a:path extrusionOk="0" h="130" w="350">
                    <a:moveTo>
                      <a:pt x="334" y="42"/>
                    </a:moveTo>
                    <a:lnTo>
                      <a:pt x="225" y="42"/>
                    </a:lnTo>
                    <a:lnTo>
                      <a:pt x="225" y="42"/>
                    </a:lnTo>
                    <a:lnTo>
                      <a:pt x="225" y="5"/>
                    </a:lnTo>
                    <a:lnTo>
                      <a:pt x="225" y="5"/>
                    </a:lnTo>
                    <a:lnTo>
                      <a:pt x="225" y="2"/>
                    </a:lnTo>
                    <a:lnTo>
                      <a:pt x="223" y="0"/>
                    </a:lnTo>
                    <a:lnTo>
                      <a:pt x="222" y="0"/>
                    </a:lnTo>
                    <a:lnTo>
                      <a:pt x="120" y="0"/>
                    </a:lnTo>
                    <a:lnTo>
                      <a:pt x="120" y="0"/>
                    </a:lnTo>
                    <a:lnTo>
                      <a:pt x="118" y="2"/>
                    </a:lnTo>
                    <a:lnTo>
                      <a:pt x="116" y="4"/>
                    </a:lnTo>
                    <a:lnTo>
                      <a:pt x="115" y="5"/>
                    </a:lnTo>
                    <a:lnTo>
                      <a:pt x="115" y="5"/>
                    </a:lnTo>
                    <a:lnTo>
                      <a:pt x="115" y="42"/>
                    </a:lnTo>
                    <a:lnTo>
                      <a:pt x="17" y="42"/>
                    </a:lnTo>
                    <a:lnTo>
                      <a:pt x="17" y="42"/>
                    </a:lnTo>
                    <a:lnTo>
                      <a:pt x="9" y="42"/>
                    </a:lnTo>
                    <a:lnTo>
                      <a:pt x="4" y="45"/>
                    </a:lnTo>
                    <a:lnTo>
                      <a:pt x="2" y="51"/>
                    </a:lnTo>
                    <a:lnTo>
                      <a:pt x="0" y="58"/>
                    </a:lnTo>
                    <a:lnTo>
                      <a:pt x="0" y="130"/>
                    </a:lnTo>
                    <a:lnTo>
                      <a:pt x="350" y="130"/>
                    </a:lnTo>
                    <a:lnTo>
                      <a:pt x="350" y="58"/>
                    </a:lnTo>
                    <a:lnTo>
                      <a:pt x="350" y="58"/>
                    </a:lnTo>
                    <a:lnTo>
                      <a:pt x="350" y="51"/>
                    </a:lnTo>
                    <a:lnTo>
                      <a:pt x="347" y="45"/>
                    </a:lnTo>
                    <a:lnTo>
                      <a:pt x="341" y="42"/>
                    </a:lnTo>
                    <a:lnTo>
                      <a:pt x="334" y="42"/>
                    </a:lnTo>
                    <a:lnTo>
                      <a:pt x="334" y="42"/>
                    </a:lnTo>
                    <a:close/>
                    <a:moveTo>
                      <a:pt x="133" y="42"/>
                    </a:moveTo>
                    <a:lnTo>
                      <a:pt x="133" y="13"/>
                    </a:lnTo>
                    <a:lnTo>
                      <a:pt x="209" y="13"/>
                    </a:lnTo>
                    <a:lnTo>
                      <a:pt x="209" y="42"/>
                    </a:lnTo>
                    <a:lnTo>
                      <a:pt x="133" y="42"/>
                    </a:lnTo>
                    <a:close/>
                  </a:path>
                </a:pathLst>
              </a:custGeom>
              <a:solidFill>
                <a:srgbClr val="EBE5E0"/>
              </a:solidFill>
              <a:ln>
                <a:noFill/>
              </a:ln>
            </p:spPr>
            <p:txBody>
              <a:bodyPr anchorCtr="0" anchor="t" bIns="60950" lIns="121900" spcFirstLastPara="1" rIns="121900" wrap="square" tIns="609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18"/>
              <p:cNvSpPr/>
              <p:nvPr/>
            </p:nvSpPr>
            <p:spPr>
              <a:xfrm>
                <a:off x="5710062" y="1715997"/>
                <a:ext cx="45679" cy="18688"/>
              </a:xfrm>
              <a:prstGeom prst="rect">
                <a:avLst/>
              </a:prstGeom>
              <a:solidFill>
                <a:srgbClr val="EBE5E0"/>
              </a:solidFill>
              <a:ln>
                <a:noFill/>
              </a:ln>
            </p:spPr>
            <p:txBody>
              <a:bodyPr anchorCtr="0" anchor="t" bIns="60950" lIns="121900" spcFirstLastPara="1" rIns="121900" wrap="square" tIns="609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9" name="Google Shape;289;p18"/>
            <p:cNvSpPr/>
            <p:nvPr/>
          </p:nvSpPr>
          <p:spPr>
            <a:xfrm>
              <a:off x="7573095" y="2802903"/>
              <a:ext cx="378645" cy="426288"/>
            </a:xfrm>
            <a:custGeom>
              <a:rect b="b" l="l" r="r" t="t"/>
              <a:pathLst>
                <a:path extrusionOk="0" h="360" w="320">
                  <a:moveTo>
                    <a:pt x="300" y="0"/>
                  </a:moveTo>
                  <a:cubicBezTo>
                    <a:pt x="256" y="0"/>
                    <a:pt x="256" y="0"/>
                    <a:pt x="256" y="0"/>
                  </a:cubicBezTo>
                  <a:cubicBezTo>
                    <a:pt x="245" y="0"/>
                    <a:pt x="240" y="9"/>
                    <a:pt x="240" y="20"/>
                  </a:cubicBezTo>
                  <a:cubicBezTo>
                    <a:pt x="240" y="360"/>
                    <a:pt x="240" y="360"/>
                    <a:pt x="240" y="360"/>
                  </a:cubicBezTo>
                  <a:cubicBezTo>
                    <a:pt x="320" y="360"/>
                    <a:pt x="320" y="360"/>
                    <a:pt x="320" y="36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20" y="9"/>
                    <a:pt x="311" y="0"/>
                    <a:pt x="300" y="0"/>
                  </a:cubicBezTo>
                  <a:close/>
                  <a:moveTo>
                    <a:pt x="180" y="120"/>
                  </a:moveTo>
                  <a:cubicBezTo>
                    <a:pt x="136" y="120"/>
                    <a:pt x="136" y="120"/>
                    <a:pt x="136" y="120"/>
                  </a:cubicBezTo>
                  <a:cubicBezTo>
                    <a:pt x="125" y="120"/>
                    <a:pt x="120" y="129"/>
                    <a:pt x="120" y="140"/>
                  </a:cubicBezTo>
                  <a:cubicBezTo>
                    <a:pt x="120" y="360"/>
                    <a:pt x="120" y="360"/>
                    <a:pt x="120" y="360"/>
                  </a:cubicBezTo>
                  <a:cubicBezTo>
                    <a:pt x="200" y="360"/>
                    <a:pt x="200" y="360"/>
                    <a:pt x="200" y="360"/>
                  </a:cubicBezTo>
                  <a:cubicBezTo>
                    <a:pt x="200" y="140"/>
                    <a:pt x="200" y="140"/>
                    <a:pt x="200" y="140"/>
                  </a:cubicBezTo>
                  <a:cubicBezTo>
                    <a:pt x="200" y="129"/>
                    <a:pt x="191" y="120"/>
                    <a:pt x="180" y="120"/>
                  </a:cubicBezTo>
                  <a:close/>
                  <a:moveTo>
                    <a:pt x="60" y="240"/>
                  </a:moveTo>
                  <a:cubicBezTo>
                    <a:pt x="16" y="240"/>
                    <a:pt x="16" y="240"/>
                    <a:pt x="16" y="240"/>
                  </a:cubicBezTo>
                  <a:cubicBezTo>
                    <a:pt x="5" y="240"/>
                    <a:pt x="0" y="249"/>
                    <a:pt x="0" y="260"/>
                  </a:cubicBezTo>
                  <a:cubicBezTo>
                    <a:pt x="0" y="360"/>
                    <a:pt x="0" y="360"/>
                    <a:pt x="0" y="360"/>
                  </a:cubicBezTo>
                  <a:cubicBezTo>
                    <a:pt x="80" y="360"/>
                    <a:pt x="80" y="360"/>
                    <a:pt x="80" y="360"/>
                  </a:cubicBezTo>
                  <a:cubicBezTo>
                    <a:pt x="80" y="260"/>
                    <a:pt x="80" y="260"/>
                    <a:pt x="80" y="260"/>
                  </a:cubicBezTo>
                  <a:cubicBezTo>
                    <a:pt x="80" y="249"/>
                    <a:pt x="71" y="240"/>
                    <a:pt x="60" y="240"/>
                  </a:cubicBezTo>
                  <a:close/>
                </a:path>
              </a:pathLst>
            </a:custGeom>
            <a:solidFill>
              <a:srgbClr val="DDEAF6"/>
            </a:solidFill>
            <a:ln>
              <a:noFill/>
            </a:ln>
          </p:spPr>
          <p:txBody>
            <a:bodyPr anchorCtr="0" anchor="t" bIns="60950" lIns="121900" spcFirstLastPara="1" rIns="121900" wrap="square" tIns="609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0" name="Google Shape;290;p18"/>
          <p:cNvSpPr/>
          <p:nvPr/>
        </p:nvSpPr>
        <p:spPr>
          <a:xfrm>
            <a:off x="796834" y="3607400"/>
            <a:ext cx="2536916" cy="629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Click here to add content, content to match the title. 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8"/>
          <p:cNvSpPr txBox="1"/>
          <p:nvPr/>
        </p:nvSpPr>
        <p:spPr>
          <a:xfrm>
            <a:off x="2095198" y="3318580"/>
            <a:ext cx="1238552" cy="3385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The quick</a:t>
            </a:r>
            <a:endParaRPr/>
          </a:p>
        </p:txBody>
      </p:sp>
      <p:sp>
        <p:nvSpPr>
          <p:cNvPr id="292" name="Google Shape;292;p18"/>
          <p:cNvSpPr/>
          <p:nvPr/>
        </p:nvSpPr>
        <p:spPr>
          <a:xfrm>
            <a:off x="2597441" y="5055900"/>
            <a:ext cx="3077100" cy="629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Click here to add content, content to match the title. 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8"/>
          <p:cNvSpPr txBox="1"/>
          <p:nvPr/>
        </p:nvSpPr>
        <p:spPr>
          <a:xfrm>
            <a:off x="4435989" y="4767080"/>
            <a:ext cx="1238552" cy="3385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The quick</a:t>
            </a:r>
            <a:endParaRPr/>
          </a:p>
        </p:txBody>
      </p:sp>
      <p:sp>
        <p:nvSpPr>
          <p:cNvPr id="294" name="Google Shape;294;p18"/>
          <p:cNvSpPr/>
          <p:nvPr/>
        </p:nvSpPr>
        <p:spPr>
          <a:xfrm>
            <a:off x="6086076" y="5055900"/>
            <a:ext cx="3077100" cy="629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Click here to add content, content to match the title. 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8"/>
          <p:cNvSpPr txBox="1"/>
          <p:nvPr/>
        </p:nvSpPr>
        <p:spPr>
          <a:xfrm>
            <a:off x="6086076" y="4767080"/>
            <a:ext cx="1238552" cy="3385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The quick</a:t>
            </a:r>
            <a:endParaRPr/>
          </a:p>
        </p:txBody>
      </p:sp>
      <p:sp>
        <p:nvSpPr>
          <p:cNvPr id="296" name="Google Shape;296;p18"/>
          <p:cNvSpPr/>
          <p:nvPr/>
        </p:nvSpPr>
        <p:spPr>
          <a:xfrm>
            <a:off x="8928828" y="3607400"/>
            <a:ext cx="2466338" cy="629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Click here to add content, content to match the title. 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8"/>
          <p:cNvSpPr txBox="1"/>
          <p:nvPr/>
        </p:nvSpPr>
        <p:spPr>
          <a:xfrm>
            <a:off x="8928828" y="3318580"/>
            <a:ext cx="1238552" cy="3385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The quick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6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55A6C"/>
      </a:accent1>
      <a:accent2>
        <a:srgbClr val="553E4A"/>
      </a:accent2>
      <a:accent3>
        <a:srgbClr val="59788A"/>
      </a:accent3>
      <a:accent4>
        <a:srgbClr val="9D7E66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