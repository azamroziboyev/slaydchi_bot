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78" r:id="rId11"/>
    <p:sldId id="275" r:id="rId12"/>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Lato" panose="020B0604020202020204" charset="0"/>
      <p:regular r:id="rId18"/>
      <p:bold r:id="rId19"/>
      <p:italic r:id="rId20"/>
      <p:boldItalic r:id="rId21"/>
    </p:embeddedFont>
    <p:embeddedFont>
      <p:font typeface="League Spartan" panose="020B0604020202020204" charset="0"/>
      <p:regular r:id="rId22"/>
      <p:bold r:id="rId23"/>
    </p:embeddedFont>
    <p:embeddedFont>
      <p:font typeface="League Spartan Black" panose="020B0604020202020204" charset="0"/>
      <p:bold r:id="rId24"/>
    </p:embeddedFont>
    <p:embeddedFont>
      <p:font typeface="League Spartan ExtraBold" panose="020B0604020202020204" charset="0"/>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3DC6D"/>
    <a:srgbClr val="4BA8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918" y="15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6" name="Google Shape;22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2" name="Google Shape;26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2" name="Google Shape;28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31506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9"/>
        <p:cNvGrpSpPr/>
        <p:nvPr/>
      </p:nvGrpSpPr>
      <p:grpSpPr>
        <a:xfrm>
          <a:off x="0" y="0"/>
          <a:ext cx="0" cy="0"/>
          <a:chOff x="0" y="0"/>
          <a:chExt cx="0" cy="0"/>
        </a:xfrm>
      </p:grpSpPr>
      <p:grpSp>
        <p:nvGrpSpPr>
          <p:cNvPr id="10" name="Google Shape;10;p3"/>
          <p:cNvGrpSpPr/>
          <p:nvPr/>
        </p:nvGrpSpPr>
        <p:grpSpPr>
          <a:xfrm>
            <a:off x="-2209989" y="1051376"/>
            <a:ext cx="7707891" cy="1681911"/>
            <a:chOff x="0" y="0"/>
            <a:chExt cx="10277188" cy="2242548"/>
          </a:xfrm>
        </p:grpSpPr>
        <p:sp>
          <p:nvSpPr>
            <p:cNvPr id="11" name="Google Shape;11;p3"/>
            <p:cNvSpPr/>
            <p:nvPr/>
          </p:nvSpPr>
          <p:spPr>
            <a:xfrm>
              <a:off x="8034640" y="0"/>
              <a:ext cx="2242548" cy="2242548"/>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2">
                <a:alphaModFix/>
              </a:blip>
              <a:stretch>
                <a:fillRect/>
              </a:stretch>
            </a:blipFill>
            <a:ln>
              <a:noFill/>
            </a:ln>
          </p:spPr>
        </p:sp>
        <p:sp>
          <p:nvSpPr>
            <p:cNvPr id="12" name="Google Shape;12;p3"/>
            <p:cNvSpPr/>
            <p:nvPr/>
          </p:nvSpPr>
          <p:spPr>
            <a:xfrm>
              <a:off x="6427712" y="0"/>
              <a:ext cx="2242548" cy="2242548"/>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2">
                <a:alphaModFix/>
              </a:blip>
              <a:stretch>
                <a:fillRect/>
              </a:stretch>
            </a:blipFill>
            <a:ln>
              <a:noFill/>
            </a:ln>
          </p:spPr>
        </p:sp>
        <p:sp>
          <p:nvSpPr>
            <p:cNvPr id="13" name="Google Shape;13;p3"/>
            <p:cNvSpPr/>
            <p:nvPr/>
          </p:nvSpPr>
          <p:spPr>
            <a:xfrm>
              <a:off x="4820784" y="0"/>
              <a:ext cx="2242548" cy="2242548"/>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2">
                <a:alphaModFix/>
              </a:blip>
              <a:stretch>
                <a:fillRect/>
              </a:stretch>
            </a:blipFill>
            <a:ln>
              <a:noFill/>
            </a:ln>
          </p:spPr>
        </p:sp>
        <p:sp>
          <p:nvSpPr>
            <p:cNvPr id="14" name="Google Shape;14;p3"/>
            <p:cNvSpPr/>
            <p:nvPr/>
          </p:nvSpPr>
          <p:spPr>
            <a:xfrm>
              <a:off x="3213856" y="0"/>
              <a:ext cx="2242548" cy="2242548"/>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2">
                <a:alphaModFix/>
              </a:blip>
              <a:stretch>
                <a:fillRect/>
              </a:stretch>
            </a:blipFill>
            <a:ln>
              <a:noFill/>
            </a:ln>
          </p:spPr>
        </p:sp>
        <p:sp>
          <p:nvSpPr>
            <p:cNvPr id="15" name="Google Shape;15;p3"/>
            <p:cNvSpPr/>
            <p:nvPr/>
          </p:nvSpPr>
          <p:spPr>
            <a:xfrm>
              <a:off x="1606928" y="0"/>
              <a:ext cx="2242548" cy="2242548"/>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2">
                <a:alphaModFix/>
              </a:blip>
              <a:stretch>
                <a:fillRect/>
              </a:stretch>
            </a:blipFill>
            <a:ln>
              <a:noFill/>
            </a:ln>
          </p:spPr>
        </p:sp>
        <p:sp>
          <p:nvSpPr>
            <p:cNvPr id="16" name="Google Shape;16;p3"/>
            <p:cNvSpPr/>
            <p:nvPr/>
          </p:nvSpPr>
          <p:spPr>
            <a:xfrm>
              <a:off x="0" y="0"/>
              <a:ext cx="2242548" cy="2242548"/>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2">
                <a:alphaModFix/>
              </a:blip>
              <a:stretch>
                <a:fillRect/>
              </a:stretch>
            </a:blipFill>
            <a:ln>
              <a:noFill/>
            </a:ln>
          </p:spPr>
        </p:sp>
      </p:grpSp>
      <p:sp>
        <p:nvSpPr>
          <p:cNvPr id="17" name="Google Shape;17;p3"/>
          <p:cNvSpPr/>
          <p:nvPr/>
        </p:nvSpPr>
        <p:spPr>
          <a:xfrm>
            <a:off x="14255314" y="5291450"/>
            <a:ext cx="6633646" cy="4535002"/>
          </a:xfrm>
          <a:custGeom>
            <a:avLst/>
            <a:gdLst/>
            <a:ahLst/>
            <a:cxnLst/>
            <a:rect l="l" t="t" r="r" b="b"/>
            <a:pathLst>
              <a:path w="6633646" h="4535002" extrusionOk="0">
                <a:moveTo>
                  <a:pt x="0" y="0"/>
                </a:moveTo>
                <a:lnTo>
                  <a:pt x="6633646" y="0"/>
                </a:lnTo>
                <a:lnTo>
                  <a:pt x="6633646" y="4535002"/>
                </a:lnTo>
                <a:lnTo>
                  <a:pt x="0" y="4535002"/>
                </a:lnTo>
                <a:lnTo>
                  <a:pt x="0" y="0"/>
                </a:lnTo>
                <a:close/>
              </a:path>
            </a:pathLst>
          </a:custGeom>
          <a:blipFill rotWithShape="1">
            <a:blip r:embed="rId3">
              <a:alphaModFix/>
            </a:blip>
            <a:stretch>
              <a:fillRect/>
            </a:stretch>
          </a:blipFill>
          <a:ln>
            <a:noFill/>
          </a:ln>
        </p:spPr>
      </p:sp>
      <p:sp>
        <p:nvSpPr>
          <p:cNvPr id="18" name="Google Shape;18;p3"/>
          <p:cNvSpPr/>
          <p:nvPr/>
        </p:nvSpPr>
        <p:spPr>
          <a:xfrm>
            <a:off x="-4539537" y="6004963"/>
            <a:ext cx="8575663" cy="8564074"/>
          </a:xfrm>
          <a:custGeom>
            <a:avLst/>
            <a:gdLst/>
            <a:ahLst/>
            <a:cxnLst/>
            <a:rect l="l" t="t" r="r" b="b"/>
            <a:pathLst>
              <a:path w="8575663" h="8564074" extrusionOk="0">
                <a:moveTo>
                  <a:pt x="0" y="0"/>
                </a:moveTo>
                <a:lnTo>
                  <a:pt x="8575663" y="0"/>
                </a:lnTo>
                <a:lnTo>
                  <a:pt x="8575663" y="8564074"/>
                </a:lnTo>
                <a:lnTo>
                  <a:pt x="0" y="8564074"/>
                </a:lnTo>
                <a:lnTo>
                  <a:pt x="0" y="0"/>
                </a:lnTo>
                <a:close/>
              </a:path>
            </a:pathLst>
          </a:custGeom>
          <a:blipFill rotWithShape="1">
            <a:blip r:embed="rId4">
              <a:alphaModFix/>
            </a:blip>
            <a:stretch>
              <a:fillRect/>
            </a:stretch>
          </a:blipFill>
          <a:ln>
            <a:noFill/>
          </a:ln>
        </p:spPr>
      </p:sp>
      <p:sp>
        <p:nvSpPr>
          <p:cNvPr id="19" name="Google Shape;19;p3"/>
          <p:cNvSpPr/>
          <p:nvPr/>
        </p:nvSpPr>
        <p:spPr>
          <a:xfrm rot="-5400000">
            <a:off x="13954816" y="-2575657"/>
            <a:ext cx="6439219" cy="6439219"/>
          </a:xfrm>
          <a:custGeom>
            <a:avLst/>
            <a:gdLst/>
            <a:ahLst/>
            <a:cxnLst/>
            <a:rect l="l" t="t" r="r" b="b"/>
            <a:pathLst>
              <a:path w="6439219" h="6439219" extrusionOk="0">
                <a:moveTo>
                  <a:pt x="0" y="0"/>
                </a:moveTo>
                <a:lnTo>
                  <a:pt x="6439218" y="0"/>
                </a:lnTo>
                <a:lnTo>
                  <a:pt x="6439218" y="6439219"/>
                </a:lnTo>
                <a:lnTo>
                  <a:pt x="0" y="6439219"/>
                </a:lnTo>
                <a:lnTo>
                  <a:pt x="0" y="0"/>
                </a:lnTo>
                <a:close/>
              </a:path>
            </a:pathLst>
          </a:custGeom>
          <a:blipFill rotWithShape="1">
            <a:blip r:embed="rId5">
              <a:alphaModFix/>
            </a:blip>
            <a:stretch>
              <a:fillRect/>
            </a:stretch>
          </a:blipFill>
          <a:ln>
            <a:noFill/>
          </a:ln>
        </p:spPr>
      </p:sp>
      <p:sp>
        <p:nvSpPr>
          <p:cNvPr id="20" name="Google Shape;20;p3"/>
          <p:cNvSpPr txBox="1">
            <a:spLocks noGrp="1"/>
          </p:cNvSpPr>
          <p:nvPr>
            <p:ph type="title"/>
          </p:nvPr>
        </p:nvSpPr>
        <p:spPr>
          <a:xfrm>
            <a:off x="356150" y="2733275"/>
            <a:ext cx="17575800" cy="4535100"/>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Clr>
                <a:srgbClr val="23DC6D"/>
              </a:buClr>
              <a:buSzPts val="16100"/>
              <a:buFont typeface="League Spartan ExtraBold"/>
              <a:buNone/>
              <a:defRPr sz="16100" i="0" u="none" strike="noStrike" cap="none">
                <a:solidFill>
                  <a:srgbClr val="23DC6D"/>
                </a:solidFill>
                <a:latin typeface="League Spartan ExtraBold"/>
                <a:ea typeface="League Spartan ExtraBold"/>
                <a:cs typeface="League Spartan ExtraBold"/>
                <a:sym typeface="League Spartan ExtraBold"/>
              </a:defRPr>
            </a:lvl1pPr>
            <a:lvl2pPr lvl="1">
              <a:spcBef>
                <a:spcPts val="0"/>
              </a:spcBef>
              <a:spcAft>
                <a:spcPts val="0"/>
              </a:spcAft>
              <a:buClr>
                <a:srgbClr val="23DC6D"/>
              </a:buClr>
              <a:buSzPts val="16100"/>
              <a:buNone/>
              <a:defRPr sz="16100">
                <a:solidFill>
                  <a:srgbClr val="23DC6D"/>
                </a:solidFill>
              </a:defRPr>
            </a:lvl2pPr>
            <a:lvl3pPr lvl="2">
              <a:spcBef>
                <a:spcPts val="0"/>
              </a:spcBef>
              <a:spcAft>
                <a:spcPts val="0"/>
              </a:spcAft>
              <a:buClr>
                <a:srgbClr val="23DC6D"/>
              </a:buClr>
              <a:buSzPts val="16100"/>
              <a:buNone/>
              <a:defRPr sz="16100">
                <a:solidFill>
                  <a:srgbClr val="23DC6D"/>
                </a:solidFill>
              </a:defRPr>
            </a:lvl3pPr>
            <a:lvl4pPr lvl="3">
              <a:spcBef>
                <a:spcPts val="0"/>
              </a:spcBef>
              <a:spcAft>
                <a:spcPts val="0"/>
              </a:spcAft>
              <a:buClr>
                <a:srgbClr val="23DC6D"/>
              </a:buClr>
              <a:buSzPts val="16100"/>
              <a:buNone/>
              <a:defRPr sz="16100">
                <a:solidFill>
                  <a:srgbClr val="23DC6D"/>
                </a:solidFill>
              </a:defRPr>
            </a:lvl4pPr>
            <a:lvl5pPr lvl="4">
              <a:spcBef>
                <a:spcPts val="0"/>
              </a:spcBef>
              <a:spcAft>
                <a:spcPts val="0"/>
              </a:spcAft>
              <a:buClr>
                <a:srgbClr val="23DC6D"/>
              </a:buClr>
              <a:buSzPts val="16100"/>
              <a:buNone/>
              <a:defRPr sz="16100">
                <a:solidFill>
                  <a:srgbClr val="23DC6D"/>
                </a:solidFill>
              </a:defRPr>
            </a:lvl5pPr>
            <a:lvl6pPr lvl="5">
              <a:spcBef>
                <a:spcPts val="0"/>
              </a:spcBef>
              <a:spcAft>
                <a:spcPts val="0"/>
              </a:spcAft>
              <a:buClr>
                <a:srgbClr val="23DC6D"/>
              </a:buClr>
              <a:buSzPts val="16100"/>
              <a:buNone/>
              <a:defRPr sz="16100">
                <a:solidFill>
                  <a:srgbClr val="23DC6D"/>
                </a:solidFill>
              </a:defRPr>
            </a:lvl6pPr>
            <a:lvl7pPr lvl="6">
              <a:spcBef>
                <a:spcPts val="0"/>
              </a:spcBef>
              <a:spcAft>
                <a:spcPts val="0"/>
              </a:spcAft>
              <a:buClr>
                <a:srgbClr val="23DC6D"/>
              </a:buClr>
              <a:buSzPts val="16100"/>
              <a:buNone/>
              <a:defRPr sz="16100">
                <a:solidFill>
                  <a:srgbClr val="23DC6D"/>
                </a:solidFill>
              </a:defRPr>
            </a:lvl7pPr>
            <a:lvl8pPr lvl="7">
              <a:spcBef>
                <a:spcPts val="0"/>
              </a:spcBef>
              <a:spcAft>
                <a:spcPts val="0"/>
              </a:spcAft>
              <a:buClr>
                <a:srgbClr val="23DC6D"/>
              </a:buClr>
              <a:buSzPts val="16100"/>
              <a:buNone/>
              <a:defRPr sz="16100">
                <a:solidFill>
                  <a:srgbClr val="23DC6D"/>
                </a:solidFill>
              </a:defRPr>
            </a:lvl8pPr>
            <a:lvl9pPr lvl="8">
              <a:spcBef>
                <a:spcPts val="0"/>
              </a:spcBef>
              <a:spcAft>
                <a:spcPts val="0"/>
              </a:spcAft>
              <a:buClr>
                <a:srgbClr val="23DC6D"/>
              </a:buClr>
              <a:buSzPts val="16100"/>
              <a:buNone/>
              <a:defRPr sz="16100">
                <a:solidFill>
                  <a:srgbClr val="23DC6D"/>
                </a:solidFill>
              </a:defRPr>
            </a:lvl9pPr>
          </a:lstStyle>
          <a:p>
            <a:endParaRPr/>
          </a:p>
        </p:txBody>
      </p:sp>
      <p:sp>
        <p:nvSpPr>
          <p:cNvPr id="21" name="Google Shape;21;p3"/>
          <p:cNvSpPr txBox="1">
            <a:spLocks noGrp="1"/>
          </p:cNvSpPr>
          <p:nvPr>
            <p:ph type="subTitle" idx="1"/>
          </p:nvPr>
        </p:nvSpPr>
        <p:spPr>
          <a:xfrm>
            <a:off x="2931025" y="1571325"/>
            <a:ext cx="11324400" cy="642000"/>
          </a:xfrm>
          <a:prstGeom prst="rect">
            <a:avLst/>
          </a:prstGeom>
        </p:spPr>
        <p:txBody>
          <a:bodyPr spcFirstLastPara="1" wrap="square" lIns="91425" tIns="45700" rIns="91425" bIns="45700" anchor="t" anchorCtr="0">
            <a:noAutofit/>
          </a:bodyPr>
          <a:lstStyle>
            <a:lvl1pPr lvl="0" algn="ctr">
              <a:spcBef>
                <a:spcPts val="640"/>
              </a:spcBef>
              <a:spcAft>
                <a:spcPts val="0"/>
              </a:spcAft>
              <a:buSzPts val="5700"/>
              <a:buNone/>
              <a:defRPr sz="5700" b="1"/>
            </a:lvl1pPr>
            <a:lvl2pPr lvl="1" algn="ctr">
              <a:spcBef>
                <a:spcPts val="640"/>
              </a:spcBef>
              <a:spcAft>
                <a:spcPts val="0"/>
              </a:spcAft>
              <a:buSzPts val="5700"/>
              <a:buNone/>
              <a:defRPr sz="5700"/>
            </a:lvl2pPr>
            <a:lvl3pPr lvl="2" algn="ctr">
              <a:spcBef>
                <a:spcPts val="640"/>
              </a:spcBef>
              <a:spcAft>
                <a:spcPts val="0"/>
              </a:spcAft>
              <a:buSzPts val="5700"/>
              <a:buNone/>
              <a:defRPr sz="5700"/>
            </a:lvl3pPr>
            <a:lvl4pPr lvl="3" algn="ctr">
              <a:spcBef>
                <a:spcPts val="640"/>
              </a:spcBef>
              <a:spcAft>
                <a:spcPts val="0"/>
              </a:spcAft>
              <a:buSzPts val="5700"/>
              <a:buNone/>
              <a:defRPr sz="5700"/>
            </a:lvl4pPr>
            <a:lvl5pPr lvl="4" algn="ctr">
              <a:spcBef>
                <a:spcPts val="640"/>
              </a:spcBef>
              <a:spcAft>
                <a:spcPts val="0"/>
              </a:spcAft>
              <a:buSzPts val="5700"/>
              <a:buNone/>
              <a:defRPr sz="5700"/>
            </a:lvl5pPr>
            <a:lvl6pPr lvl="5" algn="ctr">
              <a:spcBef>
                <a:spcPts val="640"/>
              </a:spcBef>
              <a:spcAft>
                <a:spcPts val="0"/>
              </a:spcAft>
              <a:buSzPts val="5700"/>
              <a:buNone/>
              <a:defRPr sz="5700"/>
            </a:lvl6pPr>
            <a:lvl7pPr lvl="6" algn="ctr">
              <a:spcBef>
                <a:spcPts val="640"/>
              </a:spcBef>
              <a:spcAft>
                <a:spcPts val="0"/>
              </a:spcAft>
              <a:buSzPts val="5700"/>
              <a:buNone/>
              <a:defRPr sz="5700"/>
            </a:lvl7pPr>
            <a:lvl8pPr lvl="7" algn="ctr">
              <a:spcBef>
                <a:spcPts val="640"/>
              </a:spcBef>
              <a:spcAft>
                <a:spcPts val="0"/>
              </a:spcAft>
              <a:buSzPts val="5700"/>
              <a:buNone/>
              <a:defRPr sz="5700"/>
            </a:lvl8pPr>
            <a:lvl9pPr lvl="8" algn="ctr">
              <a:spcBef>
                <a:spcPts val="640"/>
              </a:spcBef>
              <a:spcAft>
                <a:spcPts val="0"/>
              </a:spcAft>
              <a:buSzPts val="5700"/>
              <a:buNone/>
              <a:defRPr sz="5700"/>
            </a:lvl9pPr>
          </a:lstStyle>
          <a:p>
            <a:endParaRPr/>
          </a:p>
        </p:txBody>
      </p:sp>
      <p:sp>
        <p:nvSpPr>
          <p:cNvPr id="22" name="Google Shape;22;p3"/>
          <p:cNvSpPr txBox="1">
            <a:spLocks noGrp="1"/>
          </p:cNvSpPr>
          <p:nvPr>
            <p:ph type="subTitle" idx="2"/>
          </p:nvPr>
        </p:nvSpPr>
        <p:spPr>
          <a:xfrm>
            <a:off x="2931025" y="7638325"/>
            <a:ext cx="11324400" cy="642000"/>
          </a:xfrm>
          <a:prstGeom prst="rect">
            <a:avLst/>
          </a:prstGeom>
        </p:spPr>
        <p:txBody>
          <a:bodyPr spcFirstLastPara="1" wrap="square" lIns="91425" tIns="45700" rIns="91425" bIns="45700" anchor="t" anchorCtr="0">
            <a:noAutofit/>
          </a:bodyPr>
          <a:lstStyle>
            <a:lvl1pPr lvl="0" algn="ctr" rtl="0">
              <a:spcBef>
                <a:spcPts val="640"/>
              </a:spcBef>
              <a:spcAft>
                <a:spcPts val="0"/>
              </a:spcAft>
              <a:buSzPts val="5700"/>
              <a:buNone/>
              <a:defRPr sz="5700" b="1"/>
            </a:lvl1pPr>
            <a:lvl2pPr lvl="1" algn="ctr" rtl="0">
              <a:spcBef>
                <a:spcPts val="640"/>
              </a:spcBef>
              <a:spcAft>
                <a:spcPts val="0"/>
              </a:spcAft>
              <a:buSzPts val="5700"/>
              <a:buNone/>
              <a:defRPr sz="5700"/>
            </a:lvl2pPr>
            <a:lvl3pPr lvl="2" algn="ctr" rtl="0">
              <a:spcBef>
                <a:spcPts val="640"/>
              </a:spcBef>
              <a:spcAft>
                <a:spcPts val="0"/>
              </a:spcAft>
              <a:buSzPts val="5700"/>
              <a:buNone/>
              <a:defRPr sz="5700"/>
            </a:lvl3pPr>
            <a:lvl4pPr lvl="3" algn="ctr" rtl="0">
              <a:spcBef>
                <a:spcPts val="640"/>
              </a:spcBef>
              <a:spcAft>
                <a:spcPts val="0"/>
              </a:spcAft>
              <a:buSzPts val="5700"/>
              <a:buNone/>
              <a:defRPr sz="5700"/>
            </a:lvl4pPr>
            <a:lvl5pPr lvl="4" algn="ctr" rtl="0">
              <a:spcBef>
                <a:spcPts val="640"/>
              </a:spcBef>
              <a:spcAft>
                <a:spcPts val="0"/>
              </a:spcAft>
              <a:buSzPts val="5700"/>
              <a:buNone/>
              <a:defRPr sz="5700"/>
            </a:lvl5pPr>
            <a:lvl6pPr lvl="5" algn="ctr" rtl="0">
              <a:spcBef>
                <a:spcPts val="640"/>
              </a:spcBef>
              <a:spcAft>
                <a:spcPts val="0"/>
              </a:spcAft>
              <a:buSzPts val="5700"/>
              <a:buNone/>
              <a:defRPr sz="5700"/>
            </a:lvl6pPr>
            <a:lvl7pPr lvl="6" algn="ctr" rtl="0">
              <a:spcBef>
                <a:spcPts val="640"/>
              </a:spcBef>
              <a:spcAft>
                <a:spcPts val="0"/>
              </a:spcAft>
              <a:buSzPts val="5700"/>
              <a:buNone/>
              <a:defRPr sz="5700"/>
            </a:lvl7pPr>
            <a:lvl8pPr lvl="7" algn="ctr" rtl="0">
              <a:spcBef>
                <a:spcPts val="640"/>
              </a:spcBef>
              <a:spcAft>
                <a:spcPts val="0"/>
              </a:spcAft>
              <a:buSzPts val="5700"/>
              <a:buNone/>
              <a:defRPr sz="5700"/>
            </a:lvl8pPr>
            <a:lvl9pPr lvl="8" algn="ctr" rtl="0">
              <a:spcBef>
                <a:spcPts val="640"/>
              </a:spcBef>
              <a:spcAft>
                <a:spcPts val="0"/>
              </a:spcAft>
              <a:buSzPts val="5700"/>
              <a:buNone/>
              <a:defRPr sz="57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2">
  <p:cSld name="CUSTOM_1">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1497450" y="945600"/>
            <a:ext cx="6433200" cy="1166400"/>
          </a:xfrm>
          <a:prstGeom prst="rect">
            <a:avLst/>
          </a:prstGeom>
        </p:spPr>
        <p:txBody>
          <a:bodyPr spcFirstLastPara="1" wrap="square" lIns="91425" tIns="45700" rIns="91425" bIns="45700" anchor="t" anchorCtr="0">
            <a:noAutofit/>
          </a:bodyPr>
          <a:lstStyle>
            <a:lvl1pPr lvl="0">
              <a:spcBef>
                <a:spcPts val="0"/>
              </a:spcBef>
              <a:spcAft>
                <a:spcPts val="0"/>
              </a:spcAft>
              <a:buClr>
                <a:schemeClr val="lt1"/>
              </a:buClr>
              <a:buSzPts val="7500"/>
              <a:buNone/>
              <a:defRPr sz="7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5" name="Google Shape;25;p4"/>
          <p:cNvGrpSpPr/>
          <p:nvPr/>
        </p:nvGrpSpPr>
        <p:grpSpPr>
          <a:xfrm rot="5400000">
            <a:off x="10217146" y="2107716"/>
            <a:ext cx="10287066" cy="6071634"/>
            <a:chOff x="0" y="-28575"/>
            <a:chExt cx="2709333" cy="1599103"/>
          </a:xfrm>
        </p:grpSpPr>
        <p:sp>
          <p:nvSpPr>
            <p:cNvPr id="26" name="Google Shape;26;p4"/>
            <p:cNvSpPr/>
            <p:nvPr/>
          </p:nvSpPr>
          <p:spPr>
            <a:xfrm>
              <a:off x="0" y="0"/>
              <a:ext cx="2709333" cy="1570528"/>
            </a:xfrm>
            <a:custGeom>
              <a:avLst/>
              <a:gdLst/>
              <a:ahLst/>
              <a:cxnLst/>
              <a:rect l="l" t="t" r="r" b="b"/>
              <a:pathLst>
                <a:path w="2709333" h="1570528" extrusionOk="0">
                  <a:moveTo>
                    <a:pt x="0" y="0"/>
                  </a:moveTo>
                  <a:lnTo>
                    <a:pt x="2709333" y="0"/>
                  </a:lnTo>
                  <a:lnTo>
                    <a:pt x="2709333" y="1570528"/>
                  </a:lnTo>
                  <a:lnTo>
                    <a:pt x="0" y="1570528"/>
                  </a:lnTo>
                  <a:close/>
                </a:path>
              </a:pathLst>
            </a:custGeom>
            <a:gradFill>
              <a:gsLst>
                <a:gs pos="0">
                  <a:srgbClr val="6AE870"/>
                </a:gs>
                <a:gs pos="100000">
                  <a:srgbClr val="000000"/>
                </a:gs>
              </a:gsLst>
              <a:lin ang="5400012" scaled="0"/>
            </a:gradFill>
            <a:ln>
              <a:noFill/>
            </a:ln>
          </p:spPr>
        </p:sp>
        <p:sp>
          <p:nvSpPr>
            <p:cNvPr id="27" name="Google Shape;27;p4"/>
            <p:cNvSpPr txBox="1"/>
            <p:nvPr/>
          </p:nvSpPr>
          <p:spPr>
            <a:xfrm>
              <a:off x="0" y="-28575"/>
              <a:ext cx="2709300" cy="15990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8" name="Google Shape;28;p4"/>
          <p:cNvSpPr/>
          <p:nvPr/>
        </p:nvSpPr>
        <p:spPr>
          <a:xfrm>
            <a:off x="7565689" y="141999"/>
            <a:ext cx="3156622" cy="3215078"/>
          </a:xfrm>
          <a:custGeom>
            <a:avLst/>
            <a:gdLst/>
            <a:ahLst/>
            <a:cxnLst/>
            <a:rect l="l" t="t" r="r" b="b"/>
            <a:pathLst>
              <a:path w="3156622" h="3215078" extrusionOk="0">
                <a:moveTo>
                  <a:pt x="0" y="0"/>
                </a:moveTo>
                <a:lnTo>
                  <a:pt x="3156622" y="0"/>
                </a:lnTo>
                <a:lnTo>
                  <a:pt x="3156622" y="3215078"/>
                </a:lnTo>
                <a:lnTo>
                  <a:pt x="0" y="3215078"/>
                </a:lnTo>
                <a:lnTo>
                  <a:pt x="0" y="0"/>
                </a:lnTo>
                <a:close/>
              </a:path>
            </a:pathLst>
          </a:custGeom>
          <a:blipFill rotWithShape="1">
            <a:blip r:embed="rId2">
              <a:alphaModFix/>
            </a:blip>
            <a:stretch>
              <a:fillRect/>
            </a:stretch>
          </a:blipFill>
          <a:ln>
            <a:noFill/>
          </a:ln>
        </p:spPr>
      </p:sp>
      <p:sp>
        <p:nvSpPr>
          <p:cNvPr id="29" name="Google Shape;29;p4"/>
          <p:cNvSpPr/>
          <p:nvPr/>
        </p:nvSpPr>
        <p:spPr>
          <a:xfrm>
            <a:off x="8101256" y="945590"/>
            <a:ext cx="8714962" cy="8714962"/>
          </a:xfrm>
          <a:custGeom>
            <a:avLst/>
            <a:gdLst/>
            <a:ahLst/>
            <a:cxnLst/>
            <a:rect l="l" t="t" r="r" b="b"/>
            <a:pathLst>
              <a:path w="8714962" h="8714962" extrusionOk="0">
                <a:moveTo>
                  <a:pt x="0" y="0"/>
                </a:moveTo>
                <a:lnTo>
                  <a:pt x="8714963" y="0"/>
                </a:lnTo>
                <a:lnTo>
                  <a:pt x="8714963" y="8714962"/>
                </a:lnTo>
                <a:lnTo>
                  <a:pt x="0" y="8714962"/>
                </a:lnTo>
                <a:lnTo>
                  <a:pt x="0" y="0"/>
                </a:lnTo>
                <a:close/>
              </a:path>
            </a:pathLst>
          </a:custGeom>
          <a:blipFill rotWithShape="1">
            <a:blip r:embed="rId3">
              <a:alphaModFix amt="33000"/>
            </a:blip>
            <a:stretch>
              <a:fillRect/>
            </a:stretch>
          </a:blipFill>
          <a:ln>
            <a:noFill/>
          </a:ln>
        </p:spPr>
      </p:sp>
      <p:sp>
        <p:nvSpPr>
          <p:cNvPr id="30" name="Google Shape;30;p4"/>
          <p:cNvSpPr>
            <a:spLocks noGrp="1"/>
          </p:cNvSpPr>
          <p:nvPr>
            <p:ph type="pic" idx="2"/>
          </p:nvPr>
        </p:nvSpPr>
        <p:spPr>
          <a:xfrm>
            <a:off x="9144000" y="1772050"/>
            <a:ext cx="6978000" cy="6742800"/>
          </a:xfrm>
          <a:prstGeom prst="rect">
            <a:avLst/>
          </a:prstGeom>
          <a:noFill/>
          <a:ln>
            <a:noFill/>
          </a:ln>
        </p:spPr>
      </p:sp>
      <p:sp>
        <p:nvSpPr>
          <p:cNvPr id="31" name="Google Shape;31;p4"/>
          <p:cNvSpPr txBox="1"/>
          <p:nvPr/>
        </p:nvSpPr>
        <p:spPr>
          <a:xfrm>
            <a:off x="1497457" y="2879402"/>
            <a:ext cx="629400" cy="6057300"/>
          </a:xfrm>
          <a:prstGeom prst="rect">
            <a:avLst/>
          </a:prstGeom>
          <a:noFill/>
          <a:ln>
            <a:noFill/>
          </a:ln>
        </p:spPr>
        <p:txBody>
          <a:bodyPr spcFirstLastPara="1" wrap="square" lIns="0" tIns="0" rIns="0" bIns="0" anchor="t" anchorCtr="0">
            <a:spAutoFit/>
          </a:bodyPr>
          <a:lstStyle/>
          <a:p>
            <a:pPr marL="0" marR="0" lvl="0" indent="0" algn="ctr" rtl="0">
              <a:lnSpc>
                <a:spcPct val="180000"/>
              </a:lnSpc>
              <a:spcBef>
                <a:spcPts val="0"/>
              </a:spcBef>
              <a:spcAft>
                <a:spcPts val="0"/>
              </a:spcAft>
              <a:buNone/>
            </a:pPr>
            <a:r>
              <a:rPr lang="en-US" sz="4799" b="1" i="0" u="none" strike="noStrike" cap="none">
                <a:solidFill>
                  <a:srgbClr val="23DC6D"/>
                </a:solidFill>
                <a:latin typeface="League Spartan"/>
                <a:ea typeface="League Spartan"/>
                <a:cs typeface="League Spartan"/>
                <a:sym typeface="League Spartan"/>
              </a:rPr>
              <a:t>1</a:t>
            </a:r>
            <a:endParaRPr b="1"/>
          </a:p>
          <a:p>
            <a:pPr marL="0" marR="0" lvl="0" indent="0" algn="ctr" rtl="0">
              <a:lnSpc>
                <a:spcPct val="180000"/>
              </a:lnSpc>
              <a:spcBef>
                <a:spcPts val="0"/>
              </a:spcBef>
              <a:spcAft>
                <a:spcPts val="0"/>
              </a:spcAft>
              <a:buNone/>
            </a:pPr>
            <a:r>
              <a:rPr lang="en-US" sz="4799" b="1" i="0" u="none" strike="noStrike" cap="none">
                <a:solidFill>
                  <a:srgbClr val="23DC6D"/>
                </a:solidFill>
                <a:latin typeface="League Spartan"/>
                <a:ea typeface="League Spartan"/>
                <a:cs typeface="League Spartan"/>
                <a:sym typeface="League Spartan"/>
              </a:rPr>
              <a:t>2</a:t>
            </a:r>
            <a:endParaRPr b="1"/>
          </a:p>
          <a:p>
            <a:pPr marL="0" marR="0" lvl="0" indent="0" algn="ctr" rtl="0">
              <a:lnSpc>
                <a:spcPct val="180000"/>
              </a:lnSpc>
              <a:spcBef>
                <a:spcPts val="0"/>
              </a:spcBef>
              <a:spcAft>
                <a:spcPts val="0"/>
              </a:spcAft>
              <a:buNone/>
            </a:pPr>
            <a:r>
              <a:rPr lang="en-US" sz="4799" b="1" i="0" u="none" strike="noStrike" cap="none">
                <a:solidFill>
                  <a:srgbClr val="23DC6D"/>
                </a:solidFill>
                <a:latin typeface="League Spartan"/>
                <a:ea typeface="League Spartan"/>
                <a:cs typeface="League Spartan"/>
                <a:sym typeface="League Spartan"/>
              </a:rPr>
              <a:t>3</a:t>
            </a:r>
            <a:endParaRPr b="1"/>
          </a:p>
          <a:p>
            <a:pPr marL="0" marR="0" lvl="0" indent="0" algn="ctr" rtl="0">
              <a:lnSpc>
                <a:spcPct val="180000"/>
              </a:lnSpc>
              <a:spcBef>
                <a:spcPts val="0"/>
              </a:spcBef>
              <a:spcAft>
                <a:spcPts val="0"/>
              </a:spcAft>
              <a:buNone/>
            </a:pPr>
            <a:r>
              <a:rPr lang="en-US" sz="4799" b="1" i="0" u="none" strike="noStrike" cap="none">
                <a:solidFill>
                  <a:srgbClr val="23DC6D"/>
                </a:solidFill>
                <a:latin typeface="League Spartan"/>
                <a:ea typeface="League Spartan"/>
                <a:cs typeface="League Spartan"/>
                <a:sym typeface="League Spartan"/>
              </a:rPr>
              <a:t>4</a:t>
            </a:r>
            <a:endParaRPr b="1"/>
          </a:p>
          <a:p>
            <a:pPr marL="0" marR="0" lvl="0" indent="0" algn="ctr" rtl="0">
              <a:lnSpc>
                <a:spcPct val="180000"/>
              </a:lnSpc>
              <a:spcBef>
                <a:spcPts val="0"/>
              </a:spcBef>
              <a:spcAft>
                <a:spcPts val="0"/>
              </a:spcAft>
              <a:buNone/>
            </a:pPr>
            <a:r>
              <a:rPr lang="en-US" sz="4799" b="1" i="0" u="none" strike="noStrike" cap="none">
                <a:solidFill>
                  <a:srgbClr val="23DC6D"/>
                </a:solidFill>
                <a:latin typeface="League Spartan"/>
                <a:ea typeface="League Spartan"/>
                <a:cs typeface="League Spartan"/>
                <a:sym typeface="League Spartan"/>
              </a:rPr>
              <a:t>5</a:t>
            </a:r>
            <a:endParaRPr b="1"/>
          </a:p>
        </p:txBody>
      </p:sp>
      <p:sp>
        <p:nvSpPr>
          <p:cNvPr id="32" name="Google Shape;32;p4"/>
          <p:cNvSpPr txBox="1">
            <a:spLocks noGrp="1"/>
          </p:cNvSpPr>
          <p:nvPr>
            <p:ph type="subTitle" idx="1"/>
          </p:nvPr>
        </p:nvSpPr>
        <p:spPr>
          <a:xfrm>
            <a:off x="2319125" y="2891488"/>
            <a:ext cx="6433200" cy="538500"/>
          </a:xfrm>
          <a:prstGeom prst="rect">
            <a:avLst/>
          </a:prstGeom>
        </p:spPr>
        <p:txBody>
          <a:bodyPr spcFirstLastPara="1" wrap="square" lIns="91425" tIns="45700" rIns="91425" bIns="45700" anchor="t" anchorCtr="0">
            <a:noAutofit/>
          </a:bodyPr>
          <a:lstStyle>
            <a:lvl1pPr lvl="0">
              <a:spcBef>
                <a:spcPts val="640"/>
              </a:spcBef>
              <a:spcAft>
                <a:spcPts val="0"/>
              </a:spcAft>
              <a:buSzPts val="4750"/>
              <a:buNone/>
              <a:defRPr sz="4750"/>
            </a:lvl1pPr>
            <a:lvl2pPr lvl="1">
              <a:spcBef>
                <a:spcPts val="640"/>
              </a:spcBef>
              <a:spcAft>
                <a:spcPts val="0"/>
              </a:spcAft>
              <a:buSzPts val="2150"/>
              <a:buNone/>
              <a:defRPr/>
            </a:lvl2pPr>
            <a:lvl3pPr lvl="2">
              <a:spcBef>
                <a:spcPts val="640"/>
              </a:spcBef>
              <a:spcAft>
                <a:spcPts val="0"/>
              </a:spcAft>
              <a:buSzPts val="2150"/>
              <a:buNone/>
              <a:defRPr/>
            </a:lvl3pPr>
            <a:lvl4pPr lvl="3">
              <a:spcBef>
                <a:spcPts val="640"/>
              </a:spcBef>
              <a:spcAft>
                <a:spcPts val="0"/>
              </a:spcAft>
              <a:buSzPts val="2150"/>
              <a:buNone/>
              <a:defRPr/>
            </a:lvl4pPr>
            <a:lvl5pPr lvl="4">
              <a:spcBef>
                <a:spcPts val="640"/>
              </a:spcBef>
              <a:spcAft>
                <a:spcPts val="0"/>
              </a:spcAft>
              <a:buSzPts val="2150"/>
              <a:buNone/>
              <a:defRPr/>
            </a:lvl5pPr>
            <a:lvl6pPr lvl="5">
              <a:spcBef>
                <a:spcPts val="640"/>
              </a:spcBef>
              <a:spcAft>
                <a:spcPts val="0"/>
              </a:spcAft>
              <a:buSzPts val="2150"/>
              <a:buNone/>
              <a:defRPr/>
            </a:lvl6pPr>
            <a:lvl7pPr lvl="6">
              <a:spcBef>
                <a:spcPts val="640"/>
              </a:spcBef>
              <a:spcAft>
                <a:spcPts val="0"/>
              </a:spcAft>
              <a:buSzPts val="2150"/>
              <a:buNone/>
              <a:defRPr/>
            </a:lvl7pPr>
            <a:lvl8pPr lvl="7">
              <a:spcBef>
                <a:spcPts val="640"/>
              </a:spcBef>
              <a:spcAft>
                <a:spcPts val="0"/>
              </a:spcAft>
              <a:buSzPts val="2150"/>
              <a:buNone/>
              <a:defRPr/>
            </a:lvl8pPr>
            <a:lvl9pPr lvl="8">
              <a:spcBef>
                <a:spcPts val="640"/>
              </a:spcBef>
              <a:spcAft>
                <a:spcPts val="0"/>
              </a:spcAft>
              <a:buSzPts val="2150"/>
              <a:buNone/>
              <a:defRPr/>
            </a:lvl9pPr>
          </a:lstStyle>
          <a:p>
            <a:endParaRPr/>
          </a:p>
        </p:txBody>
      </p:sp>
      <p:sp>
        <p:nvSpPr>
          <p:cNvPr id="33" name="Google Shape;33;p4"/>
          <p:cNvSpPr txBox="1">
            <a:spLocks noGrp="1"/>
          </p:cNvSpPr>
          <p:nvPr>
            <p:ph type="subTitle" idx="3"/>
          </p:nvPr>
        </p:nvSpPr>
        <p:spPr>
          <a:xfrm>
            <a:off x="2319125" y="4167837"/>
            <a:ext cx="6433200" cy="538500"/>
          </a:xfrm>
          <a:prstGeom prst="rect">
            <a:avLst/>
          </a:prstGeom>
        </p:spPr>
        <p:txBody>
          <a:bodyPr spcFirstLastPara="1" wrap="square" lIns="91425" tIns="45700" rIns="91425" bIns="45700" anchor="t" anchorCtr="0">
            <a:noAutofit/>
          </a:bodyPr>
          <a:lstStyle>
            <a:lvl1pPr lvl="0" rtl="0">
              <a:spcBef>
                <a:spcPts val="640"/>
              </a:spcBef>
              <a:spcAft>
                <a:spcPts val="0"/>
              </a:spcAft>
              <a:buSzPts val="4750"/>
              <a:buNone/>
              <a:defRPr sz="4750"/>
            </a:lvl1pPr>
            <a:lvl2pPr lvl="1" rtl="0">
              <a:spcBef>
                <a:spcPts val="640"/>
              </a:spcBef>
              <a:spcAft>
                <a:spcPts val="0"/>
              </a:spcAft>
              <a:buSzPts val="2150"/>
              <a:buNone/>
              <a:defRPr/>
            </a:lvl2pPr>
            <a:lvl3pPr lvl="2" rtl="0">
              <a:spcBef>
                <a:spcPts val="640"/>
              </a:spcBef>
              <a:spcAft>
                <a:spcPts val="0"/>
              </a:spcAft>
              <a:buSzPts val="2150"/>
              <a:buNone/>
              <a:defRPr/>
            </a:lvl3pPr>
            <a:lvl4pPr lvl="3" rtl="0">
              <a:spcBef>
                <a:spcPts val="640"/>
              </a:spcBef>
              <a:spcAft>
                <a:spcPts val="0"/>
              </a:spcAft>
              <a:buSzPts val="2150"/>
              <a:buNone/>
              <a:defRPr/>
            </a:lvl4pPr>
            <a:lvl5pPr lvl="4" rtl="0">
              <a:spcBef>
                <a:spcPts val="640"/>
              </a:spcBef>
              <a:spcAft>
                <a:spcPts val="0"/>
              </a:spcAft>
              <a:buSzPts val="2150"/>
              <a:buNone/>
              <a:defRPr/>
            </a:lvl5pPr>
            <a:lvl6pPr lvl="5" rtl="0">
              <a:spcBef>
                <a:spcPts val="640"/>
              </a:spcBef>
              <a:spcAft>
                <a:spcPts val="0"/>
              </a:spcAft>
              <a:buSzPts val="2150"/>
              <a:buNone/>
              <a:defRPr/>
            </a:lvl6pPr>
            <a:lvl7pPr lvl="6" rtl="0">
              <a:spcBef>
                <a:spcPts val="640"/>
              </a:spcBef>
              <a:spcAft>
                <a:spcPts val="0"/>
              </a:spcAft>
              <a:buSzPts val="2150"/>
              <a:buNone/>
              <a:defRPr/>
            </a:lvl7pPr>
            <a:lvl8pPr lvl="7" rtl="0">
              <a:spcBef>
                <a:spcPts val="640"/>
              </a:spcBef>
              <a:spcAft>
                <a:spcPts val="0"/>
              </a:spcAft>
              <a:buSzPts val="2150"/>
              <a:buNone/>
              <a:defRPr/>
            </a:lvl8pPr>
            <a:lvl9pPr lvl="8" rtl="0">
              <a:spcBef>
                <a:spcPts val="640"/>
              </a:spcBef>
              <a:spcAft>
                <a:spcPts val="0"/>
              </a:spcAft>
              <a:buSzPts val="2150"/>
              <a:buNone/>
              <a:defRPr/>
            </a:lvl9pPr>
          </a:lstStyle>
          <a:p>
            <a:endParaRPr/>
          </a:p>
        </p:txBody>
      </p:sp>
      <p:sp>
        <p:nvSpPr>
          <p:cNvPr id="34" name="Google Shape;34;p4"/>
          <p:cNvSpPr txBox="1">
            <a:spLocks noGrp="1"/>
          </p:cNvSpPr>
          <p:nvPr>
            <p:ph type="subTitle" idx="4"/>
          </p:nvPr>
        </p:nvSpPr>
        <p:spPr>
          <a:xfrm>
            <a:off x="2319125" y="5492230"/>
            <a:ext cx="6433200" cy="538500"/>
          </a:xfrm>
          <a:prstGeom prst="rect">
            <a:avLst/>
          </a:prstGeom>
        </p:spPr>
        <p:txBody>
          <a:bodyPr spcFirstLastPara="1" wrap="square" lIns="91425" tIns="45700" rIns="91425" bIns="45700" anchor="t" anchorCtr="0">
            <a:noAutofit/>
          </a:bodyPr>
          <a:lstStyle>
            <a:lvl1pPr lvl="0" rtl="0">
              <a:spcBef>
                <a:spcPts val="640"/>
              </a:spcBef>
              <a:spcAft>
                <a:spcPts val="0"/>
              </a:spcAft>
              <a:buSzPts val="4750"/>
              <a:buNone/>
              <a:defRPr sz="4750"/>
            </a:lvl1pPr>
            <a:lvl2pPr lvl="1" rtl="0">
              <a:spcBef>
                <a:spcPts val="640"/>
              </a:spcBef>
              <a:spcAft>
                <a:spcPts val="0"/>
              </a:spcAft>
              <a:buSzPts val="2150"/>
              <a:buNone/>
              <a:defRPr/>
            </a:lvl2pPr>
            <a:lvl3pPr lvl="2" rtl="0">
              <a:spcBef>
                <a:spcPts val="640"/>
              </a:spcBef>
              <a:spcAft>
                <a:spcPts val="0"/>
              </a:spcAft>
              <a:buSzPts val="2150"/>
              <a:buNone/>
              <a:defRPr/>
            </a:lvl3pPr>
            <a:lvl4pPr lvl="3" rtl="0">
              <a:spcBef>
                <a:spcPts val="640"/>
              </a:spcBef>
              <a:spcAft>
                <a:spcPts val="0"/>
              </a:spcAft>
              <a:buSzPts val="2150"/>
              <a:buNone/>
              <a:defRPr/>
            </a:lvl4pPr>
            <a:lvl5pPr lvl="4" rtl="0">
              <a:spcBef>
                <a:spcPts val="640"/>
              </a:spcBef>
              <a:spcAft>
                <a:spcPts val="0"/>
              </a:spcAft>
              <a:buSzPts val="2150"/>
              <a:buNone/>
              <a:defRPr/>
            </a:lvl5pPr>
            <a:lvl6pPr lvl="5" rtl="0">
              <a:spcBef>
                <a:spcPts val="640"/>
              </a:spcBef>
              <a:spcAft>
                <a:spcPts val="0"/>
              </a:spcAft>
              <a:buSzPts val="2150"/>
              <a:buNone/>
              <a:defRPr/>
            </a:lvl6pPr>
            <a:lvl7pPr lvl="6" rtl="0">
              <a:spcBef>
                <a:spcPts val="640"/>
              </a:spcBef>
              <a:spcAft>
                <a:spcPts val="0"/>
              </a:spcAft>
              <a:buSzPts val="2150"/>
              <a:buNone/>
              <a:defRPr/>
            </a:lvl7pPr>
            <a:lvl8pPr lvl="7" rtl="0">
              <a:spcBef>
                <a:spcPts val="640"/>
              </a:spcBef>
              <a:spcAft>
                <a:spcPts val="0"/>
              </a:spcAft>
              <a:buSzPts val="2150"/>
              <a:buNone/>
              <a:defRPr/>
            </a:lvl8pPr>
            <a:lvl9pPr lvl="8" rtl="0">
              <a:spcBef>
                <a:spcPts val="640"/>
              </a:spcBef>
              <a:spcAft>
                <a:spcPts val="0"/>
              </a:spcAft>
              <a:buSzPts val="2150"/>
              <a:buNone/>
              <a:defRPr/>
            </a:lvl9pPr>
          </a:lstStyle>
          <a:p>
            <a:endParaRPr/>
          </a:p>
        </p:txBody>
      </p:sp>
      <p:sp>
        <p:nvSpPr>
          <p:cNvPr id="35" name="Google Shape;35;p4"/>
          <p:cNvSpPr txBox="1">
            <a:spLocks noGrp="1"/>
          </p:cNvSpPr>
          <p:nvPr>
            <p:ph type="subTitle" idx="5"/>
          </p:nvPr>
        </p:nvSpPr>
        <p:spPr>
          <a:xfrm>
            <a:off x="2319125" y="6831513"/>
            <a:ext cx="6433200" cy="538500"/>
          </a:xfrm>
          <a:prstGeom prst="rect">
            <a:avLst/>
          </a:prstGeom>
        </p:spPr>
        <p:txBody>
          <a:bodyPr spcFirstLastPara="1" wrap="square" lIns="91425" tIns="45700" rIns="91425" bIns="45700" anchor="t" anchorCtr="0">
            <a:noAutofit/>
          </a:bodyPr>
          <a:lstStyle>
            <a:lvl1pPr lvl="0" rtl="0">
              <a:spcBef>
                <a:spcPts val="640"/>
              </a:spcBef>
              <a:spcAft>
                <a:spcPts val="0"/>
              </a:spcAft>
              <a:buSzPts val="4750"/>
              <a:buNone/>
              <a:defRPr sz="4750"/>
            </a:lvl1pPr>
            <a:lvl2pPr lvl="1" rtl="0">
              <a:spcBef>
                <a:spcPts val="640"/>
              </a:spcBef>
              <a:spcAft>
                <a:spcPts val="0"/>
              </a:spcAft>
              <a:buSzPts val="2150"/>
              <a:buNone/>
              <a:defRPr/>
            </a:lvl2pPr>
            <a:lvl3pPr lvl="2" rtl="0">
              <a:spcBef>
                <a:spcPts val="640"/>
              </a:spcBef>
              <a:spcAft>
                <a:spcPts val="0"/>
              </a:spcAft>
              <a:buSzPts val="2150"/>
              <a:buNone/>
              <a:defRPr/>
            </a:lvl3pPr>
            <a:lvl4pPr lvl="3" rtl="0">
              <a:spcBef>
                <a:spcPts val="640"/>
              </a:spcBef>
              <a:spcAft>
                <a:spcPts val="0"/>
              </a:spcAft>
              <a:buSzPts val="2150"/>
              <a:buNone/>
              <a:defRPr/>
            </a:lvl4pPr>
            <a:lvl5pPr lvl="4" rtl="0">
              <a:spcBef>
                <a:spcPts val="640"/>
              </a:spcBef>
              <a:spcAft>
                <a:spcPts val="0"/>
              </a:spcAft>
              <a:buSzPts val="2150"/>
              <a:buNone/>
              <a:defRPr/>
            </a:lvl5pPr>
            <a:lvl6pPr lvl="5" rtl="0">
              <a:spcBef>
                <a:spcPts val="640"/>
              </a:spcBef>
              <a:spcAft>
                <a:spcPts val="0"/>
              </a:spcAft>
              <a:buSzPts val="2150"/>
              <a:buNone/>
              <a:defRPr/>
            </a:lvl6pPr>
            <a:lvl7pPr lvl="6" rtl="0">
              <a:spcBef>
                <a:spcPts val="640"/>
              </a:spcBef>
              <a:spcAft>
                <a:spcPts val="0"/>
              </a:spcAft>
              <a:buSzPts val="2150"/>
              <a:buNone/>
              <a:defRPr/>
            </a:lvl7pPr>
            <a:lvl8pPr lvl="7" rtl="0">
              <a:spcBef>
                <a:spcPts val="640"/>
              </a:spcBef>
              <a:spcAft>
                <a:spcPts val="0"/>
              </a:spcAft>
              <a:buSzPts val="2150"/>
              <a:buNone/>
              <a:defRPr/>
            </a:lvl8pPr>
            <a:lvl9pPr lvl="8" rtl="0">
              <a:spcBef>
                <a:spcPts val="640"/>
              </a:spcBef>
              <a:spcAft>
                <a:spcPts val="0"/>
              </a:spcAft>
              <a:buSzPts val="2150"/>
              <a:buNone/>
              <a:defRPr/>
            </a:lvl9pPr>
          </a:lstStyle>
          <a:p>
            <a:endParaRPr/>
          </a:p>
        </p:txBody>
      </p:sp>
      <p:sp>
        <p:nvSpPr>
          <p:cNvPr id="36" name="Google Shape;36;p4"/>
          <p:cNvSpPr txBox="1">
            <a:spLocks noGrp="1"/>
          </p:cNvSpPr>
          <p:nvPr>
            <p:ph type="subTitle" idx="6"/>
          </p:nvPr>
        </p:nvSpPr>
        <p:spPr>
          <a:xfrm>
            <a:off x="2319125" y="8108693"/>
            <a:ext cx="6433200" cy="538500"/>
          </a:xfrm>
          <a:prstGeom prst="rect">
            <a:avLst/>
          </a:prstGeom>
        </p:spPr>
        <p:txBody>
          <a:bodyPr spcFirstLastPara="1" wrap="square" lIns="91425" tIns="45700" rIns="91425" bIns="45700" anchor="t" anchorCtr="0">
            <a:noAutofit/>
          </a:bodyPr>
          <a:lstStyle>
            <a:lvl1pPr lvl="0" rtl="0">
              <a:spcBef>
                <a:spcPts val="640"/>
              </a:spcBef>
              <a:spcAft>
                <a:spcPts val="0"/>
              </a:spcAft>
              <a:buSzPts val="4750"/>
              <a:buNone/>
              <a:defRPr sz="4750"/>
            </a:lvl1pPr>
            <a:lvl2pPr lvl="1" rtl="0">
              <a:spcBef>
                <a:spcPts val="640"/>
              </a:spcBef>
              <a:spcAft>
                <a:spcPts val="0"/>
              </a:spcAft>
              <a:buSzPts val="2150"/>
              <a:buNone/>
              <a:defRPr/>
            </a:lvl2pPr>
            <a:lvl3pPr lvl="2" rtl="0">
              <a:spcBef>
                <a:spcPts val="640"/>
              </a:spcBef>
              <a:spcAft>
                <a:spcPts val="0"/>
              </a:spcAft>
              <a:buSzPts val="2150"/>
              <a:buNone/>
              <a:defRPr/>
            </a:lvl3pPr>
            <a:lvl4pPr lvl="3" rtl="0">
              <a:spcBef>
                <a:spcPts val="640"/>
              </a:spcBef>
              <a:spcAft>
                <a:spcPts val="0"/>
              </a:spcAft>
              <a:buSzPts val="2150"/>
              <a:buNone/>
              <a:defRPr/>
            </a:lvl4pPr>
            <a:lvl5pPr lvl="4" rtl="0">
              <a:spcBef>
                <a:spcPts val="640"/>
              </a:spcBef>
              <a:spcAft>
                <a:spcPts val="0"/>
              </a:spcAft>
              <a:buSzPts val="2150"/>
              <a:buNone/>
              <a:defRPr/>
            </a:lvl5pPr>
            <a:lvl6pPr lvl="5" rtl="0">
              <a:spcBef>
                <a:spcPts val="640"/>
              </a:spcBef>
              <a:spcAft>
                <a:spcPts val="0"/>
              </a:spcAft>
              <a:buSzPts val="2150"/>
              <a:buNone/>
              <a:defRPr/>
            </a:lvl6pPr>
            <a:lvl7pPr lvl="6" rtl="0">
              <a:spcBef>
                <a:spcPts val="640"/>
              </a:spcBef>
              <a:spcAft>
                <a:spcPts val="0"/>
              </a:spcAft>
              <a:buSzPts val="2150"/>
              <a:buNone/>
              <a:defRPr/>
            </a:lvl7pPr>
            <a:lvl8pPr lvl="7" rtl="0">
              <a:spcBef>
                <a:spcPts val="640"/>
              </a:spcBef>
              <a:spcAft>
                <a:spcPts val="0"/>
              </a:spcAft>
              <a:buSzPts val="2150"/>
              <a:buNone/>
              <a:defRPr/>
            </a:lvl8pPr>
            <a:lvl9pPr lvl="8" rtl="0">
              <a:spcBef>
                <a:spcPts val="640"/>
              </a:spcBef>
              <a:spcAft>
                <a:spcPts val="0"/>
              </a:spcAft>
              <a:buSzPts val="215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3">
  <p:cSld name="CUSTOM_2">
    <p:spTree>
      <p:nvGrpSpPr>
        <p:cNvPr id="1" name="Shape 37"/>
        <p:cNvGrpSpPr/>
        <p:nvPr/>
      </p:nvGrpSpPr>
      <p:grpSpPr>
        <a:xfrm>
          <a:off x="0" y="0"/>
          <a:ext cx="0" cy="0"/>
          <a:chOff x="0" y="0"/>
          <a:chExt cx="0" cy="0"/>
        </a:xfrm>
      </p:grpSpPr>
      <p:grpSp>
        <p:nvGrpSpPr>
          <p:cNvPr id="38" name="Google Shape;38;p5"/>
          <p:cNvGrpSpPr/>
          <p:nvPr/>
        </p:nvGrpSpPr>
        <p:grpSpPr>
          <a:xfrm rot="10800000">
            <a:off x="-118" y="5827157"/>
            <a:ext cx="18288118" cy="4657699"/>
            <a:chOff x="0" y="-28575"/>
            <a:chExt cx="4816592" cy="1226711"/>
          </a:xfrm>
        </p:grpSpPr>
        <p:sp>
          <p:nvSpPr>
            <p:cNvPr id="39" name="Google Shape;39;p5"/>
            <p:cNvSpPr/>
            <p:nvPr/>
          </p:nvSpPr>
          <p:spPr>
            <a:xfrm>
              <a:off x="0" y="0"/>
              <a:ext cx="4816592" cy="1198136"/>
            </a:xfrm>
            <a:custGeom>
              <a:avLst/>
              <a:gdLst/>
              <a:ahLst/>
              <a:cxnLst/>
              <a:rect l="l" t="t" r="r" b="b"/>
              <a:pathLst>
                <a:path w="4816592" h="1198136" extrusionOk="0">
                  <a:moveTo>
                    <a:pt x="0" y="0"/>
                  </a:moveTo>
                  <a:lnTo>
                    <a:pt x="4816592" y="0"/>
                  </a:lnTo>
                  <a:lnTo>
                    <a:pt x="4816592" y="1198136"/>
                  </a:lnTo>
                  <a:lnTo>
                    <a:pt x="0" y="1198136"/>
                  </a:lnTo>
                  <a:close/>
                </a:path>
              </a:pathLst>
            </a:custGeom>
            <a:gradFill>
              <a:gsLst>
                <a:gs pos="0">
                  <a:srgbClr val="6AE870"/>
                </a:gs>
                <a:gs pos="100000">
                  <a:srgbClr val="000000"/>
                </a:gs>
              </a:gsLst>
              <a:lin ang="5400012" scaled="0"/>
            </a:gradFill>
            <a:ln>
              <a:noFill/>
            </a:ln>
          </p:spPr>
        </p:sp>
        <p:sp>
          <p:nvSpPr>
            <p:cNvPr id="40" name="Google Shape;40;p5"/>
            <p:cNvSpPr txBox="1"/>
            <p:nvPr/>
          </p:nvSpPr>
          <p:spPr>
            <a:xfrm>
              <a:off x="0" y="-28575"/>
              <a:ext cx="4816500" cy="12267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 name="Google Shape;41;p5"/>
          <p:cNvSpPr/>
          <p:nvPr/>
        </p:nvSpPr>
        <p:spPr>
          <a:xfrm>
            <a:off x="553794" y="528211"/>
            <a:ext cx="4122011" cy="3972120"/>
          </a:xfrm>
          <a:custGeom>
            <a:avLst/>
            <a:gdLst/>
            <a:ahLst/>
            <a:cxnLst/>
            <a:rect l="l" t="t" r="r" b="b"/>
            <a:pathLst>
              <a:path w="4122011" h="3972120" extrusionOk="0">
                <a:moveTo>
                  <a:pt x="0" y="0"/>
                </a:moveTo>
                <a:lnTo>
                  <a:pt x="4122011" y="0"/>
                </a:lnTo>
                <a:lnTo>
                  <a:pt x="4122011" y="3972120"/>
                </a:lnTo>
                <a:lnTo>
                  <a:pt x="0" y="3972120"/>
                </a:lnTo>
                <a:lnTo>
                  <a:pt x="0" y="0"/>
                </a:lnTo>
                <a:close/>
              </a:path>
            </a:pathLst>
          </a:custGeom>
          <a:blipFill rotWithShape="1">
            <a:blip r:embed="rId2">
              <a:alphaModFix/>
            </a:blip>
            <a:stretch>
              <a:fillRect/>
            </a:stretch>
          </a:blipFill>
          <a:ln>
            <a:noFill/>
          </a:ln>
        </p:spPr>
      </p:sp>
      <p:grpSp>
        <p:nvGrpSpPr>
          <p:cNvPr id="42" name="Google Shape;42;p5"/>
          <p:cNvGrpSpPr/>
          <p:nvPr/>
        </p:nvGrpSpPr>
        <p:grpSpPr>
          <a:xfrm>
            <a:off x="13046639" y="7179026"/>
            <a:ext cx="4594189" cy="4351950"/>
            <a:chOff x="0" y="0"/>
            <a:chExt cx="6125585" cy="5802600"/>
          </a:xfrm>
        </p:grpSpPr>
        <p:sp>
          <p:nvSpPr>
            <p:cNvPr id="43" name="Google Shape;43;p5"/>
            <p:cNvSpPr/>
            <p:nvPr/>
          </p:nvSpPr>
          <p:spPr>
            <a:xfrm>
              <a:off x="0" y="0"/>
              <a:ext cx="6125585" cy="5802600"/>
            </a:xfrm>
            <a:custGeom>
              <a:avLst/>
              <a:gdLst/>
              <a:ahLst/>
              <a:cxnLst/>
              <a:rect l="l" t="t" r="r" b="b"/>
              <a:pathLst>
                <a:path w="6125585" h="5802600" extrusionOk="0">
                  <a:moveTo>
                    <a:pt x="0" y="0"/>
                  </a:moveTo>
                  <a:lnTo>
                    <a:pt x="6125585" y="0"/>
                  </a:lnTo>
                  <a:lnTo>
                    <a:pt x="6125585" y="5802600"/>
                  </a:lnTo>
                  <a:lnTo>
                    <a:pt x="0" y="5802600"/>
                  </a:lnTo>
                  <a:lnTo>
                    <a:pt x="0" y="0"/>
                  </a:lnTo>
                  <a:close/>
                </a:path>
              </a:pathLst>
            </a:custGeom>
            <a:blipFill rotWithShape="1">
              <a:blip r:embed="rId3">
                <a:alphaModFix/>
              </a:blip>
              <a:stretch>
                <a:fillRect/>
              </a:stretch>
            </a:blipFill>
            <a:ln>
              <a:noFill/>
            </a:ln>
          </p:spPr>
        </p:sp>
        <p:sp>
          <p:nvSpPr>
            <p:cNvPr id="44" name="Google Shape;44;p5"/>
            <p:cNvSpPr/>
            <p:nvPr/>
          </p:nvSpPr>
          <p:spPr>
            <a:xfrm>
              <a:off x="2699530" y="2538037"/>
              <a:ext cx="726526" cy="726526"/>
            </a:xfrm>
            <a:custGeom>
              <a:avLst/>
              <a:gdLst/>
              <a:ahLst/>
              <a:cxnLst/>
              <a:rect l="l" t="t" r="r" b="b"/>
              <a:pathLst>
                <a:path w="726526" h="726526" extrusionOk="0">
                  <a:moveTo>
                    <a:pt x="0" y="0"/>
                  </a:moveTo>
                  <a:lnTo>
                    <a:pt x="726526" y="0"/>
                  </a:lnTo>
                  <a:lnTo>
                    <a:pt x="726526" y="726526"/>
                  </a:lnTo>
                  <a:lnTo>
                    <a:pt x="0" y="726526"/>
                  </a:lnTo>
                  <a:lnTo>
                    <a:pt x="0" y="0"/>
                  </a:lnTo>
                  <a:close/>
                </a:path>
              </a:pathLst>
            </a:custGeom>
            <a:blipFill rotWithShape="1">
              <a:blip r:embed="rId4">
                <a:alphaModFix/>
              </a:blip>
              <a:stretch>
                <a:fillRect/>
              </a:stretch>
            </a:blipFill>
            <a:ln>
              <a:noFill/>
            </a:ln>
          </p:spPr>
        </p:sp>
      </p:grpSp>
      <p:sp>
        <p:nvSpPr>
          <p:cNvPr id="45" name="Google Shape;45;p5"/>
          <p:cNvSpPr txBox="1">
            <a:spLocks noGrp="1"/>
          </p:cNvSpPr>
          <p:nvPr>
            <p:ph type="title"/>
          </p:nvPr>
        </p:nvSpPr>
        <p:spPr>
          <a:xfrm>
            <a:off x="1701975" y="2652575"/>
            <a:ext cx="14883900" cy="3745800"/>
          </a:xfrm>
          <a:prstGeom prst="rect">
            <a:avLst/>
          </a:prstGeom>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lvl1pPr lvl="0" algn="ctr">
              <a:spcBef>
                <a:spcPts val="0"/>
              </a:spcBef>
              <a:spcAft>
                <a:spcPts val="0"/>
              </a:spcAft>
              <a:buClr>
                <a:schemeClr val="lt1"/>
              </a:buClr>
              <a:buSzPts val="14000"/>
              <a:buNone/>
              <a:defRPr sz="14000">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5"/>
          <p:cNvSpPr txBox="1">
            <a:spLocks noGrp="1"/>
          </p:cNvSpPr>
          <p:nvPr>
            <p:ph type="body" idx="1"/>
          </p:nvPr>
        </p:nvSpPr>
        <p:spPr>
          <a:xfrm>
            <a:off x="3988050" y="7371525"/>
            <a:ext cx="10311900" cy="1263000"/>
          </a:xfrm>
          <a:prstGeom prst="rect">
            <a:avLst/>
          </a:prstGeom>
        </p:spPr>
        <p:txBody>
          <a:bodyPr spcFirstLastPara="1" wrap="square" lIns="91425" tIns="45700" rIns="91425" bIns="45700" anchor="t" anchorCtr="0">
            <a:noAutofit/>
          </a:bodyPr>
          <a:lstStyle>
            <a:lvl1pPr marL="457200" lvl="0" indent="-365125" algn="ctr">
              <a:spcBef>
                <a:spcPts val="640"/>
              </a:spcBef>
              <a:spcAft>
                <a:spcPts val="0"/>
              </a:spcAft>
              <a:buSzPts val="2150"/>
              <a:buChar char="•"/>
              <a:defRPr/>
            </a:lvl1pPr>
            <a:lvl2pPr marL="914400" lvl="1" indent="-365125" algn="ctr">
              <a:spcBef>
                <a:spcPts val="640"/>
              </a:spcBef>
              <a:spcAft>
                <a:spcPts val="0"/>
              </a:spcAft>
              <a:buSzPts val="2150"/>
              <a:buChar char="–"/>
              <a:defRPr/>
            </a:lvl2pPr>
            <a:lvl3pPr marL="1371600" lvl="2" indent="-365125" algn="ctr">
              <a:spcBef>
                <a:spcPts val="640"/>
              </a:spcBef>
              <a:spcAft>
                <a:spcPts val="0"/>
              </a:spcAft>
              <a:buSzPts val="2150"/>
              <a:buChar char="•"/>
              <a:defRPr/>
            </a:lvl3pPr>
            <a:lvl4pPr marL="1828800" lvl="3" indent="-365125" algn="ctr">
              <a:spcBef>
                <a:spcPts val="640"/>
              </a:spcBef>
              <a:spcAft>
                <a:spcPts val="0"/>
              </a:spcAft>
              <a:buSzPts val="2150"/>
              <a:buChar char="–"/>
              <a:defRPr/>
            </a:lvl4pPr>
            <a:lvl5pPr marL="2286000" lvl="4" indent="-365125" algn="ctr">
              <a:spcBef>
                <a:spcPts val="640"/>
              </a:spcBef>
              <a:spcAft>
                <a:spcPts val="0"/>
              </a:spcAft>
              <a:buSzPts val="2150"/>
              <a:buChar char="»"/>
              <a:defRPr/>
            </a:lvl5pPr>
            <a:lvl6pPr marL="2743200" lvl="5" indent="-365125" algn="ctr">
              <a:spcBef>
                <a:spcPts val="640"/>
              </a:spcBef>
              <a:spcAft>
                <a:spcPts val="0"/>
              </a:spcAft>
              <a:buSzPts val="2150"/>
              <a:buChar char="•"/>
              <a:defRPr/>
            </a:lvl6pPr>
            <a:lvl7pPr marL="3200400" lvl="6" indent="-365125" algn="ctr">
              <a:spcBef>
                <a:spcPts val="640"/>
              </a:spcBef>
              <a:spcAft>
                <a:spcPts val="0"/>
              </a:spcAft>
              <a:buSzPts val="2150"/>
              <a:buChar char="•"/>
              <a:defRPr/>
            </a:lvl7pPr>
            <a:lvl8pPr marL="3657600" lvl="7" indent="-365125" algn="ctr">
              <a:spcBef>
                <a:spcPts val="640"/>
              </a:spcBef>
              <a:spcAft>
                <a:spcPts val="0"/>
              </a:spcAft>
              <a:buSzPts val="2150"/>
              <a:buChar char="•"/>
              <a:defRPr/>
            </a:lvl8pPr>
            <a:lvl9pPr marL="4114800" lvl="8" indent="-365125" algn="ctr">
              <a:spcBef>
                <a:spcPts val="640"/>
              </a:spcBef>
              <a:spcAft>
                <a:spcPts val="0"/>
              </a:spcAft>
              <a:buSzPts val="215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ustom Layout 4">
  <p:cSld name="CUSTOM_3">
    <p:bg>
      <p:bgPr>
        <a:solidFill>
          <a:srgbClr val="23DC6D"/>
        </a:solidFill>
        <a:effectLst/>
      </p:bgPr>
    </p:bg>
    <p:spTree>
      <p:nvGrpSpPr>
        <p:cNvPr id="1" name="Shape 47"/>
        <p:cNvGrpSpPr/>
        <p:nvPr/>
      </p:nvGrpSpPr>
      <p:grpSpPr>
        <a:xfrm>
          <a:off x="0" y="0"/>
          <a:ext cx="0" cy="0"/>
          <a:chOff x="0" y="0"/>
          <a:chExt cx="0" cy="0"/>
        </a:xfrm>
      </p:grpSpPr>
      <p:sp>
        <p:nvSpPr>
          <p:cNvPr id="48" name="Google Shape;48;p6"/>
          <p:cNvSpPr/>
          <p:nvPr/>
        </p:nvSpPr>
        <p:spPr>
          <a:xfrm>
            <a:off x="14538907" y="-1026374"/>
            <a:ext cx="4149852" cy="4226702"/>
          </a:xfrm>
          <a:custGeom>
            <a:avLst/>
            <a:gdLst/>
            <a:ahLst/>
            <a:cxnLst/>
            <a:rect l="l" t="t" r="r" b="b"/>
            <a:pathLst>
              <a:path w="4149852" h="4226702" extrusionOk="0">
                <a:moveTo>
                  <a:pt x="0" y="0"/>
                </a:moveTo>
                <a:lnTo>
                  <a:pt x="4149853" y="0"/>
                </a:lnTo>
                <a:lnTo>
                  <a:pt x="4149853" y="4226702"/>
                </a:lnTo>
                <a:lnTo>
                  <a:pt x="0" y="4226702"/>
                </a:lnTo>
                <a:lnTo>
                  <a:pt x="0" y="0"/>
                </a:lnTo>
                <a:close/>
              </a:path>
            </a:pathLst>
          </a:custGeom>
          <a:blipFill rotWithShape="1">
            <a:blip r:embed="rId2">
              <a:alphaModFix/>
            </a:blip>
            <a:stretch>
              <a:fillRect/>
            </a:stretch>
          </a:blipFill>
          <a:ln>
            <a:noFill/>
          </a:ln>
        </p:spPr>
      </p:sp>
      <p:sp>
        <p:nvSpPr>
          <p:cNvPr id="49" name="Google Shape;49;p6"/>
          <p:cNvSpPr/>
          <p:nvPr/>
        </p:nvSpPr>
        <p:spPr>
          <a:xfrm rot="-5400000">
            <a:off x="859256" y="8384552"/>
            <a:ext cx="3625028" cy="3804896"/>
          </a:xfrm>
          <a:custGeom>
            <a:avLst/>
            <a:gdLst/>
            <a:ahLst/>
            <a:cxnLst/>
            <a:rect l="l" t="t" r="r" b="b"/>
            <a:pathLst>
              <a:path w="3625028" h="3804896" extrusionOk="0">
                <a:moveTo>
                  <a:pt x="0" y="0"/>
                </a:moveTo>
                <a:lnTo>
                  <a:pt x="3625029" y="0"/>
                </a:lnTo>
                <a:lnTo>
                  <a:pt x="3625029" y="3804896"/>
                </a:lnTo>
                <a:lnTo>
                  <a:pt x="0" y="3804896"/>
                </a:lnTo>
                <a:lnTo>
                  <a:pt x="0" y="0"/>
                </a:lnTo>
                <a:close/>
              </a:path>
            </a:pathLst>
          </a:custGeom>
          <a:blipFill rotWithShape="1">
            <a:blip r:embed="rId3">
              <a:alphaModFix/>
            </a:blip>
            <a:stretch>
              <a:fillRect/>
            </a:stretch>
          </a:blipFill>
          <a:ln>
            <a:noFill/>
          </a:ln>
        </p:spPr>
      </p:sp>
      <p:sp>
        <p:nvSpPr>
          <p:cNvPr id="50" name="Google Shape;50;p6"/>
          <p:cNvSpPr/>
          <p:nvPr/>
        </p:nvSpPr>
        <p:spPr>
          <a:xfrm>
            <a:off x="771232" y="1086977"/>
            <a:ext cx="19089519" cy="8113046"/>
          </a:xfrm>
          <a:custGeom>
            <a:avLst/>
            <a:gdLst/>
            <a:ahLst/>
            <a:cxnLst/>
            <a:rect l="l" t="t" r="r" b="b"/>
            <a:pathLst>
              <a:path w="19089519" h="8113046" extrusionOk="0">
                <a:moveTo>
                  <a:pt x="0" y="0"/>
                </a:moveTo>
                <a:lnTo>
                  <a:pt x="19089520" y="0"/>
                </a:lnTo>
                <a:lnTo>
                  <a:pt x="19089520" y="8113046"/>
                </a:lnTo>
                <a:lnTo>
                  <a:pt x="0" y="8113046"/>
                </a:lnTo>
                <a:lnTo>
                  <a:pt x="0" y="0"/>
                </a:lnTo>
                <a:close/>
              </a:path>
            </a:pathLst>
          </a:custGeom>
          <a:blipFill rotWithShape="1">
            <a:blip r:embed="rId4">
              <a:alphaModFix/>
            </a:blip>
            <a:stretch>
              <a:fillRect/>
            </a:stretch>
          </a:blipFill>
          <a:ln>
            <a:noFill/>
          </a:ln>
        </p:spPr>
      </p:sp>
      <p:sp>
        <p:nvSpPr>
          <p:cNvPr id="51" name="Google Shape;51;p6"/>
          <p:cNvSpPr txBox="1">
            <a:spLocks noGrp="1"/>
          </p:cNvSpPr>
          <p:nvPr>
            <p:ph type="body" idx="1"/>
          </p:nvPr>
        </p:nvSpPr>
        <p:spPr>
          <a:xfrm>
            <a:off x="1780775" y="3103950"/>
            <a:ext cx="14639400" cy="4079100"/>
          </a:xfrm>
          <a:prstGeom prst="rect">
            <a:avLst/>
          </a:prstGeom>
        </p:spPr>
        <p:txBody>
          <a:bodyPr spcFirstLastPara="1" wrap="square" lIns="91425" tIns="45700" rIns="91425" bIns="45700" anchor="ctr" anchorCtr="0">
            <a:noAutofit/>
          </a:bodyPr>
          <a:lstStyle>
            <a:lvl1pPr marL="457200" lvl="0" indent="-654050" algn="ctr">
              <a:spcBef>
                <a:spcPts val="640"/>
              </a:spcBef>
              <a:spcAft>
                <a:spcPts val="0"/>
              </a:spcAft>
              <a:buSzPts val="6700"/>
              <a:buFont typeface="League Spartan"/>
              <a:buChar char="•"/>
              <a:defRPr sz="6700" b="1">
                <a:latin typeface="League Spartan"/>
                <a:ea typeface="League Spartan"/>
                <a:cs typeface="League Spartan"/>
                <a:sym typeface="League Spartan"/>
              </a:defRPr>
            </a:lvl1pPr>
            <a:lvl2pPr marL="914400" lvl="1" indent="-654050" algn="ctr">
              <a:spcBef>
                <a:spcPts val="640"/>
              </a:spcBef>
              <a:spcAft>
                <a:spcPts val="0"/>
              </a:spcAft>
              <a:buSzPts val="6700"/>
              <a:buFont typeface="League Spartan"/>
              <a:buChar char="–"/>
              <a:defRPr sz="6700" b="1">
                <a:latin typeface="League Spartan"/>
                <a:ea typeface="League Spartan"/>
                <a:cs typeface="League Spartan"/>
                <a:sym typeface="League Spartan"/>
              </a:defRPr>
            </a:lvl2pPr>
            <a:lvl3pPr marL="1371600" lvl="2" indent="-654050" algn="ctr">
              <a:spcBef>
                <a:spcPts val="640"/>
              </a:spcBef>
              <a:spcAft>
                <a:spcPts val="0"/>
              </a:spcAft>
              <a:buSzPts val="6700"/>
              <a:buFont typeface="League Spartan"/>
              <a:buChar char="•"/>
              <a:defRPr sz="6700" b="1">
                <a:latin typeface="League Spartan"/>
                <a:ea typeface="League Spartan"/>
                <a:cs typeface="League Spartan"/>
                <a:sym typeface="League Spartan"/>
              </a:defRPr>
            </a:lvl3pPr>
            <a:lvl4pPr marL="1828800" lvl="3" indent="-654050" algn="ctr">
              <a:spcBef>
                <a:spcPts val="640"/>
              </a:spcBef>
              <a:spcAft>
                <a:spcPts val="0"/>
              </a:spcAft>
              <a:buSzPts val="6700"/>
              <a:buFont typeface="League Spartan"/>
              <a:buChar char="–"/>
              <a:defRPr sz="6700" b="1">
                <a:latin typeface="League Spartan"/>
                <a:ea typeface="League Spartan"/>
                <a:cs typeface="League Spartan"/>
                <a:sym typeface="League Spartan"/>
              </a:defRPr>
            </a:lvl4pPr>
            <a:lvl5pPr marL="2286000" lvl="4" indent="-654050" algn="ctr">
              <a:spcBef>
                <a:spcPts val="640"/>
              </a:spcBef>
              <a:spcAft>
                <a:spcPts val="0"/>
              </a:spcAft>
              <a:buSzPts val="6700"/>
              <a:buFont typeface="League Spartan"/>
              <a:buChar char="»"/>
              <a:defRPr sz="6700" b="1">
                <a:latin typeface="League Spartan"/>
                <a:ea typeface="League Spartan"/>
                <a:cs typeface="League Spartan"/>
                <a:sym typeface="League Spartan"/>
              </a:defRPr>
            </a:lvl5pPr>
            <a:lvl6pPr marL="2743200" lvl="5" indent="-654050" algn="ctr">
              <a:spcBef>
                <a:spcPts val="640"/>
              </a:spcBef>
              <a:spcAft>
                <a:spcPts val="0"/>
              </a:spcAft>
              <a:buSzPts val="6700"/>
              <a:buFont typeface="League Spartan"/>
              <a:buChar char="•"/>
              <a:defRPr sz="6700" b="1">
                <a:latin typeface="League Spartan"/>
                <a:ea typeface="League Spartan"/>
                <a:cs typeface="League Spartan"/>
                <a:sym typeface="League Spartan"/>
              </a:defRPr>
            </a:lvl6pPr>
            <a:lvl7pPr marL="3200400" lvl="6" indent="-654050" algn="ctr">
              <a:spcBef>
                <a:spcPts val="640"/>
              </a:spcBef>
              <a:spcAft>
                <a:spcPts val="0"/>
              </a:spcAft>
              <a:buSzPts val="6700"/>
              <a:buFont typeface="League Spartan"/>
              <a:buChar char="•"/>
              <a:defRPr sz="6700" b="1">
                <a:latin typeface="League Spartan"/>
                <a:ea typeface="League Spartan"/>
                <a:cs typeface="League Spartan"/>
                <a:sym typeface="League Spartan"/>
              </a:defRPr>
            </a:lvl7pPr>
            <a:lvl8pPr marL="3657600" lvl="7" indent="-654050" algn="ctr">
              <a:spcBef>
                <a:spcPts val="640"/>
              </a:spcBef>
              <a:spcAft>
                <a:spcPts val="0"/>
              </a:spcAft>
              <a:buSzPts val="6700"/>
              <a:buFont typeface="League Spartan"/>
              <a:buChar char="•"/>
              <a:defRPr sz="6700" b="1">
                <a:latin typeface="League Spartan"/>
                <a:ea typeface="League Spartan"/>
                <a:cs typeface="League Spartan"/>
                <a:sym typeface="League Spartan"/>
              </a:defRPr>
            </a:lvl8pPr>
            <a:lvl9pPr marL="4114800" lvl="8" indent="-654050" algn="ctr">
              <a:spcBef>
                <a:spcPts val="640"/>
              </a:spcBef>
              <a:spcAft>
                <a:spcPts val="0"/>
              </a:spcAft>
              <a:buSzPts val="6700"/>
              <a:buFont typeface="League Spartan"/>
              <a:buChar char="•"/>
              <a:defRPr sz="6700" b="1">
                <a:latin typeface="League Spartan"/>
                <a:ea typeface="League Spartan"/>
                <a:cs typeface="League Spartan"/>
                <a:sym typeface="League Spartan"/>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5">
  <p:cSld name="CUSTOM_4">
    <p:spTree>
      <p:nvGrpSpPr>
        <p:cNvPr id="1" name="Shape 52"/>
        <p:cNvGrpSpPr/>
        <p:nvPr/>
      </p:nvGrpSpPr>
      <p:grpSpPr>
        <a:xfrm>
          <a:off x="0" y="0"/>
          <a:ext cx="0" cy="0"/>
          <a:chOff x="0" y="0"/>
          <a:chExt cx="0" cy="0"/>
        </a:xfrm>
      </p:grpSpPr>
      <p:sp>
        <p:nvSpPr>
          <p:cNvPr id="53" name="Google Shape;53;p7"/>
          <p:cNvSpPr txBox="1">
            <a:spLocks noGrp="1"/>
          </p:cNvSpPr>
          <p:nvPr>
            <p:ph type="title"/>
          </p:nvPr>
        </p:nvSpPr>
        <p:spPr>
          <a:xfrm>
            <a:off x="1028700" y="1881850"/>
            <a:ext cx="7502400" cy="3141900"/>
          </a:xfrm>
          <a:prstGeom prst="rect">
            <a:avLst/>
          </a:prstGeom>
        </p:spPr>
        <p:txBody>
          <a:bodyPr spcFirstLastPara="1" wrap="square" lIns="91425" tIns="45700" rIns="91425" bIns="45700" anchor="t" anchorCtr="0">
            <a:noAutofit/>
          </a:bodyPr>
          <a:lstStyle>
            <a:lvl1pPr lvl="0">
              <a:spcBef>
                <a:spcPts val="0"/>
              </a:spcBef>
              <a:spcAft>
                <a:spcPts val="0"/>
              </a:spcAft>
              <a:buSzPts val="10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54" name="Google Shape;54;p7"/>
          <p:cNvGrpSpPr/>
          <p:nvPr/>
        </p:nvGrpSpPr>
        <p:grpSpPr>
          <a:xfrm>
            <a:off x="13144500" y="920204"/>
            <a:ext cx="4114826" cy="4223672"/>
            <a:chOff x="0" y="-28575"/>
            <a:chExt cx="1083733" cy="1112400"/>
          </a:xfrm>
        </p:grpSpPr>
        <p:sp>
          <p:nvSpPr>
            <p:cNvPr id="55" name="Google Shape;55;p7"/>
            <p:cNvSpPr/>
            <p:nvPr/>
          </p:nvSpPr>
          <p:spPr>
            <a:xfrm>
              <a:off x="0" y="0"/>
              <a:ext cx="1083733" cy="1083733"/>
            </a:xfrm>
            <a:custGeom>
              <a:avLst/>
              <a:gdLst/>
              <a:ahLst/>
              <a:cxnLst/>
              <a:rect l="l" t="t" r="r" b="b"/>
              <a:pathLst>
                <a:path w="1083733" h="1083733" extrusionOk="0">
                  <a:moveTo>
                    <a:pt x="0" y="0"/>
                  </a:moveTo>
                  <a:lnTo>
                    <a:pt x="1083733" y="0"/>
                  </a:lnTo>
                  <a:lnTo>
                    <a:pt x="1083733" y="1083733"/>
                  </a:lnTo>
                  <a:lnTo>
                    <a:pt x="0" y="1083733"/>
                  </a:lnTo>
                  <a:close/>
                </a:path>
              </a:pathLst>
            </a:custGeom>
            <a:solidFill>
              <a:srgbClr val="000000"/>
            </a:solidFill>
            <a:ln>
              <a:noFill/>
            </a:ln>
          </p:spPr>
        </p:sp>
        <p:sp>
          <p:nvSpPr>
            <p:cNvPr id="56" name="Google Shape;56;p7"/>
            <p:cNvSpPr txBox="1"/>
            <p:nvPr/>
          </p:nvSpPr>
          <p:spPr>
            <a:xfrm>
              <a:off x="0" y="-28575"/>
              <a:ext cx="1083600" cy="11124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7" name="Google Shape;57;p7"/>
          <p:cNvGrpSpPr/>
          <p:nvPr/>
        </p:nvGrpSpPr>
        <p:grpSpPr>
          <a:xfrm>
            <a:off x="9029700" y="5035004"/>
            <a:ext cx="4114826" cy="4223672"/>
            <a:chOff x="0" y="-28575"/>
            <a:chExt cx="1083733" cy="1112400"/>
          </a:xfrm>
        </p:grpSpPr>
        <p:sp>
          <p:nvSpPr>
            <p:cNvPr id="58" name="Google Shape;58;p7"/>
            <p:cNvSpPr/>
            <p:nvPr/>
          </p:nvSpPr>
          <p:spPr>
            <a:xfrm>
              <a:off x="0" y="0"/>
              <a:ext cx="1083733" cy="1083733"/>
            </a:xfrm>
            <a:custGeom>
              <a:avLst/>
              <a:gdLst/>
              <a:ahLst/>
              <a:cxnLst/>
              <a:rect l="l" t="t" r="r" b="b"/>
              <a:pathLst>
                <a:path w="1083733" h="1083733" extrusionOk="0">
                  <a:moveTo>
                    <a:pt x="0" y="0"/>
                  </a:moveTo>
                  <a:lnTo>
                    <a:pt x="1083733" y="0"/>
                  </a:lnTo>
                  <a:lnTo>
                    <a:pt x="1083733" y="1083733"/>
                  </a:lnTo>
                  <a:lnTo>
                    <a:pt x="0" y="1083733"/>
                  </a:lnTo>
                  <a:close/>
                </a:path>
              </a:pathLst>
            </a:custGeom>
            <a:solidFill>
              <a:srgbClr val="000000"/>
            </a:solidFill>
            <a:ln>
              <a:noFill/>
            </a:ln>
          </p:spPr>
        </p:sp>
        <p:sp>
          <p:nvSpPr>
            <p:cNvPr id="59" name="Google Shape;59;p7"/>
            <p:cNvSpPr txBox="1"/>
            <p:nvPr/>
          </p:nvSpPr>
          <p:spPr>
            <a:xfrm>
              <a:off x="0" y="-28575"/>
              <a:ext cx="1083600" cy="11124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0" name="Google Shape;60;p7"/>
          <p:cNvSpPr/>
          <p:nvPr/>
        </p:nvSpPr>
        <p:spPr>
          <a:xfrm>
            <a:off x="9029700" y="1028700"/>
            <a:ext cx="4114800" cy="4114800"/>
          </a:xfrm>
          <a:custGeom>
            <a:avLst/>
            <a:gdLst/>
            <a:ahLst/>
            <a:cxnLst/>
            <a:rect l="l" t="t" r="r" b="b"/>
            <a:pathLst>
              <a:path w="4114800" h="4114800" extrusionOk="0">
                <a:moveTo>
                  <a:pt x="0" y="0"/>
                </a:moveTo>
                <a:lnTo>
                  <a:pt x="4114800" y="0"/>
                </a:lnTo>
                <a:lnTo>
                  <a:pt x="4114800" y="4114800"/>
                </a:lnTo>
                <a:lnTo>
                  <a:pt x="0" y="4114800"/>
                </a:lnTo>
                <a:lnTo>
                  <a:pt x="0" y="0"/>
                </a:lnTo>
                <a:close/>
              </a:path>
            </a:pathLst>
          </a:custGeom>
          <a:blipFill rotWithShape="1">
            <a:blip r:embed="rId2">
              <a:alphaModFix/>
            </a:blip>
            <a:stretch>
              <a:fillRect/>
            </a:stretch>
          </a:blipFill>
          <a:ln>
            <a:noFill/>
          </a:ln>
        </p:spPr>
      </p:sp>
      <p:sp>
        <p:nvSpPr>
          <p:cNvPr id="61" name="Google Shape;61;p7"/>
          <p:cNvSpPr/>
          <p:nvPr/>
        </p:nvSpPr>
        <p:spPr>
          <a:xfrm>
            <a:off x="13144500" y="5143500"/>
            <a:ext cx="4114800" cy="4114800"/>
          </a:xfrm>
          <a:custGeom>
            <a:avLst/>
            <a:gdLst/>
            <a:ahLst/>
            <a:cxnLst/>
            <a:rect l="l" t="t" r="r" b="b"/>
            <a:pathLst>
              <a:path w="4114800" h="4114800" extrusionOk="0">
                <a:moveTo>
                  <a:pt x="0" y="0"/>
                </a:moveTo>
                <a:lnTo>
                  <a:pt x="4114800" y="0"/>
                </a:lnTo>
                <a:lnTo>
                  <a:pt x="4114800" y="4114800"/>
                </a:lnTo>
                <a:lnTo>
                  <a:pt x="0" y="4114800"/>
                </a:lnTo>
                <a:lnTo>
                  <a:pt x="0" y="0"/>
                </a:lnTo>
                <a:close/>
              </a:path>
            </a:pathLst>
          </a:custGeom>
          <a:blipFill rotWithShape="1">
            <a:blip r:embed="rId3">
              <a:alphaModFix/>
            </a:blip>
            <a:stretch>
              <a:fillRect/>
            </a:stretch>
          </a:blipFill>
          <a:ln>
            <a:noFill/>
          </a:ln>
        </p:spPr>
      </p:sp>
      <p:sp>
        <p:nvSpPr>
          <p:cNvPr id="62" name="Google Shape;62;p7"/>
          <p:cNvSpPr txBox="1">
            <a:spLocks noGrp="1"/>
          </p:cNvSpPr>
          <p:nvPr>
            <p:ph type="body" idx="1"/>
          </p:nvPr>
        </p:nvSpPr>
        <p:spPr>
          <a:xfrm>
            <a:off x="1028700" y="5464850"/>
            <a:ext cx="5963400" cy="2940300"/>
          </a:xfrm>
          <a:prstGeom prst="rect">
            <a:avLst/>
          </a:prstGeom>
        </p:spPr>
        <p:txBody>
          <a:bodyPr spcFirstLastPara="1" wrap="square" lIns="91425" tIns="45700" rIns="91425" bIns="45700" anchor="t" anchorCtr="0">
            <a:noAutofit/>
          </a:bodyPr>
          <a:lstStyle>
            <a:lvl1pPr marL="457200" lvl="0" indent="-365125">
              <a:spcBef>
                <a:spcPts val="640"/>
              </a:spcBef>
              <a:spcAft>
                <a:spcPts val="0"/>
              </a:spcAft>
              <a:buSzPts val="2150"/>
              <a:buChar char="•"/>
              <a:defRPr/>
            </a:lvl1pPr>
            <a:lvl2pPr marL="914400" lvl="1" indent="-365125">
              <a:spcBef>
                <a:spcPts val="640"/>
              </a:spcBef>
              <a:spcAft>
                <a:spcPts val="0"/>
              </a:spcAft>
              <a:buSzPts val="2150"/>
              <a:buChar char="–"/>
              <a:defRPr/>
            </a:lvl2pPr>
            <a:lvl3pPr marL="1371600" lvl="2" indent="-365125">
              <a:spcBef>
                <a:spcPts val="640"/>
              </a:spcBef>
              <a:spcAft>
                <a:spcPts val="0"/>
              </a:spcAft>
              <a:buSzPts val="2150"/>
              <a:buChar char="•"/>
              <a:defRPr/>
            </a:lvl3pPr>
            <a:lvl4pPr marL="1828800" lvl="3" indent="-365125">
              <a:spcBef>
                <a:spcPts val="640"/>
              </a:spcBef>
              <a:spcAft>
                <a:spcPts val="0"/>
              </a:spcAft>
              <a:buSzPts val="2150"/>
              <a:buChar char="–"/>
              <a:defRPr/>
            </a:lvl4pPr>
            <a:lvl5pPr marL="2286000" lvl="4" indent="-365125">
              <a:spcBef>
                <a:spcPts val="640"/>
              </a:spcBef>
              <a:spcAft>
                <a:spcPts val="0"/>
              </a:spcAft>
              <a:buSzPts val="2150"/>
              <a:buChar char="»"/>
              <a:defRPr/>
            </a:lvl5pPr>
            <a:lvl6pPr marL="2743200" lvl="5" indent="-365125">
              <a:spcBef>
                <a:spcPts val="640"/>
              </a:spcBef>
              <a:spcAft>
                <a:spcPts val="0"/>
              </a:spcAft>
              <a:buSzPts val="2150"/>
              <a:buChar char="•"/>
              <a:defRPr/>
            </a:lvl6pPr>
            <a:lvl7pPr marL="3200400" lvl="6" indent="-365125">
              <a:spcBef>
                <a:spcPts val="640"/>
              </a:spcBef>
              <a:spcAft>
                <a:spcPts val="0"/>
              </a:spcAft>
              <a:buSzPts val="2150"/>
              <a:buChar char="•"/>
              <a:defRPr/>
            </a:lvl7pPr>
            <a:lvl8pPr marL="3657600" lvl="7" indent="-365125">
              <a:spcBef>
                <a:spcPts val="640"/>
              </a:spcBef>
              <a:spcAft>
                <a:spcPts val="0"/>
              </a:spcAft>
              <a:buSzPts val="2150"/>
              <a:buChar char="•"/>
              <a:defRPr/>
            </a:lvl8pPr>
            <a:lvl9pPr marL="4114800" lvl="8" indent="-365125">
              <a:spcBef>
                <a:spcPts val="640"/>
              </a:spcBef>
              <a:spcAft>
                <a:spcPts val="0"/>
              </a:spcAft>
              <a:buSzPts val="2150"/>
              <a:buChar char="•"/>
              <a:defRPr/>
            </a:lvl9pPr>
          </a:lstStyle>
          <a:p>
            <a:endParaRPr/>
          </a:p>
        </p:txBody>
      </p:sp>
      <p:sp>
        <p:nvSpPr>
          <p:cNvPr id="63" name="Google Shape;63;p7"/>
          <p:cNvSpPr>
            <a:spLocks noGrp="1"/>
          </p:cNvSpPr>
          <p:nvPr>
            <p:ph type="pic" idx="2"/>
          </p:nvPr>
        </p:nvSpPr>
        <p:spPr>
          <a:xfrm>
            <a:off x="13144500" y="1028950"/>
            <a:ext cx="4114800" cy="4114800"/>
          </a:xfrm>
          <a:prstGeom prst="rect">
            <a:avLst/>
          </a:prstGeom>
          <a:noFill/>
          <a:ln>
            <a:noFill/>
          </a:ln>
        </p:spPr>
      </p:sp>
      <p:sp>
        <p:nvSpPr>
          <p:cNvPr id="64" name="Google Shape;64;p7"/>
          <p:cNvSpPr>
            <a:spLocks noGrp="1"/>
          </p:cNvSpPr>
          <p:nvPr>
            <p:ph type="pic" idx="3"/>
          </p:nvPr>
        </p:nvSpPr>
        <p:spPr>
          <a:xfrm>
            <a:off x="9029713" y="5143500"/>
            <a:ext cx="4114800" cy="4114800"/>
          </a:xfrm>
          <a:prstGeom prst="rect">
            <a:avLst/>
          </a:prstGeom>
          <a:noFill/>
          <a:ln>
            <a:noFill/>
          </a:ln>
        </p:spPr>
      </p:sp>
      <p:sp>
        <p:nvSpPr>
          <p:cNvPr id="65" name="Google Shape;65;p7"/>
          <p:cNvSpPr txBox="1">
            <a:spLocks noGrp="1"/>
          </p:cNvSpPr>
          <p:nvPr>
            <p:ph type="title" idx="4"/>
          </p:nvPr>
        </p:nvSpPr>
        <p:spPr>
          <a:xfrm>
            <a:off x="10068300" y="2153500"/>
            <a:ext cx="2037600" cy="579900"/>
          </a:xfrm>
          <a:prstGeom prst="rect">
            <a:avLst/>
          </a:prstGeom>
        </p:spPr>
        <p:txBody>
          <a:bodyPr spcFirstLastPara="1" wrap="square" lIns="91425" tIns="45700" rIns="91425" bIns="45700" anchor="t" anchorCtr="0">
            <a:noAutofit/>
          </a:bodyPr>
          <a:lstStyle>
            <a:lvl1pPr lvl="0" algn="ctr">
              <a:spcBef>
                <a:spcPts val="0"/>
              </a:spcBef>
              <a:spcAft>
                <a:spcPts val="0"/>
              </a:spcAft>
              <a:buSzPts val="4350"/>
              <a:buNone/>
              <a:defRPr sz="43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7"/>
          <p:cNvSpPr txBox="1">
            <a:spLocks noGrp="1"/>
          </p:cNvSpPr>
          <p:nvPr>
            <p:ph type="subTitle" idx="5"/>
          </p:nvPr>
        </p:nvSpPr>
        <p:spPr>
          <a:xfrm>
            <a:off x="9803250" y="3085275"/>
            <a:ext cx="2567700" cy="350100"/>
          </a:xfrm>
          <a:prstGeom prst="rect">
            <a:avLst/>
          </a:prstGeom>
        </p:spPr>
        <p:txBody>
          <a:bodyPr spcFirstLastPara="1" wrap="square" lIns="91425" tIns="45700" rIns="91425" bIns="45700" anchor="t" anchorCtr="0">
            <a:noAutofit/>
          </a:bodyPr>
          <a:lstStyle>
            <a:lvl1pPr lvl="0" algn="ctr">
              <a:spcBef>
                <a:spcPts val="640"/>
              </a:spcBef>
              <a:spcAft>
                <a:spcPts val="0"/>
              </a:spcAft>
              <a:buSzPts val="2150"/>
              <a:buNone/>
              <a:defRPr/>
            </a:lvl1pPr>
            <a:lvl2pPr lvl="1" algn="ctr">
              <a:spcBef>
                <a:spcPts val="640"/>
              </a:spcBef>
              <a:spcAft>
                <a:spcPts val="0"/>
              </a:spcAft>
              <a:buSzPts val="2150"/>
              <a:buNone/>
              <a:defRPr/>
            </a:lvl2pPr>
            <a:lvl3pPr lvl="2" algn="ctr">
              <a:spcBef>
                <a:spcPts val="640"/>
              </a:spcBef>
              <a:spcAft>
                <a:spcPts val="0"/>
              </a:spcAft>
              <a:buSzPts val="2150"/>
              <a:buNone/>
              <a:defRPr/>
            </a:lvl3pPr>
            <a:lvl4pPr lvl="3" algn="ctr">
              <a:spcBef>
                <a:spcPts val="640"/>
              </a:spcBef>
              <a:spcAft>
                <a:spcPts val="0"/>
              </a:spcAft>
              <a:buSzPts val="2150"/>
              <a:buNone/>
              <a:defRPr/>
            </a:lvl4pPr>
            <a:lvl5pPr lvl="4" algn="ctr">
              <a:spcBef>
                <a:spcPts val="640"/>
              </a:spcBef>
              <a:spcAft>
                <a:spcPts val="0"/>
              </a:spcAft>
              <a:buSzPts val="2150"/>
              <a:buNone/>
              <a:defRPr/>
            </a:lvl5pPr>
            <a:lvl6pPr lvl="5" algn="ctr">
              <a:spcBef>
                <a:spcPts val="640"/>
              </a:spcBef>
              <a:spcAft>
                <a:spcPts val="0"/>
              </a:spcAft>
              <a:buSzPts val="2150"/>
              <a:buNone/>
              <a:defRPr/>
            </a:lvl6pPr>
            <a:lvl7pPr lvl="6" algn="ctr">
              <a:spcBef>
                <a:spcPts val="640"/>
              </a:spcBef>
              <a:spcAft>
                <a:spcPts val="0"/>
              </a:spcAft>
              <a:buSzPts val="2150"/>
              <a:buNone/>
              <a:defRPr/>
            </a:lvl7pPr>
            <a:lvl8pPr lvl="7" algn="ctr">
              <a:spcBef>
                <a:spcPts val="640"/>
              </a:spcBef>
              <a:spcAft>
                <a:spcPts val="0"/>
              </a:spcAft>
              <a:buSzPts val="2150"/>
              <a:buNone/>
              <a:defRPr/>
            </a:lvl8pPr>
            <a:lvl9pPr lvl="8" algn="ctr">
              <a:spcBef>
                <a:spcPts val="640"/>
              </a:spcBef>
              <a:spcAft>
                <a:spcPts val="0"/>
              </a:spcAft>
              <a:buSzPts val="2150"/>
              <a:buNone/>
              <a:defRPr/>
            </a:lvl9pPr>
          </a:lstStyle>
          <a:p>
            <a:endParaRPr/>
          </a:p>
        </p:txBody>
      </p:sp>
      <p:sp>
        <p:nvSpPr>
          <p:cNvPr id="67" name="Google Shape;67;p7"/>
          <p:cNvSpPr txBox="1">
            <a:spLocks noGrp="1"/>
          </p:cNvSpPr>
          <p:nvPr>
            <p:ph type="title" idx="6"/>
          </p:nvPr>
        </p:nvSpPr>
        <p:spPr>
          <a:xfrm>
            <a:off x="14183113" y="6505900"/>
            <a:ext cx="2037600" cy="579900"/>
          </a:xfrm>
          <a:prstGeom prst="rect">
            <a:avLst/>
          </a:prstGeom>
        </p:spPr>
        <p:txBody>
          <a:bodyPr spcFirstLastPara="1" wrap="square" lIns="91425" tIns="45700" rIns="91425" bIns="45700" anchor="t" anchorCtr="0">
            <a:noAutofit/>
          </a:bodyPr>
          <a:lstStyle>
            <a:lvl1pPr lvl="0" algn="ctr" rtl="0">
              <a:spcBef>
                <a:spcPts val="0"/>
              </a:spcBef>
              <a:spcAft>
                <a:spcPts val="0"/>
              </a:spcAft>
              <a:buSzPts val="4350"/>
              <a:buNone/>
              <a:defRPr sz="435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 name="Google Shape;68;p7"/>
          <p:cNvSpPr txBox="1">
            <a:spLocks noGrp="1"/>
          </p:cNvSpPr>
          <p:nvPr>
            <p:ph type="subTitle" idx="7"/>
          </p:nvPr>
        </p:nvSpPr>
        <p:spPr>
          <a:xfrm>
            <a:off x="13918063" y="7437675"/>
            <a:ext cx="2567700" cy="350100"/>
          </a:xfrm>
          <a:prstGeom prst="rect">
            <a:avLst/>
          </a:prstGeom>
        </p:spPr>
        <p:txBody>
          <a:bodyPr spcFirstLastPara="1" wrap="square" lIns="91425" tIns="45700" rIns="91425" bIns="45700" anchor="t" anchorCtr="0">
            <a:noAutofit/>
          </a:bodyPr>
          <a:lstStyle>
            <a:lvl1pPr lvl="0" algn="ctr" rtl="0">
              <a:spcBef>
                <a:spcPts val="640"/>
              </a:spcBef>
              <a:spcAft>
                <a:spcPts val="0"/>
              </a:spcAft>
              <a:buSzPts val="2150"/>
              <a:buNone/>
              <a:defRPr/>
            </a:lvl1pPr>
            <a:lvl2pPr lvl="1" algn="ctr" rtl="0">
              <a:spcBef>
                <a:spcPts val="640"/>
              </a:spcBef>
              <a:spcAft>
                <a:spcPts val="0"/>
              </a:spcAft>
              <a:buSzPts val="2150"/>
              <a:buNone/>
              <a:defRPr/>
            </a:lvl2pPr>
            <a:lvl3pPr lvl="2" algn="ctr" rtl="0">
              <a:spcBef>
                <a:spcPts val="640"/>
              </a:spcBef>
              <a:spcAft>
                <a:spcPts val="0"/>
              </a:spcAft>
              <a:buSzPts val="2150"/>
              <a:buNone/>
              <a:defRPr/>
            </a:lvl3pPr>
            <a:lvl4pPr lvl="3" algn="ctr" rtl="0">
              <a:spcBef>
                <a:spcPts val="640"/>
              </a:spcBef>
              <a:spcAft>
                <a:spcPts val="0"/>
              </a:spcAft>
              <a:buSzPts val="2150"/>
              <a:buNone/>
              <a:defRPr/>
            </a:lvl4pPr>
            <a:lvl5pPr lvl="4" algn="ctr" rtl="0">
              <a:spcBef>
                <a:spcPts val="640"/>
              </a:spcBef>
              <a:spcAft>
                <a:spcPts val="0"/>
              </a:spcAft>
              <a:buSzPts val="2150"/>
              <a:buNone/>
              <a:defRPr/>
            </a:lvl5pPr>
            <a:lvl6pPr lvl="5" algn="ctr" rtl="0">
              <a:spcBef>
                <a:spcPts val="640"/>
              </a:spcBef>
              <a:spcAft>
                <a:spcPts val="0"/>
              </a:spcAft>
              <a:buSzPts val="2150"/>
              <a:buNone/>
              <a:defRPr/>
            </a:lvl6pPr>
            <a:lvl7pPr lvl="6" algn="ctr" rtl="0">
              <a:spcBef>
                <a:spcPts val="640"/>
              </a:spcBef>
              <a:spcAft>
                <a:spcPts val="0"/>
              </a:spcAft>
              <a:buSzPts val="2150"/>
              <a:buNone/>
              <a:defRPr/>
            </a:lvl7pPr>
            <a:lvl8pPr lvl="7" algn="ctr" rtl="0">
              <a:spcBef>
                <a:spcPts val="640"/>
              </a:spcBef>
              <a:spcAft>
                <a:spcPts val="0"/>
              </a:spcAft>
              <a:buSzPts val="2150"/>
              <a:buNone/>
              <a:defRPr/>
            </a:lvl8pPr>
            <a:lvl9pPr lvl="8" algn="ctr" rtl="0">
              <a:spcBef>
                <a:spcPts val="640"/>
              </a:spcBef>
              <a:spcAft>
                <a:spcPts val="0"/>
              </a:spcAft>
              <a:buSzPts val="215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Layout 6">
  <p:cSld name="CUSTOM_5">
    <p:spTree>
      <p:nvGrpSpPr>
        <p:cNvPr id="1" name="Shape 69"/>
        <p:cNvGrpSpPr/>
        <p:nvPr/>
      </p:nvGrpSpPr>
      <p:grpSpPr>
        <a:xfrm>
          <a:off x="0" y="0"/>
          <a:ext cx="0" cy="0"/>
          <a:chOff x="0" y="0"/>
          <a:chExt cx="0" cy="0"/>
        </a:xfrm>
      </p:grpSpPr>
      <p:sp>
        <p:nvSpPr>
          <p:cNvPr id="70" name="Google Shape;70;p8"/>
          <p:cNvSpPr txBox="1">
            <a:spLocks noGrp="1"/>
          </p:cNvSpPr>
          <p:nvPr>
            <p:ph type="title"/>
          </p:nvPr>
        </p:nvSpPr>
        <p:spPr>
          <a:xfrm>
            <a:off x="10653425" y="1313825"/>
            <a:ext cx="5635800" cy="1985700"/>
          </a:xfrm>
          <a:prstGeom prst="rect">
            <a:avLst/>
          </a:prstGeom>
        </p:spPr>
        <p:txBody>
          <a:bodyPr spcFirstLastPara="1" wrap="square" lIns="91425" tIns="45700" rIns="91425" bIns="45700" anchor="t" anchorCtr="0">
            <a:noAutofit/>
          </a:bodyPr>
          <a:lstStyle>
            <a:lvl1pPr lvl="0">
              <a:spcBef>
                <a:spcPts val="0"/>
              </a:spcBef>
              <a:spcAft>
                <a:spcPts val="0"/>
              </a:spcAft>
              <a:buSzPts val="12100"/>
              <a:buNone/>
              <a:defRPr sz="12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8"/>
          <p:cNvSpPr/>
          <p:nvPr/>
        </p:nvSpPr>
        <p:spPr>
          <a:xfrm>
            <a:off x="1370354" y="1603714"/>
            <a:ext cx="7079573" cy="7079573"/>
          </a:xfrm>
          <a:custGeom>
            <a:avLst/>
            <a:gdLst/>
            <a:ahLst/>
            <a:cxnLst/>
            <a:rect l="l" t="t" r="r" b="b"/>
            <a:pathLst>
              <a:path w="7079573" h="7079573" extrusionOk="0">
                <a:moveTo>
                  <a:pt x="0" y="0"/>
                </a:moveTo>
                <a:lnTo>
                  <a:pt x="7079573" y="0"/>
                </a:lnTo>
                <a:lnTo>
                  <a:pt x="7079573" y="7079572"/>
                </a:lnTo>
                <a:lnTo>
                  <a:pt x="0" y="7079572"/>
                </a:lnTo>
                <a:lnTo>
                  <a:pt x="0" y="0"/>
                </a:lnTo>
                <a:close/>
              </a:path>
            </a:pathLst>
          </a:custGeom>
          <a:blipFill rotWithShape="1">
            <a:blip r:embed="rId2">
              <a:alphaModFix/>
            </a:blip>
            <a:stretch>
              <a:fillRect/>
            </a:stretch>
          </a:blipFill>
          <a:ln>
            <a:noFill/>
          </a:ln>
        </p:spPr>
      </p:sp>
      <p:pic>
        <p:nvPicPr>
          <p:cNvPr id="72" name="Google Shape;72;p8"/>
          <p:cNvPicPr preferRelativeResize="0"/>
          <p:nvPr/>
        </p:nvPicPr>
        <p:blipFill rotWithShape="1">
          <a:blip r:embed="rId3">
            <a:alphaModFix/>
          </a:blip>
          <a:srcRect l="10379" t="23118" r="26023"/>
          <a:stretch/>
        </p:blipFill>
        <p:spPr>
          <a:xfrm>
            <a:off x="-1586200" y="2447735"/>
            <a:ext cx="9845626" cy="7934516"/>
          </a:xfrm>
          <a:prstGeom prst="rect">
            <a:avLst/>
          </a:prstGeom>
          <a:noFill/>
          <a:ln>
            <a:noFill/>
          </a:ln>
        </p:spPr>
      </p:pic>
      <p:cxnSp>
        <p:nvCxnSpPr>
          <p:cNvPr id="73" name="Google Shape;73;p8"/>
          <p:cNvCxnSpPr/>
          <p:nvPr/>
        </p:nvCxnSpPr>
        <p:spPr>
          <a:xfrm>
            <a:off x="10332293" y="5056701"/>
            <a:ext cx="6492300" cy="0"/>
          </a:xfrm>
          <a:prstGeom prst="straightConnector1">
            <a:avLst/>
          </a:prstGeom>
          <a:noFill/>
          <a:ln w="38100" cap="flat" cmpd="sng">
            <a:solidFill>
              <a:srgbClr val="23DC6D"/>
            </a:solidFill>
            <a:prstDash val="solid"/>
            <a:round/>
            <a:headEnd type="none" w="sm" len="sm"/>
            <a:tailEnd type="none" w="sm" len="sm"/>
          </a:ln>
        </p:spPr>
      </p:cxnSp>
      <p:sp>
        <p:nvSpPr>
          <p:cNvPr id="74" name="Google Shape;74;p8"/>
          <p:cNvSpPr txBox="1">
            <a:spLocks noGrp="1"/>
          </p:cNvSpPr>
          <p:nvPr>
            <p:ph type="body" idx="1"/>
          </p:nvPr>
        </p:nvSpPr>
        <p:spPr>
          <a:xfrm>
            <a:off x="10653425" y="3168075"/>
            <a:ext cx="6895200" cy="1118100"/>
          </a:xfrm>
          <a:prstGeom prst="rect">
            <a:avLst/>
          </a:prstGeom>
        </p:spPr>
        <p:txBody>
          <a:bodyPr spcFirstLastPara="1" wrap="square" lIns="91425" tIns="45700" rIns="91425" bIns="45700" anchor="t" anchorCtr="0">
            <a:noAutofit/>
          </a:bodyPr>
          <a:lstStyle>
            <a:lvl1pPr marL="457200" lvl="0" indent="-384175">
              <a:spcBef>
                <a:spcPts val="640"/>
              </a:spcBef>
              <a:spcAft>
                <a:spcPts val="0"/>
              </a:spcAft>
              <a:buSzPts val="2450"/>
              <a:buChar char="•"/>
              <a:defRPr sz="2450"/>
            </a:lvl1pPr>
            <a:lvl2pPr marL="914400" lvl="1" indent="-384175">
              <a:spcBef>
                <a:spcPts val="640"/>
              </a:spcBef>
              <a:spcAft>
                <a:spcPts val="0"/>
              </a:spcAft>
              <a:buSzPts val="2450"/>
              <a:buChar char="–"/>
              <a:defRPr sz="2450"/>
            </a:lvl2pPr>
            <a:lvl3pPr marL="1371600" lvl="2" indent="-384175">
              <a:spcBef>
                <a:spcPts val="640"/>
              </a:spcBef>
              <a:spcAft>
                <a:spcPts val="0"/>
              </a:spcAft>
              <a:buSzPts val="2450"/>
              <a:buChar char="•"/>
              <a:defRPr sz="2450"/>
            </a:lvl3pPr>
            <a:lvl4pPr marL="1828800" lvl="3" indent="-384175">
              <a:spcBef>
                <a:spcPts val="640"/>
              </a:spcBef>
              <a:spcAft>
                <a:spcPts val="0"/>
              </a:spcAft>
              <a:buSzPts val="2450"/>
              <a:buChar char="–"/>
              <a:defRPr sz="2450"/>
            </a:lvl4pPr>
            <a:lvl5pPr marL="2286000" lvl="4" indent="-384175">
              <a:spcBef>
                <a:spcPts val="640"/>
              </a:spcBef>
              <a:spcAft>
                <a:spcPts val="0"/>
              </a:spcAft>
              <a:buSzPts val="2450"/>
              <a:buChar char="»"/>
              <a:defRPr sz="2450"/>
            </a:lvl5pPr>
            <a:lvl6pPr marL="2743200" lvl="5" indent="-384175">
              <a:spcBef>
                <a:spcPts val="640"/>
              </a:spcBef>
              <a:spcAft>
                <a:spcPts val="0"/>
              </a:spcAft>
              <a:buSzPts val="2450"/>
              <a:buChar char="•"/>
              <a:defRPr sz="2450"/>
            </a:lvl6pPr>
            <a:lvl7pPr marL="3200400" lvl="6" indent="-384175">
              <a:spcBef>
                <a:spcPts val="640"/>
              </a:spcBef>
              <a:spcAft>
                <a:spcPts val="0"/>
              </a:spcAft>
              <a:buSzPts val="2450"/>
              <a:buChar char="•"/>
              <a:defRPr sz="2450"/>
            </a:lvl7pPr>
            <a:lvl8pPr marL="3657600" lvl="7" indent="-384175">
              <a:spcBef>
                <a:spcPts val="640"/>
              </a:spcBef>
              <a:spcAft>
                <a:spcPts val="0"/>
              </a:spcAft>
              <a:buSzPts val="2450"/>
              <a:buChar char="•"/>
              <a:defRPr sz="2450"/>
            </a:lvl8pPr>
            <a:lvl9pPr marL="4114800" lvl="8" indent="-384175">
              <a:spcBef>
                <a:spcPts val="640"/>
              </a:spcBef>
              <a:spcAft>
                <a:spcPts val="0"/>
              </a:spcAft>
              <a:buSzPts val="2450"/>
              <a:buChar char="•"/>
              <a:defRPr sz="2450"/>
            </a:lvl9pPr>
          </a:lstStyle>
          <a:p>
            <a:endParaRPr/>
          </a:p>
        </p:txBody>
      </p:sp>
      <p:sp>
        <p:nvSpPr>
          <p:cNvPr id="75" name="Google Shape;75;p8"/>
          <p:cNvSpPr txBox="1">
            <a:spLocks noGrp="1"/>
          </p:cNvSpPr>
          <p:nvPr>
            <p:ph type="title" idx="2"/>
          </p:nvPr>
        </p:nvSpPr>
        <p:spPr>
          <a:xfrm>
            <a:off x="10653425" y="5931375"/>
            <a:ext cx="5635800" cy="1985700"/>
          </a:xfrm>
          <a:prstGeom prst="rect">
            <a:avLst/>
          </a:prstGeom>
        </p:spPr>
        <p:txBody>
          <a:bodyPr spcFirstLastPara="1" wrap="square" lIns="91425" tIns="45700" rIns="91425" bIns="45700" anchor="t" anchorCtr="0">
            <a:noAutofit/>
          </a:bodyPr>
          <a:lstStyle>
            <a:lvl1pPr lvl="0" rtl="0">
              <a:spcBef>
                <a:spcPts val="0"/>
              </a:spcBef>
              <a:spcAft>
                <a:spcPts val="0"/>
              </a:spcAft>
              <a:buClr>
                <a:srgbClr val="6C25FF"/>
              </a:buClr>
              <a:buSzPts val="12100"/>
              <a:buNone/>
              <a:defRPr sz="12100">
                <a:solidFill>
                  <a:srgbClr val="6C25FF"/>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
          <p:cNvSpPr txBox="1">
            <a:spLocks noGrp="1"/>
          </p:cNvSpPr>
          <p:nvPr>
            <p:ph type="body" idx="3"/>
          </p:nvPr>
        </p:nvSpPr>
        <p:spPr>
          <a:xfrm>
            <a:off x="10653425" y="7785625"/>
            <a:ext cx="6895200" cy="1118100"/>
          </a:xfrm>
          <a:prstGeom prst="rect">
            <a:avLst/>
          </a:prstGeom>
        </p:spPr>
        <p:txBody>
          <a:bodyPr spcFirstLastPara="1" wrap="square" lIns="91425" tIns="45700" rIns="91425" bIns="45700" anchor="t" anchorCtr="0">
            <a:noAutofit/>
          </a:bodyPr>
          <a:lstStyle>
            <a:lvl1pPr marL="457200" lvl="0" indent="-384175" rtl="0">
              <a:spcBef>
                <a:spcPts val="640"/>
              </a:spcBef>
              <a:spcAft>
                <a:spcPts val="0"/>
              </a:spcAft>
              <a:buSzPts val="2450"/>
              <a:buChar char="•"/>
              <a:defRPr sz="2450"/>
            </a:lvl1pPr>
            <a:lvl2pPr marL="914400" lvl="1" indent="-384175" rtl="0">
              <a:spcBef>
                <a:spcPts val="640"/>
              </a:spcBef>
              <a:spcAft>
                <a:spcPts val="0"/>
              </a:spcAft>
              <a:buSzPts val="2450"/>
              <a:buChar char="–"/>
              <a:defRPr sz="2450"/>
            </a:lvl2pPr>
            <a:lvl3pPr marL="1371600" lvl="2" indent="-384175" rtl="0">
              <a:spcBef>
                <a:spcPts val="640"/>
              </a:spcBef>
              <a:spcAft>
                <a:spcPts val="0"/>
              </a:spcAft>
              <a:buSzPts val="2450"/>
              <a:buChar char="•"/>
              <a:defRPr sz="2450"/>
            </a:lvl3pPr>
            <a:lvl4pPr marL="1828800" lvl="3" indent="-384175" rtl="0">
              <a:spcBef>
                <a:spcPts val="640"/>
              </a:spcBef>
              <a:spcAft>
                <a:spcPts val="0"/>
              </a:spcAft>
              <a:buSzPts val="2450"/>
              <a:buChar char="–"/>
              <a:defRPr sz="2450"/>
            </a:lvl4pPr>
            <a:lvl5pPr marL="2286000" lvl="4" indent="-384175" rtl="0">
              <a:spcBef>
                <a:spcPts val="640"/>
              </a:spcBef>
              <a:spcAft>
                <a:spcPts val="0"/>
              </a:spcAft>
              <a:buSzPts val="2450"/>
              <a:buChar char="»"/>
              <a:defRPr sz="2450"/>
            </a:lvl5pPr>
            <a:lvl6pPr marL="2743200" lvl="5" indent="-384175" rtl="0">
              <a:spcBef>
                <a:spcPts val="640"/>
              </a:spcBef>
              <a:spcAft>
                <a:spcPts val="0"/>
              </a:spcAft>
              <a:buSzPts val="2450"/>
              <a:buChar char="•"/>
              <a:defRPr sz="2450"/>
            </a:lvl6pPr>
            <a:lvl7pPr marL="3200400" lvl="6" indent="-384175" rtl="0">
              <a:spcBef>
                <a:spcPts val="640"/>
              </a:spcBef>
              <a:spcAft>
                <a:spcPts val="0"/>
              </a:spcAft>
              <a:buSzPts val="2450"/>
              <a:buChar char="•"/>
              <a:defRPr sz="2450"/>
            </a:lvl7pPr>
            <a:lvl8pPr marL="3657600" lvl="7" indent="-384175" rtl="0">
              <a:spcBef>
                <a:spcPts val="640"/>
              </a:spcBef>
              <a:spcAft>
                <a:spcPts val="0"/>
              </a:spcAft>
              <a:buSzPts val="2450"/>
              <a:buChar char="•"/>
              <a:defRPr sz="2450"/>
            </a:lvl8pPr>
            <a:lvl9pPr marL="4114800" lvl="8" indent="-384175" rtl="0">
              <a:spcBef>
                <a:spcPts val="640"/>
              </a:spcBef>
              <a:spcAft>
                <a:spcPts val="0"/>
              </a:spcAft>
              <a:buSzPts val="2450"/>
              <a:buChar char="•"/>
              <a:defRPr sz="245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7">
  <p:cSld name="CUSTOM_6">
    <p:spTree>
      <p:nvGrpSpPr>
        <p:cNvPr id="1" name="Shape 77"/>
        <p:cNvGrpSpPr/>
        <p:nvPr/>
      </p:nvGrpSpPr>
      <p:grpSpPr>
        <a:xfrm>
          <a:off x="0" y="0"/>
          <a:ext cx="0" cy="0"/>
          <a:chOff x="0" y="0"/>
          <a:chExt cx="0" cy="0"/>
        </a:xfrm>
      </p:grpSpPr>
      <p:sp>
        <p:nvSpPr>
          <p:cNvPr id="78" name="Google Shape;78;p9"/>
          <p:cNvSpPr>
            <a:spLocks noGrp="1"/>
          </p:cNvSpPr>
          <p:nvPr>
            <p:ph type="pic" idx="2"/>
          </p:nvPr>
        </p:nvSpPr>
        <p:spPr>
          <a:xfrm>
            <a:off x="12884163" y="2198025"/>
            <a:ext cx="1474200" cy="1469700"/>
          </a:xfrm>
          <a:prstGeom prst="rect">
            <a:avLst/>
          </a:prstGeom>
          <a:noFill/>
          <a:ln>
            <a:noFill/>
          </a:ln>
        </p:spPr>
      </p:sp>
      <p:sp>
        <p:nvSpPr>
          <p:cNvPr id="79" name="Google Shape;79;p9"/>
          <p:cNvSpPr>
            <a:spLocks noGrp="1"/>
          </p:cNvSpPr>
          <p:nvPr>
            <p:ph type="pic" idx="3"/>
          </p:nvPr>
        </p:nvSpPr>
        <p:spPr>
          <a:xfrm>
            <a:off x="12884163" y="4063363"/>
            <a:ext cx="1474200" cy="1469700"/>
          </a:xfrm>
          <a:prstGeom prst="rect">
            <a:avLst/>
          </a:prstGeom>
          <a:noFill/>
          <a:ln>
            <a:noFill/>
          </a:ln>
        </p:spPr>
      </p:sp>
      <p:sp>
        <p:nvSpPr>
          <p:cNvPr id="80" name="Google Shape;80;p9"/>
          <p:cNvSpPr>
            <a:spLocks noGrp="1"/>
          </p:cNvSpPr>
          <p:nvPr>
            <p:ph type="pic" idx="4"/>
          </p:nvPr>
        </p:nvSpPr>
        <p:spPr>
          <a:xfrm>
            <a:off x="12884163" y="5925900"/>
            <a:ext cx="1474200" cy="1469700"/>
          </a:xfrm>
          <a:prstGeom prst="rect">
            <a:avLst/>
          </a:prstGeom>
          <a:noFill/>
          <a:ln>
            <a:noFill/>
          </a:ln>
        </p:spPr>
      </p:sp>
      <p:sp>
        <p:nvSpPr>
          <p:cNvPr id="81" name="Google Shape;81;p9"/>
          <p:cNvSpPr>
            <a:spLocks noGrp="1"/>
          </p:cNvSpPr>
          <p:nvPr>
            <p:ph type="pic" idx="5"/>
          </p:nvPr>
        </p:nvSpPr>
        <p:spPr>
          <a:xfrm>
            <a:off x="12884163" y="7788425"/>
            <a:ext cx="1474200" cy="1469700"/>
          </a:xfrm>
          <a:prstGeom prst="rect">
            <a:avLst/>
          </a:prstGeom>
          <a:noFill/>
          <a:ln>
            <a:noFill/>
          </a:ln>
        </p:spPr>
      </p:sp>
      <p:sp>
        <p:nvSpPr>
          <p:cNvPr id="82" name="Google Shape;82;p9"/>
          <p:cNvSpPr txBox="1">
            <a:spLocks noGrp="1"/>
          </p:cNvSpPr>
          <p:nvPr>
            <p:ph type="title"/>
          </p:nvPr>
        </p:nvSpPr>
        <p:spPr>
          <a:xfrm>
            <a:off x="1028700" y="1801650"/>
            <a:ext cx="6591300" cy="4819200"/>
          </a:xfrm>
          <a:prstGeom prst="rect">
            <a:avLst/>
          </a:prstGeom>
        </p:spPr>
        <p:txBody>
          <a:bodyPr spcFirstLastPara="1" wrap="square" lIns="91425" tIns="45700" rIns="91425" bIns="45700" anchor="t" anchorCtr="0">
            <a:noAutofit/>
          </a:bodyPr>
          <a:lstStyle>
            <a:lvl1pPr lvl="0">
              <a:spcBef>
                <a:spcPts val="0"/>
              </a:spcBef>
              <a:spcAft>
                <a:spcPts val="0"/>
              </a:spcAft>
              <a:buSzPts val="10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9"/>
          <p:cNvSpPr/>
          <p:nvPr/>
        </p:nvSpPr>
        <p:spPr>
          <a:xfrm>
            <a:off x="8800345" y="950476"/>
            <a:ext cx="1260564" cy="851408"/>
          </a:xfrm>
          <a:custGeom>
            <a:avLst/>
            <a:gdLst/>
            <a:ahLst/>
            <a:cxnLst/>
            <a:rect l="l" t="t" r="r" b="b"/>
            <a:pathLst>
              <a:path w="601701" h="406400" extrusionOk="0">
                <a:moveTo>
                  <a:pt x="398501" y="0"/>
                </a:moveTo>
                <a:cubicBezTo>
                  <a:pt x="510725" y="0"/>
                  <a:pt x="601701" y="90976"/>
                  <a:pt x="601701" y="203200"/>
                </a:cubicBezTo>
                <a:cubicBezTo>
                  <a:pt x="601701" y="315424"/>
                  <a:pt x="510725" y="406400"/>
                  <a:pt x="398501" y="406400"/>
                </a:cubicBezTo>
                <a:lnTo>
                  <a:pt x="203200" y="406400"/>
                </a:lnTo>
                <a:cubicBezTo>
                  <a:pt x="90976" y="406400"/>
                  <a:pt x="0" y="315424"/>
                  <a:pt x="0" y="203200"/>
                </a:cubicBezTo>
                <a:cubicBezTo>
                  <a:pt x="0" y="90976"/>
                  <a:pt x="90976" y="0"/>
                  <a:pt x="203200" y="0"/>
                </a:cubicBezTo>
                <a:close/>
              </a:path>
            </a:pathLst>
          </a:custGeom>
          <a:solidFill>
            <a:srgbClr val="6C2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 name="Google Shape;84;p9"/>
          <p:cNvGrpSpPr/>
          <p:nvPr/>
        </p:nvGrpSpPr>
        <p:grpSpPr>
          <a:xfrm rot="-5400000">
            <a:off x="8280682" y="876278"/>
            <a:ext cx="856801" cy="1005184"/>
            <a:chOff x="0" y="-28575"/>
            <a:chExt cx="225658" cy="264738"/>
          </a:xfrm>
        </p:grpSpPr>
        <p:sp>
          <p:nvSpPr>
            <p:cNvPr id="85" name="Google Shape;85;p9"/>
            <p:cNvSpPr/>
            <p:nvPr/>
          </p:nvSpPr>
          <p:spPr>
            <a:xfrm>
              <a:off x="0" y="0"/>
              <a:ext cx="225658" cy="236163"/>
            </a:xfrm>
            <a:custGeom>
              <a:avLst/>
              <a:gdLst/>
              <a:ahLst/>
              <a:cxnLst/>
              <a:rect l="l" t="t" r="r" b="b"/>
              <a:pathLst>
                <a:path w="225658" h="236163" extrusionOk="0">
                  <a:moveTo>
                    <a:pt x="0" y="0"/>
                  </a:moveTo>
                  <a:lnTo>
                    <a:pt x="225658" y="0"/>
                  </a:lnTo>
                  <a:lnTo>
                    <a:pt x="225658" y="236163"/>
                  </a:lnTo>
                  <a:lnTo>
                    <a:pt x="0" y="236163"/>
                  </a:lnTo>
                  <a:close/>
                </a:path>
              </a:pathLst>
            </a:custGeom>
            <a:gradFill>
              <a:gsLst>
                <a:gs pos="0">
                  <a:srgbClr val="000000"/>
                </a:gs>
                <a:gs pos="100000">
                  <a:srgbClr val="000000">
                    <a:alpha val="0"/>
                  </a:srgbClr>
                </a:gs>
              </a:gsLst>
              <a:lin ang="5400012" scaled="0"/>
            </a:gradFill>
            <a:ln>
              <a:noFill/>
            </a:ln>
          </p:spPr>
        </p:sp>
        <p:sp>
          <p:nvSpPr>
            <p:cNvPr id="86" name="Google Shape;86;p9"/>
            <p:cNvSpPr txBox="1"/>
            <p:nvPr/>
          </p:nvSpPr>
          <p:spPr>
            <a:xfrm>
              <a:off x="0" y="-28575"/>
              <a:ext cx="225600" cy="2646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7" name="Google Shape;87;p9"/>
          <p:cNvSpPr/>
          <p:nvPr/>
        </p:nvSpPr>
        <p:spPr>
          <a:xfrm>
            <a:off x="7886589" y="950476"/>
            <a:ext cx="857504" cy="857504"/>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9"/>
          <p:cNvGrpSpPr/>
          <p:nvPr/>
        </p:nvGrpSpPr>
        <p:grpSpPr>
          <a:xfrm>
            <a:off x="10243073" y="890631"/>
            <a:ext cx="1755631" cy="911021"/>
            <a:chOff x="0" y="-28575"/>
            <a:chExt cx="838290" cy="435000"/>
          </a:xfrm>
        </p:grpSpPr>
        <p:sp>
          <p:nvSpPr>
            <p:cNvPr id="89" name="Google Shape;89;p9"/>
            <p:cNvSpPr/>
            <p:nvPr/>
          </p:nvSpPr>
          <p:spPr>
            <a:xfrm>
              <a:off x="0" y="0"/>
              <a:ext cx="838290" cy="406400"/>
            </a:xfrm>
            <a:custGeom>
              <a:avLst/>
              <a:gdLst/>
              <a:ahLst/>
              <a:cxnLst/>
              <a:rect l="l" t="t" r="r" b="b"/>
              <a:pathLst>
                <a:path w="838290" h="406400" extrusionOk="0">
                  <a:moveTo>
                    <a:pt x="635090" y="0"/>
                  </a:moveTo>
                  <a:cubicBezTo>
                    <a:pt x="747315" y="0"/>
                    <a:pt x="838290" y="90976"/>
                    <a:pt x="838290" y="203200"/>
                  </a:cubicBezTo>
                  <a:cubicBezTo>
                    <a:pt x="838290" y="315424"/>
                    <a:pt x="747315" y="406400"/>
                    <a:pt x="635090" y="406400"/>
                  </a:cubicBezTo>
                  <a:lnTo>
                    <a:pt x="203200" y="406400"/>
                  </a:lnTo>
                  <a:cubicBezTo>
                    <a:pt x="90976" y="406400"/>
                    <a:pt x="0" y="315424"/>
                    <a:pt x="0" y="203200"/>
                  </a:cubicBezTo>
                  <a:cubicBezTo>
                    <a:pt x="0" y="90976"/>
                    <a:pt x="90976" y="0"/>
                    <a:pt x="203200" y="0"/>
                  </a:cubicBezTo>
                  <a:close/>
                </a:path>
              </a:pathLst>
            </a:custGeom>
            <a:solidFill>
              <a:srgbClr val="312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9"/>
            <p:cNvSpPr txBox="1"/>
            <p:nvPr/>
          </p:nvSpPr>
          <p:spPr>
            <a:xfrm>
              <a:off x="0" y="-28575"/>
              <a:ext cx="838200" cy="4350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1" name="Google Shape;91;p9"/>
          <p:cNvGrpSpPr/>
          <p:nvPr/>
        </p:nvGrpSpPr>
        <p:grpSpPr>
          <a:xfrm>
            <a:off x="12304376" y="890631"/>
            <a:ext cx="2134536" cy="911021"/>
            <a:chOff x="0" y="-28575"/>
            <a:chExt cx="1019212" cy="435000"/>
          </a:xfrm>
        </p:grpSpPr>
        <p:sp>
          <p:nvSpPr>
            <p:cNvPr id="92" name="Google Shape;92;p9"/>
            <p:cNvSpPr/>
            <p:nvPr/>
          </p:nvSpPr>
          <p:spPr>
            <a:xfrm>
              <a:off x="0" y="0"/>
              <a:ext cx="1019212" cy="406400"/>
            </a:xfrm>
            <a:custGeom>
              <a:avLst/>
              <a:gdLst/>
              <a:ahLst/>
              <a:cxnLst/>
              <a:rect l="l" t="t" r="r" b="b"/>
              <a:pathLst>
                <a:path w="1019212" h="406400" extrusionOk="0">
                  <a:moveTo>
                    <a:pt x="816012" y="0"/>
                  </a:moveTo>
                  <a:cubicBezTo>
                    <a:pt x="928236" y="0"/>
                    <a:pt x="1019212" y="90976"/>
                    <a:pt x="1019212" y="203200"/>
                  </a:cubicBezTo>
                  <a:cubicBezTo>
                    <a:pt x="1019212" y="315424"/>
                    <a:pt x="928236" y="406400"/>
                    <a:pt x="816012" y="406400"/>
                  </a:cubicBezTo>
                  <a:lnTo>
                    <a:pt x="203200" y="406400"/>
                  </a:lnTo>
                  <a:cubicBezTo>
                    <a:pt x="90976" y="406400"/>
                    <a:pt x="0" y="315424"/>
                    <a:pt x="0" y="203200"/>
                  </a:cubicBezTo>
                  <a:cubicBezTo>
                    <a:pt x="0" y="90976"/>
                    <a:pt x="90976" y="0"/>
                    <a:pt x="203200" y="0"/>
                  </a:cubicBezTo>
                  <a:close/>
                </a:path>
              </a:pathLst>
            </a:custGeom>
            <a:solidFill>
              <a:srgbClr val="312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9"/>
            <p:cNvSpPr txBox="1"/>
            <p:nvPr/>
          </p:nvSpPr>
          <p:spPr>
            <a:xfrm>
              <a:off x="0" y="-28575"/>
              <a:ext cx="1019100" cy="4350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4" name="Google Shape;94;p9"/>
          <p:cNvGrpSpPr/>
          <p:nvPr/>
        </p:nvGrpSpPr>
        <p:grpSpPr>
          <a:xfrm>
            <a:off x="14744576" y="890631"/>
            <a:ext cx="2746884" cy="911021"/>
            <a:chOff x="0" y="-28575"/>
            <a:chExt cx="1311600" cy="435000"/>
          </a:xfrm>
        </p:grpSpPr>
        <p:sp>
          <p:nvSpPr>
            <p:cNvPr id="95" name="Google Shape;95;p9"/>
            <p:cNvSpPr/>
            <p:nvPr/>
          </p:nvSpPr>
          <p:spPr>
            <a:xfrm>
              <a:off x="0" y="0"/>
              <a:ext cx="1311469" cy="406400"/>
            </a:xfrm>
            <a:custGeom>
              <a:avLst/>
              <a:gdLst/>
              <a:ahLst/>
              <a:cxnLst/>
              <a:rect l="l" t="t" r="r" b="b"/>
              <a:pathLst>
                <a:path w="1311469" h="406400" extrusionOk="0">
                  <a:moveTo>
                    <a:pt x="1108269" y="0"/>
                  </a:moveTo>
                  <a:cubicBezTo>
                    <a:pt x="1220493" y="0"/>
                    <a:pt x="1311469" y="90976"/>
                    <a:pt x="1311469" y="203200"/>
                  </a:cubicBezTo>
                  <a:cubicBezTo>
                    <a:pt x="1311469" y="315424"/>
                    <a:pt x="1220493" y="406400"/>
                    <a:pt x="1108269" y="406400"/>
                  </a:cubicBezTo>
                  <a:lnTo>
                    <a:pt x="203200" y="406400"/>
                  </a:lnTo>
                  <a:cubicBezTo>
                    <a:pt x="90976" y="406400"/>
                    <a:pt x="0" y="315424"/>
                    <a:pt x="0" y="203200"/>
                  </a:cubicBezTo>
                  <a:cubicBezTo>
                    <a:pt x="0" y="90976"/>
                    <a:pt x="90976" y="0"/>
                    <a:pt x="203200" y="0"/>
                  </a:cubicBezTo>
                  <a:close/>
                </a:path>
              </a:pathLst>
            </a:custGeom>
            <a:solidFill>
              <a:srgbClr val="312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9"/>
            <p:cNvSpPr txBox="1"/>
            <p:nvPr/>
          </p:nvSpPr>
          <p:spPr>
            <a:xfrm>
              <a:off x="0" y="-28575"/>
              <a:ext cx="1311600" cy="4350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7" name="Google Shape;97;p9"/>
          <p:cNvGrpSpPr/>
          <p:nvPr/>
        </p:nvGrpSpPr>
        <p:grpSpPr>
          <a:xfrm>
            <a:off x="9360848" y="2089276"/>
            <a:ext cx="3132780" cy="1578751"/>
            <a:chOff x="0" y="-28575"/>
            <a:chExt cx="825089" cy="415800"/>
          </a:xfrm>
        </p:grpSpPr>
        <p:sp>
          <p:nvSpPr>
            <p:cNvPr id="98" name="Google Shape;98;p9"/>
            <p:cNvSpPr/>
            <p:nvPr/>
          </p:nvSpPr>
          <p:spPr>
            <a:xfrm>
              <a:off x="0" y="0"/>
              <a:ext cx="825089" cy="387123"/>
            </a:xfrm>
            <a:custGeom>
              <a:avLst/>
              <a:gdLst/>
              <a:ahLst/>
              <a:cxnLst/>
              <a:rect l="l" t="t" r="r" b="b"/>
              <a:pathLst>
                <a:path w="825089" h="387123" extrusionOk="0">
                  <a:moveTo>
                    <a:pt x="32127" y="0"/>
                  </a:moveTo>
                  <a:lnTo>
                    <a:pt x="792962" y="0"/>
                  </a:lnTo>
                  <a:cubicBezTo>
                    <a:pt x="810705" y="0"/>
                    <a:pt x="825089" y="14384"/>
                    <a:pt x="825089" y="32127"/>
                  </a:cubicBezTo>
                  <a:lnTo>
                    <a:pt x="825089" y="354996"/>
                  </a:lnTo>
                  <a:cubicBezTo>
                    <a:pt x="825089" y="372739"/>
                    <a:pt x="810705" y="387123"/>
                    <a:pt x="792962" y="387123"/>
                  </a:cubicBezTo>
                  <a:lnTo>
                    <a:pt x="32127" y="387123"/>
                  </a:lnTo>
                  <a:cubicBezTo>
                    <a:pt x="14384" y="387123"/>
                    <a:pt x="0" y="372739"/>
                    <a:pt x="0" y="354996"/>
                  </a:cubicBezTo>
                  <a:lnTo>
                    <a:pt x="0" y="32127"/>
                  </a:lnTo>
                  <a:cubicBezTo>
                    <a:pt x="0" y="14384"/>
                    <a:pt x="14384" y="0"/>
                    <a:pt x="32127" y="0"/>
                  </a:cubicBezTo>
                  <a:close/>
                </a:path>
              </a:pathLst>
            </a:custGeom>
            <a:gradFill>
              <a:gsLst>
                <a:gs pos="0">
                  <a:srgbClr val="312F32"/>
                </a:gs>
                <a:gs pos="100000">
                  <a:srgbClr val="000000"/>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p:nvPr/>
          </p:nvSpPr>
          <p:spPr>
            <a:xfrm>
              <a:off x="0" y="-28575"/>
              <a:ext cx="825000" cy="4158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0" name="Google Shape;100;p9"/>
          <p:cNvGrpSpPr/>
          <p:nvPr/>
        </p:nvGrpSpPr>
        <p:grpSpPr>
          <a:xfrm>
            <a:off x="9360848" y="3959183"/>
            <a:ext cx="3132780" cy="1578751"/>
            <a:chOff x="0" y="-28575"/>
            <a:chExt cx="825089" cy="415800"/>
          </a:xfrm>
        </p:grpSpPr>
        <p:sp>
          <p:nvSpPr>
            <p:cNvPr id="101" name="Google Shape;101;p9"/>
            <p:cNvSpPr/>
            <p:nvPr/>
          </p:nvSpPr>
          <p:spPr>
            <a:xfrm>
              <a:off x="0" y="0"/>
              <a:ext cx="825089" cy="387123"/>
            </a:xfrm>
            <a:custGeom>
              <a:avLst/>
              <a:gdLst/>
              <a:ahLst/>
              <a:cxnLst/>
              <a:rect l="l" t="t" r="r" b="b"/>
              <a:pathLst>
                <a:path w="825089" h="387123" extrusionOk="0">
                  <a:moveTo>
                    <a:pt x="32127" y="0"/>
                  </a:moveTo>
                  <a:lnTo>
                    <a:pt x="792962" y="0"/>
                  </a:lnTo>
                  <a:cubicBezTo>
                    <a:pt x="810705" y="0"/>
                    <a:pt x="825089" y="14384"/>
                    <a:pt x="825089" y="32127"/>
                  </a:cubicBezTo>
                  <a:lnTo>
                    <a:pt x="825089" y="354996"/>
                  </a:lnTo>
                  <a:cubicBezTo>
                    <a:pt x="825089" y="372739"/>
                    <a:pt x="810705" y="387123"/>
                    <a:pt x="792962" y="387123"/>
                  </a:cubicBezTo>
                  <a:lnTo>
                    <a:pt x="32127" y="387123"/>
                  </a:lnTo>
                  <a:cubicBezTo>
                    <a:pt x="14384" y="387123"/>
                    <a:pt x="0" y="372739"/>
                    <a:pt x="0" y="354996"/>
                  </a:cubicBezTo>
                  <a:lnTo>
                    <a:pt x="0" y="32127"/>
                  </a:lnTo>
                  <a:cubicBezTo>
                    <a:pt x="0" y="14384"/>
                    <a:pt x="14384" y="0"/>
                    <a:pt x="32127" y="0"/>
                  </a:cubicBezTo>
                  <a:close/>
                </a:path>
              </a:pathLst>
            </a:custGeom>
            <a:gradFill>
              <a:gsLst>
                <a:gs pos="0">
                  <a:srgbClr val="312F32"/>
                </a:gs>
                <a:gs pos="100000">
                  <a:srgbClr val="000000"/>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9"/>
            <p:cNvSpPr txBox="1"/>
            <p:nvPr/>
          </p:nvSpPr>
          <p:spPr>
            <a:xfrm>
              <a:off x="0" y="-28575"/>
              <a:ext cx="825000" cy="4158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3" name="Google Shape;103;p9"/>
          <p:cNvGrpSpPr/>
          <p:nvPr/>
        </p:nvGrpSpPr>
        <p:grpSpPr>
          <a:xfrm>
            <a:off x="9360848" y="5819565"/>
            <a:ext cx="3132780" cy="1578751"/>
            <a:chOff x="0" y="-28575"/>
            <a:chExt cx="825089" cy="415800"/>
          </a:xfrm>
        </p:grpSpPr>
        <p:sp>
          <p:nvSpPr>
            <p:cNvPr id="104" name="Google Shape;104;p9"/>
            <p:cNvSpPr/>
            <p:nvPr/>
          </p:nvSpPr>
          <p:spPr>
            <a:xfrm>
              <a:off x="0" y="0"/>
              <a:ext cx="825089" cy="387123"/>
            </a:xfrm>
            <a:custGeom>
              <a:avLst/>
              <a:gdLst/>
              <a:ahLst/>
              <a:cxnLst/>
              <a:rect l="l" t="t" r="r" b="b"/>
              <a:pathLst>
                <a:path w="825089" h="387123" extrusionOk="0">
                  <a:moveTo>
                    <a:pt x="32127" y="0"/>
                  </a:moveTo>
                  <a:lnTo>
                    <a:pt x="792962" y="0"/>
                  </a:lnTo>
                  <a:cubicBezTo>
                    <a:pt x="810705" y="0"/>
                    <a:pt x="825089" y="14384"/>
                    <a:pt x="825089" y="32127"/>
                  </a:cubicBezTo>
                  <a:lnTo>
                    <a:pt x="825089" y="354996"/>
                  </a:lnTo>
                  <a:cubicBezTo>
                    <a:pt x="825089" y="372739"/>
                    <a:pt x="810705" y="387123"/>
                    <a:pt x="792962" y="387123"/>
                  </a:cubicBezTo>
                  <a:lnTo>
                    <a:pt x="32127" y="387123"/>
                  </a:lnTo>
                  <a:cubicBezTo>
                    <a:pt x="14384" y="387123"/>
                    <a:pt x="0" y="372739"/>
                    <a:pt x="0" y="354996"/>
                  </a:cubicBezTo>
                  <a:lnTo>
                    <a:pt x="0" y="32127"/>
                  </a:lnTo>
                  <a:cubicBezTo>
                    <a:pt x="0" y="14384"/>
                    <a:pt x="14384" y="0"/>
                    <a:pt x="32127" y="0"/>
                  </a:cubicBezTo>
                  <a:close/>
                </a:path>
              </a:pathLst>
            </a:custGeom>
            <a:gradFill>
              <a:gsLst>
                <a:gs pos="0">
                  <a:srgbClr val="312F32"/>
                </a:gs>
                <a:gs pos="100000">
                  <a:srgbClr val="000000"/>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9"/>
            <p:cNvSpPr txBox="1"/>
            <p:nvPr/>
          </p:nvSpPr>
          <p:spPr>
            <a:xfrm>
              <a:off x="0" y="-28575"/>
              <a:ext cx="825000" cy="4158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6" name="Google Shape;106;p9"/>
          <p:cNvGrpSpPr/>
          <p:nvPr/>
        </p:nvGrpSpPr>
        <p:grpSpPr>
          <a:xfrm>
            <a:off x="9360848" y="7679947"/>
            <a:ext cx="3132780" cy="1578751"/>
            <a:chOff x="0" y="-28575"/>
            <a:chExt cx="825089" cy="415800"/>
          </a:xfrm>
        </p:grpSpPr>
        <p:sp>
          <p:nvSpPr>
            <p:cNvPr id="107" name="Google Shape;107;p9"/>
            <p:cNvSpPr/>
            <p:nvPr/>
          </p:nvSpPr>
          <p:spPr>
            <a:xfrm>
              <a:off x="0" y="0"/>
              <a:ext cx="825089" cy="387123"/>
            </a:xfrm>
            <a:custGeom>
              <a:avLst/>
              <a:gdLst/>
              <a:ahLst/>
              <a:cxnLst/>
              <a:rect l="l" t="t" r="r" b="b"/>
              <a:pathLst>
                <a:path w="825089" h="387123" extrusionOk="0">
                  <a:moveTo>
                    <a:pt x="32127" y="0"/>
                  </a:moveTo>
                  <a:lnTo>
                    <a:pt x="792962" y="0"/>
                  </a:lnTo>
                  <a:cubicBezTo>
                    <a:pt x="810705" y="0"/>
                    <a:pt x="825089" y="14384"/>
                    <a:pt x="825089" y="32127"/>
                  </a:cubicBezTo>
                  <a:lnTo>
                    <a:pt x="825089" y="354996"/>
                  </a:lnTo>
                  <a:cubicBezTo>
                    <a:pt x="825089" y="372739"/>
                    <a:pt x="810705" y="387123"/>
                    <a:pt x="792962" y="387123"/>
                  </a:cubicBezTo>
                  <a:lnTo>
                    <a:pt x="32127" y="387123"/>
                  </a:lnTo>
                  <a:cubicBezTo>
                    <a:pt x="14384" y="387123"/>
                    <a:pt x="0" y="372739"/>
                    <a:pt x="0" y="354996"/>
                  </a:cubicBezTo>
                  <a:lnTo>
                    <a:pt x="0" y="32127"/>
                  </a:lnTo>
                  <a:cubicBezTo>
                    <a:pt x="0" y="14384"/>
                    <a:pt x="14384" y="0"/>
                    <a:pt x="32127" y="0"/>
                  </a:cubicBezTo>
                  <a:close/>
                </a:path>
              </a:pathLst>
            </a:custGeom>
            <a:gradFill>
              <a:gsLst>
                <a:gs pos="0">
                  <a:srgbClr val="312F32"/>
                </a:gs>
                <a:gs pos="100000">
                  <a:srgbClr val="000000"/>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9"/>
            <p:cNvSpPr txBox="1"/>
            <p:nvPr/>
          </p:nvSpPr>
          <p:spPr>
            <a:xfrm>
              <a:off x="0" y="-28575"/>
              <a:ext cx="825000" cy="4158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9" name="Google Shape;109;p9"/>
          <p:cNvGrpSpPr/>
          <p:nvPr/>
        </p:nvGrpSpPr>
        <p:grpSpPr>
          <a:xfrm>
            <a:off x="14358391" y="2089276"/>
            <a:ext cx="3132780" cy="1578751"/>
            <a:chOff x="0" y="-28575"/>
            <a:chExt cx="825089" cy="415800"/>
          </a:xfrm>
        </p:grpSpPr>
        <p:sp>
          <p:nvSpPr>
            <p:cNvPr id="110" name="Google Shape;110;p9"/>
            <p:cNvSpPr/>
            <p:nvPr/>
          </p:nvSpPr>
          <p:spPr>
            <a:xfrm>
              <a:off x="0" y="0"/>
              <a:ext cx="825089" cy="387123"/>
            </a:xfrm>
            <a:custGeom>
              <a:avLst/>
              <a:gdLst/>
              <a:ahLst/>
              <a:cxnLst/>
              <a:rect l="l" t="t" r="r" b="b"/>
              <a:pathLst>
                <a:path w="825089" h="387123" extrusionOk="0">
                  <a:moveTo>
                    <a:pt x="32127" y="0"/>
                  </a:moveTo>
                  <a:lnTo>
                    <a:pt x="792962" y="0"/>
                  </a:lnTo>
                  <a:cubicBezTo>
                    <a:pt x="810705" y="0"/>
                    <a:pt x="825089" y="14384"/>
                    <a:pt x="825089" y="32127"/>
                  </a:cubicBezTo>
                  <a:lnTo>
                    <a:pt x="825089" y="354996"/>
                  </a:lnTo>
                  <a:cubicBezTo>
                    <a:pt x="825089" y="372739"/>
                    <a:pt x="810705" y="387123"/>
                    <a:pt x="792962" y="387123"/>
                  </a:cubicBezTo>
                  <a:lnTo>
                    <a:pt x="32127" y="387123"/>
                  </a:lnTo>
                  <a:cubicBezTo>
                    <a:pt x="14384" y="387123"/>
                    <a:pt x="0" y="372739"/>
                    <a:pt x="0" y="354996"/>
                  </a:cubicBezTo>
                  <a:lnTo>
                    <a:pt x="0" y="32127"/>
                  </a:lnTo>
                  <a:cubicBezTo>
                    <a:pt x="0" y="14384"/>
                    <a:pt x="14384" y="0"/>
                    <a:pt x="32127" y="0"/>
                  </a:cubicBezTo>
                  <a:close/>
                </a:path>
              </a:pathLst>
            </a:custGeom>
            <a:gradFill>
              <a:gsLst>
                <a:gs pos="0">
                  <a:srgbClr val="312F32"/>
                </a:gs>
                <a:gs pos="100000">
                  <a:srgbClr val="000000"/>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9"/>
            <p:cNvSpPr txBox="1"/>
            <p:nvPr/>
          </p:nvSpPr>
          <p:spPr>
            <a:xfrm>
              <a:off x="0" y="-28575"/>
              <a:ext cx="825000" cy="4158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2" name="Google Shape;112;p9"/>
          <p:cNvGrpSpPr/>
          <p:nvPr/>
        </p:nvGrpSpPr>
        <p:grpSpPr>
          <a:xfrm>
            <a:off x="14358391" y="3959183"/>
            <a:ext cx="3132780" cy="1578751"/>
            <a:chOff x="0" y="-28575"/>
            <a:chExt cx="825089" cy="415800"/>
          </a:xfrm>
        </p:grpSpPr>
        <p:sp>
          <p:nvSpPr>
            <p:cNvPr id="113" name="Google Shape;113;p9"/>
            <p:cNvSpPr/>
            <p:nvPr/>
          </p:nvSpPr>
          <p:spPr>
            <a:xfrm>
              <a:off x="0" y="0"/>
              <a:ext cx="825089" cy="387123"/>
            </a:xfrm>
            <a:custGeom>
              <a:avLst/>
              <a:gdLst/>
              <a:ahLst/>
              <a:cxnLst/>
              <a:rect l="l" t="t" r="r" b="b"/>
              <a:pathLst>
                <a:path w="825089" h="387123" extrusionOk="0">
                  <a:moveTo>
                    <a:pt x="32127" y="0"/>
                  </a:moveTo>
                  <a:lnTo>
                    <a:pt x="792962" y="0"/>
                  </a:lnTo>
                  <a:cubicBezTo>
                    <a:pt x="810705" y="0"/>
                    <a:pt x="825089" y="14384"/>
                    <a:pt x="825089" y="32127"/>
                  </a:cubicBezTo>
                  <a:lnTo>
                    <a:pt x="825089" y="354996"/>
                  </a:lnTo>
                  <a:cubicBezTo>
                    <a:pt x="825089" y="372739"/>
                    <a:pt x="810705" y="387123"/>
                    <a:pt x="792962" y="387123"/>
                  </a:cubicBezTo>
                  <a:lnTo>
                    <a:pt x="32127" y="387123"/>
                  </a:lnTo>
                  <a:cubicBezTo>
                    <a:pt x="14384" y="387123"/>
                    <a:pt x="0" y="372739"/>
                    <a:pt x="0" y="354996"/>
                  </a:cubicBezTo>
                  <a:lnTo>
                    <a:pt x="0" y="32127"/>
                  </a:lnTo>
                  <a:cubicBezTo>
                    <a:pt x="0" y="14384"/>
                    <a:pt x="14384" y="0"/>
                    <a:pt x="32127" y="0"/>
                  </a:cubicBezTo>
                  <a:close/>
                </a:path>
              </a:pathLst>
            </a:custGeom>
            <a:gradFill>
              <a:gsLst>
                <a:gs pos="0">
                  <a:srgbClr val="312F32"/>
                </a:gs>
                <a:gs pos="100000">
                  <a:srgbClr val="000000"/>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9"/>
            <p:cNvSpPr txBox="1"/>
            <p:nvPr/>
          </p:nvSpPr>
          <p:spPr>
            <a:xfrm>
              <a:off x="0" y="-28575"/>
              <a:ext cx="825000" cy="4158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5" name="Google Shape;115;p9"/>
          <p:cNvGrpSpPr/>
          <p:nvPr/>
        </p:nvGrpSpPr>
        <p:grpSpPr>
          <a:xfrm>
            <a:off x="14358391" y="5819565"/>
            <a:ext cx="3132780" cy="1578751"/>
            <a:chOff x="0" y="-28575"/>
            <a:chExt cx="825089" cy="415800"/>
          </a:xfrm>
        </p:grpSpPr>
        <p:sp>
          <p:nvSpPr>
            <p:cNvPr id="116" name="Google Shape;116;p9"/>
            <p:cNvSpPr/>
            <p:nvPr/>
          </p:nvSpPr>
          <p:spPr>
            <a:xfrm>
              <a:off x="0" y="0"/>
              <a:ext cx="825089" cy="387123"/>
            </a:xfrm>
            <a:custGeom>
              <a:avLst/>
              <a:gdLst/>
              <a:ahLst/>
              <a:cxnLst/>
              <a:rect l="l" t="t" r="r" b="b"/>
              <a:pathLst>
                <a:path w="825089" h="387123" extrusionOk="0">
                  <a:moveTo>
                    <a:pt x="32127" y="0"/>
                  </a:moveTo>
                  <a:lnTo>
                    <a:pt x="792962" y="0"/>
                  </a:lnTo>
                  <a:cubicBezTo>
                    <a:pt x="810705" y="0"/>
                    <a:pt x="825089" y="14384"/>
                    <a:pt x="825089" y="32127"/>
                  </a:cubicBezTo>
                  <a:lnTo>
                    <a:pt x="825089" y="354996"/>
                  </a:lnTo>
                  <a:cubicBezTo>
                    <a:pt x="825089" y="372739"/>
                    <a:pt x="810705" y="387123"/>
                    <a:pt x="792962" y="387123"/>
                  </a:cubicBezTo>
                  <a:lnTo>
                    <a:pt x="32127" y="387123"/>
                  </a:lnTo>
                  <a:cubicBezTo>
                    <a:pt x="14384" y="387123"/>
                    <a:pt x="0" y="372739"/>
                    <a:pt x="0" y="354996"/>
                  </a:cubicBezTo>
                  <a:lnTo>
                    <a:pt x="0" y="32127"/>
                  </a:lnTo>
                  <a:cubicBezTo>
                    <a:pt x="0" y="14384"/>
                    <a:pt x="14384" y="0"/>
                    <a:pt x="32127" y="0"/>
                  </a:cubicBezTo>
                  <a:close/>
                </a:path>
              </a:pathLst>
            </a:custGeom>
            <a:gradFill>
              <a:gsLst>
                <a:gs pos="0">
                  <a:srgbClr val="312F32"/>
                </a:gs>
                <a:gs pos="100000">
                  <a:srgbClr val="000000"/>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9"/>
            <p:cNvSpPr txBox="1"/>
            <p:nvPr/>
          </p:nvSpPr>
          <p:spPr>
            <a:xfrm>
              <a:off x="0" y="-28575"/>
              <a:ext cx="825000" cy="4158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8" name="Google Shape;118;p9"/>
          <p:cNvGrpSpPr/>
          <p:nvPr/>
        </p:nvGrpSpPr>
        <p:grpSpPr>
          <a:xfrm>
            <a:off x="14358391" y="7679947"/>
            <a:ext cx="3132780" cy="1578751"/>
            <a:chOff x="0" y="-28575"/>
            <a:chExt cx="825089" cy="415800"/>
          </a:xfrm>
        </p:grpSpPr>
        <p:sp>
          <p:nvSpPr>
            <p:cNvPr id="119" name="Google Shape;119;p9"/>
            <p:cNvSpPr/>
            <p:nvPr/>
          </p:nvSpPr>
          <p:spPr>
            <a:xfrm>
              <a:off x="0" y="0"/>
              <a:ext cx="825089" cy="387123"/>
            </a:xfrm>
            <a:custGeom>
              <a:avLst/>
              <a:gdLst/>
              <a:ahLst/>
              <a:cxnLst/>
              <a:rect l="l" t="t" r="r" b="b"/>
              <a:pathLst>
                <a:path w="825089" h="387123" extrusionOk="0">
                  <a:moveTo>
                    <a:pt x="32127" y="0"/>
                  </a:moveTo>
                  <a:lnTo>
                    <a:pt x="792962" y="0"/>
                  </a:lnTo>
                  <a:cubicBezTo>
                    <a:pt x="810705" y="0"/>
                    <a:pt x="825089" y="14384"/>
                    <a:pt x="825089" y="32127"/>
                  </a:cubicBezTo>
                  <a:lnTo>
                    <a:pt x="825089" y="354996"/>
                  </a:lnTo>
                  <a:cubicBezTo>
                    <a:pt x="825089" y="372739"/>
                    <a:pt x="810705" y="387123"/>
                    <a:pt x="792962" y="387123"/>
                  </a:cubicBezTo>
                  <a:lnTo>
                    <a:pt x="32127" y="387123"/>
                  </a:lnTo>
                  <a:cubicBezTo>
                    <a:pt x="14384" y="387123"/>
                    <a:pt x="0" y="372739"/>
                    <a:pt x="0" y="354996"/>
                  </a:cubicBezTo>
                  <a:lnTo>
                    <a:pt x="0" y="32127"/>
                  </a:lnTo>
                  <a:cubicBezTo>
                    <a:pt x="0" y="14384"/>
                    <a:pt x="14384" y="0"/>
                    <a:pt x="32127" y="0"/>
                  </a:cubicBezTo>
                  <a:close/>
                </a:path>
              </a:pathLst>
            </a:custGeom>
            <a:gradFill>
              <a:gsLst>
                <a:gs pos="0">
                  <a:srgbClr val="312F32"/>
                </a:gs>
                <a:gs pos="100000">
                  <a:srgbClr val="000000"/>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9"/>
            <p:cNvSpPr txBox="1"/>
            <p:nvPr/>
          </p:nvSpPr>
          <p:spPr>
            <a:xfrm>
              <a:off x="0" y="-28575"/>
              <a:ext cx="825000" cy="415800"/>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1" name="Google Shape;121;p9"/>
          <p:cNvSpPr txBox="1"/>
          <p:nvPr/>
        </p:nvSpPr>
        <p:spPr>
          <a:xfrm>
            <a:off x="8800345" y="1188750"/>
            <a:ext cx="1260000" cy="350700"/>
          </a:xfrm>
          <a:prstGeom prst="rect">
            <a:avLst/>
          </a:prstGeom>
          <a:noFill/>
          <a:ln>
            <a:noFill/>
          </a:ln>
        </p:spPr>
        <p:txBody>
          <a:bodyPr spcFirstLastPara="1" wrap="square" lIns="0" tIns="0" rIns="0" bIns="0" anchor="t" anchorCtr="0">
            <a:spAutoFit/>
          </a:bodyPr>
          <a:lstStyle/>
          <a:p>
            <a:pPr marL="0" marR="0" lvl="0" indent="0" algn="ctr" rtl="0">
              <a:lnSpc>
                <a:spcPct val="140017"/>
              </a:lnSpc>
              <a:spcBef>
                <a:spcPts val="0"/>
              </a:spcBef>
              <a:spcAft>
                <a:spcPts val="0"/>
              </a:spcAft>
              <a:buNone/>
            </a:pPr>
            <a:r>
              <a:rPr lang="en-US" sz="2279" b="0" i="0" u="none" strike="noStrike" cap="none">
                <a:solidFill>
                  <a:srgbClr val="000000"/>
                </a:solidFill>
                <a:latin typeface="League Spartan"/>
                <a:ea typeface="League Spartan"/>
                <a:cs typeface="League Spartan"/>
                <a:sym typeface="League Spartan"/>
              </a:rPr>
              <a:t>All</a:t>
            </a:r>
            <a:endParaRPr/>
          </a:p>
        </p:txBody>
      </p:sp>
      <p:sp>
        <p:nvSpPr>
          <p:cNvPr id="122" name="Google Shape;122;p9"/>
          <p:cNvSpPr txBox="1"/>
          <p:nvPr/>
        </p:nvSpPr>
        <p:spPr>
          <a:xfrm>
            <a:off x="10243073" y="1188750"/>
            <a:ext cx="1755600" cy="350700"/>
          </a:xfrm>
          <a:prstGeom prst="rect">
            <a:avLst/>
          </a:prstGeom>
          <a:noFill/>
          <a:ln>
            <a:noFill/>
          </a:ln>
        </p:spPr>
        <p:txBody>
          <a:bodyPr spcFirstLastPara="1" wrap="square" lIns="0" tIns="0" rIns="0" bIns="0" anchor="t" anchorCtr="0">
            <a:spAutoFit/>
          </a:bodyPr>
          <a:lstStyle/>
          <a:p>
            <a:pPr marL="0" marR="0" lvl="0" indent="0" algn="ctr" rtl="0">
              <a:lnSpc>
                <a:spcPct val="140017"/>
              </a:lnSpc>
              <a:spcBef>
                <a:spcPts val="0"/>
              </a:spcBef>
              <a:spcAft>
                <a:spcPts val="0"/>
              </a:spcAft>
              <a:buNone/>
            </a:pPr>
            <a:r>
              <a:rPr lang="en-US" sz="2279" b="0" i="0" u="none" strike="noStrike" cap="none">
                <a:solidFill>
                  <a:srgbClr val="FFFFFF"/>
                </a:solidFill>
                <a:latin typeface="League Spartan"/>
                <a:ea typeface="League Spartan"/>
                <a:cs typeface="League Spartan"/>
                <a:sym typeface="League Spartan"/>
              </a:rPr>
              <a:t>Music</a:t>
            </a:r>
            <a:endParaRPr/>
          </a:p>
        </p:txBody>
      </p:sp>
      <p:sp>
        <p:nvSpPr>
          <p:cNvPr id="123" name="Google Shape;123;p9"/>
          <p:cNvSpPr txBox="1"/>
          <p:nvPr/>
        </p:nvSpPr>
        <p:spPr>
          <a:xfrm>
            <a:off x="12304376" y="1188750"/>
            <a:ext cx="2134500" cy="350700"/>
          </a:xfrm>
          <a:prstGeom prst="rect">
            <a:avLst/>
          </a:prstGeom>
          <a:noFill/>
          <a:ln>
            <a:noFill/>
          </a:ln>
        </p:spPr>
        <p:txBody>
          <a:bodyPr spcFirstLastPara="1" wrap="square" lIns="0" tIns="0" rIns="0" bIns="0" anchor="t" anchorCtr="0">
            <a:spAutoFit/>
          </a:bodyPr>
          <a:lstStyle/>
          <a:p>
            <a:pPr marL="0" marR="0" lvl="0" indent="0" algn="ctr" rtl="0">
              <a:lnSpc>
                <a:spcPct val="140017"/>
              </a:lnSpc>
              <a:spcBef>
                <a:spcPts val="0"/>
              </a:spcBef>
              <a:spcAft>
                <a:spcPts val="0"/>
              </a:spcAft>
              <a:buNone/>
            </a:pPr>
            <a:r>
              <a:rPr lang="en-US" sz="2279" b="0" i="0" u="none" strike="noStrike" cap="none">
                <a:solidFill>
                  <a:srgbClr val="FFFFFF"/>
                </a:solidFill>
                <a:latin typeface="League Spartan"/>
                <a:ea typeface="League Spartan"/>
                <a:cs typeface="League Spartan"/>
                <a:sym typeface="League Spartan"/>
              </a:rPr>
              <a:t>Podcasts</a:t>
            </a:r>
            <a:endParaRPr/>
          </a:p>
        </p:txBody>
      </p:sp>
      <p:sp>
        <p:nvSpPr>
          <p:cNvPr id="124" name="Google Shape;124;p9"/>
          <p:cNvSpPr txBox="1"/>
          <p:nvPr/>
        </p:nvSpPr>
        <p:spPr>
          <a:xfrm>
            <a:off x="14744576" y="1188750"/>
            <a:ext cx="2746500" cy="350700"/>
          </a:xfrm>
          <a:prstGeom prst="rect">
            <a:avLst/>
          </a:prstGeom>
          <a:noFill/>
          <a:ln>
            <a:noFill/>
          </a:ln>
        </p:spPr>
        <p:txBody>
          <a:bodyPr spcFirstLastPara="1" wrap="square" lIns="0" tIns="0" rIns="0" bIns="0" anchor="t" anchorCtr="0">
            <a:spAutoFit/>
          </a:bodyPr>
          <a:lstStyle/>
          <a:p>
            <a:pPr marL="0" marR="0" lvl="0" indent="0" algn="ctr" rtl="0">
              <a:lnSpc>
                <a:spcPct val="140017"/>
              </a:lnSpc>
              <a:spcBef>
                <a:spcPts val="0"/>
              </a:spcBef>
              <a:spcAft>
                <a:spcPts val="0"/>
              </a:spcAft>
              <a:buNone/>
            </a:pPr>
            <a:r>
              <a:rPr lang="en-US" sz="2279" b="0" i="0" u="none" strike="noStrike" cap="none">
                <a:solidFill>
                  <a:srgbClr val="FFFFFF"/>
                </a:solidFill>
                <a:latin typeface="League Spartan"/>
                <a:ea typeface="League Spartan"/>
                <a:cs typeface="League Spartan"/>
                <a:sym typeface="League Spartan"/>
              </a:rPr>
              <a:t>Audiobooks</a:t>
            </a:r>
            <a:endParaRPr/>
          </a:p>
        </p:txBody>
      </p:sp>
      <p:sp>
        <p:nvSpPr>
          <p:cNvPr id="125" name="Google Shape;125;p9"/>
          <p:cNvSpPr txBox="1">
            <a:spLocks noGrp="1"/>
          </p:cNvSpPr>
          <p:nvPr>
            <p:ph type="body" idx="1"/>
          </p:nvPr>
        </p:nvSpPr>
        <p:spPr>
          <a:xfrm>
            <a:off x="1028700" y="6664950"/>
            <a:ext cx="4865400" cy="2419800"/>
          </a:xfrm>
          <a:prstGeom prst="rect">
            <a:avLst/>
          </a:prstGeom>
        </p:spPr>
        <p:txBody>
          <a:bodyPr spcFirstLastPara="1" wrap="square" lIns="91425" tIns="45700" rIns="91425" bIns="45700" anchor="t" anchorCtr="0">
            <a:noAutofit/>
          </a:bodyPr>
          <a:lstStyle>
            <a:lvl1pPr marL="457200" lvl="0" indent="-365125">
              <a:spcBef>
                <a:spcPts val="640"/>
              </a:spcBef>
              <a:spcAft>
                <a:spcPts val="0"/>
              </a:spcAft>
              <a:buSzPts val="2150"/>
              <a:buChar char="•"/>
              <a:defRPr/>
            </a:lvl1pPr>
            <a:lvl2pPr marL="914400" lvl="1" indent="-365125">
              <a:spcBef>
                <a:spcPts val="640"/>
              </a:spcBef>
              <a:spcAft>
                <a:spcPts val="0"/>
              </a:spcAft>
              <a:buSzPts val="2150"/>
              <a:buChar char="–"/>
              <a:defRPr/>
            </a:lvl2pPr>
            <a:lvl3pPr marL="1371600" lvl="2" indent="-365125">
              <a:spcBef>
                <a:spcPts val="640"/>
              </a:spcBef>
              <a:spcAft>
                <a:spcPts val="0"/>
              </a:spcAft>
              <a:buSzPts val="2150"/>
              <a:buChar char="•"/>
              <a:defRPr/>
            </a:lvl3pPr>
            <a:lvl4pPr marL="1828800" lvl="3" indent="-365125">
              <a:spcBef>
                <a:spcPts val="640"/>
              </a:spcBef>
              <a:spcAft>
                <a:spcPts val="0"/>
              </a:spcAft>
              <a:buSzPts val="2150"/>
              <a:buChar char="–"/>
              <a:defRPr/>
            </a:lvl4pPr>
            <a:lvl5pPr marL="2286000" lvl="4" indent="-365125">
              <a:spcBef>
                <a:spcPts val="640"/>
              </a:spcBef>
              <a:spcAft>
                <a:spcPts val="0"/>
              </a:spcAft>
              <a:buSzPts val="2150"/>
              <a:buChar char="»"/>
              <a:defRPr/>
            </a:lvl5pPr>
            <a:lvl6pPr marL="2743200" lvl="5" indent="-365125">
              <a:spcBef>
                <a:spcPts val="640"/>
              </a:spcBef>
              <a:spcAft>
                <a:spcPts val="0"/>
              </a:spcAft>
              <a:buSzPts val="2150"/>
              <a:buChar char="•"/>
              <a:defRPr/>
            </a:lvl6pPr>
            <a:lvl7pPr marL="3200400" lvl="6" indent="-365125">
              <a:spcBef>
                <a:spcPts val="640"/>
              </a:spcBef>
              <a:spcAft>
                <a:spcPts val="0"/>
              </a:spcAft>
              <a:buSzPts val="2150"/>
              <a:buChar char="•"/>
              <a:defRPr/>
            </a:lvl7pPr>
            <a:lvl8pPr marL="3657600" lvl="7" indent="-365125">
              <a:spcBef>
                <a:spcPts val="640"/>
              </a:spcBef>
              <a:spcAft>
                <a:spcPts val="0"/>
              </a:spcAft>
              <a:buSzPts val="2150"/>
              <a:buChar char="•"/>
              <a:defRPr/>
            </a:lvl8pPr>
            <a:lvl9pPr marL="4114800" lvl="8" indent="-365125">
              <a:spcBef>
                <a:spcPts val="640"/>
              </a:spcBef>
              <a:spcAft>
                <a:spcPts val="0"/>
              </a:spcAft>
              <a:buSzPts val="2150"/>
              <a:buChar char="•"/>
              <a:defRPr/>
            </a:lvl9pPr>
          </a:lstStyle>
          <a:p>
            <a:endParaRPr/>
          </a:p>
        </p:txBody>
      </p:sp>
      <p:sp>
        <p:nvSpPr>
          <p:cNvPr id="126" name="Google Shape;126;p9"/>
          <p:cNvSpPr txBox="1">
            <a:spLocks noGrp="1"/>
          </p:cNvSpPr>
          <p:nvPr>
            <p:ph type="title" idx="6"/>
          </p:nvPr>
        </p:nvSpPr>
        <p:spPr>
          <a:xfrm>
            <a:off x="9848175" y="2721425"/>
            <a:ext cx="1755600" cy="350700"/>
          </a:xfrm>
          <a:prstGeom prst="rect">
            <a:avLst/>
          </a:prstGeom>
        </p:spPr>
        <p:txBody>
          <a:bodyPr spcFirstLastPara="1" wrap="square" lIns="91425" tIns="45700" rIns="91425" bIns="45700" anchor="ctr" anchorCtr="0">
            <a:noAutofit/>
          </a:bodyPr>
          <a:lstStyle>
            <a:lvl1pPr lvl="0">
              <a:spcBef>
                <a:spcPts val="0"/>
              </a:spcBef>
              <a:spcAft>
                <a:spcPts val="0"/>
              </a:spcAft>
              <a:buClr>
                <a:schemeClr val="lt1"/>
              </a:buClr>
              <a:buSzPts val="2250"/>
              <a:buFont typeface="League Spartan"/>
              <a:buNone/>
              <a:defRPr sz="2250">
                <a:solidFill>
                  <a:schemeClr val="lt1"/>
                </a:solidFill>
                <a:latin typeface="League Spartan"/>
                <a:ea typeface="League Spartan"/>
                <a:cs typeface="League Spartan"/>
                <a:sym typeface="League Spartan"/>
              </a:defRPr>
            </a:lvl1pPr>
            <a:lvl2pPr lvl="1">
              <a:spcBef>
                <a:spcPts val="0"/>
              </a:spcBef>
              <a:spcAft>
                <a:spcPts val="0"/>
              </a:spcAft>
              <a:buSzPts val="1400"/>
              <a:buFont typeface="League Spartan"/>
              <a:buNone/>
              <a:defRPr>
                <a:latin typeface="League Spartan"/>
                <a:ea typeface="League Spartan"/>
                <a:cs typeface="League Spartan"/>
                <a:sym typeface="League Spartan"/>
              </a:defRPr>
            </a:lvl2pPr>
            <a:lvl3pPr lvl="2">
              <a:spcBef>
                <a:spcPts val="0"/>
              </a:spcBef>
              <a:spcAft>
                <a:spcPts val="0"/>
              </a:spcAft>
              <a:buSzPts val="1400"/>
              <a:buFont typeface="League Spartan"/>
              <a:buNone/>
              <a:defRPr>
                <a:latin typeface="League Spartan"/>
                <a:ea typeface="League Spartan"/>
                <a:cs typeface="League Spartan"/>
                <a:sym typeface="League Spartan"/>
              </a:defRPr>
            </a:lvl3pPr>
            <a:lvl4pPr lvl="3">
              <a:spcBef>
                <a:spcPts val="0"/>
              </a:spcBef>
              <a:spcAft>
                <a:spcPts val="0"/>
              </a:spcAft>
              <a:buSzPts val="1400"/>
              <a:buFont typeface="League Spartan"/>
              <a:buNone/>
              <a:defRPr>
                <a:latin typeface="League Spartan"/>
                <a:ea typeface="League Spartan"/>
                <a:cs typeface="League Spartan"/>
                <a:sym typeface="League Spartan"/>
              </a:defRPr>
            </a:lvl4pPr>
            <a:lvl5pPr lvl="4">
              <a:spcBef>
                <a:spcPts val="0"/>
              </a:spcBef>
              <a:spcAft>
                <a:spcPts val="0"/>
              </a:spcAft>
              <a:buSzPts val="1400"/>
              <a:buFont typeface="League Spartan"/>
              <a:buNone/>
              <a:defRPr>
                <a:latin typeface="League Spartan"/>
                <a:ea typeface="League Spartan"/>
                <a:cs typeface="League Spartan"/>
                <a:sym typeface="League Spartan"/>
              </a:defRPr>
            </a:lvl5pPr>
            <a:lvl6pPr lvl="5">
              <a:spcBef>
                <a:spcPts val="0"/>
              </a:spcBef>
              <a:spcAft>
                <a:spcPts val="0"/>
              </a:spcAft>
              <a:buSzPts val="1400"/>
              <a:buFont typeface="League Spartan"/>
              <a:buNone/>
              <a:defRPr>
                <a:latin typeface="League Spartan"/>
                <a:ea typeface="League Spartan"/>
                <a:cs typeface="League Spartan"/>
                <a:sym typeface="League Spartan"/>
              </a:defRPr>
            </a:lvl6pPr>
            <a:lvl7pPr lvl="6">
              <a:spcBef>
                <a:spcPts val="0"/>
              </a:spcBef>
              <a:spcAft>
                <a:spcPts val="0"/>
              </a:spcAft>
              <a:buSzPts val="1400"/>
              <a:buFont typeface="League Spartan"/>
              <a:buNone/>
              <a:defRPr>
                <a:latin typeface="League Spartan"/>
                <a:ea typeface="League Spartan"/>
                <a:cs typeface="League Spartan"/>
                <a:sym typeface="League Spartan"/>
              </a:defRPr>
            </a:lvl7pPr>
            <a:lvl8pPr lvl="7">
              <a:spcBef>
                <a:spcPts val="0"/>
              </a:spcBef>
              <a:spcAft>
                <a:spcPts val="0"/>
              </a:spcAft>
              <a:buSzPts val="1400"/>
              <a:buFont typeface="League Spartan"/>
              <a:buNone/>
              <a:defRPr>
                <a:latin typeface="League Spartan"/>
                <a:ea typeface="League Spartan"/>
                <a:cs typeface="League Spartan"/>
                <a:sym typeface="League Spartan"/>
              </a:defRPr>
            </a:lvl8pPr>
            <a:lvl9pPr lvl="8">
              <a:spcBef>
                <a:spcPts val="0"/>
              </a:spcBef>
              <a:spcAft>
                <a:spcPts val="0"/>
              </a:spcAft>
              <a:buSzPts val="1400"/>
              <a:buFont typeface="League Spartan"/>
              <a:buNone/>
              <a:defRPr>
                <a:latin typeface="League Spartan"/>
                <a:ea typeface="League Spartan"/>
                <a:cs typeface="League Spartan"/>
                <a:sym typeface="League Spartan"/>
              </a:defRPr>
            </a:lvl9pPr>
          </a:lstStyle>
          <a:p>
            <a:endParaRPr/>
          </a:p>
        </p:txBody>
      </p:sp>
      <p:sp>
        <p:nvSpPr>
          <p:cNvPr id="127" name="Google Shape;127;p9"/>
          <p:cNvSpPr txBox="1">
            <a:spLocks noGrp="1"/>
          </p:cNvSpPr>
          <p:nvPr>
            <p:ph type="title" idx="7"/>
          </p:nvPr>
        </p:nvSpPr>
        <p:spPr>
          <a:xfrm>
            <a:off x="9848175" y="4627263"/>
            <a:ext cx="1755600" cy="350700"/>
          </a:xfrm>
          <a:prstGeom prst="rect">
            <a:avLst/>
          </a:prstGeom>
        </p:spPr>
        <p:txBody>
          <a:bodyPr spcFirstLastPara="1" wrap="square" lIns="91425" tIns="45700" rIns="91425" bIns="45700" anchor="ctr" anchorCtr="0">
            <a:noAutofit/>
          </a:bodyPr>
          <a:lstStyle>
            <a:lvl1pPr lvl="0" rtl="0">
              <a:spcBef>
                <a:spcPts val="0"/>
              </a:spcBef>
              <a:spcAft>
                <a:spcPts val="0"/>
              </a:spcAft>
              <a:buClr>
                <a:schemeClr val="lt1"/>
              </a:buClr>
              <a:buSzPts val="2250"/>
              <a:buFont typeface="League Spartan"/>
              <a:buNone/>
              <a:defRPr sz="2250">
                <a:solidFill>
                  <a:schemeClr val="lt1"/>
                </a:solidFill>
                <a:latin typeface="League Spartan"/>
                <a:ea typeface="League Spartan"/>
                <a:cs typeface="League Spartan"/>
                <a:sym typeface="League Spartan"/>
              </a:defRPr>
            </a:lvl1pPr>
            <a:lvl2pPr lvl="1" rtl="0">
              <a:spcBef>
                <a:spcPts val="0"/>
              </a:spcBef>
              <a:spcAft>
                <a:spcPts val="0"/>
              </a:spcAft>
              <a:buSzPts val="1400"/>
              <a:buFont typeface="League Spartan"/>
              <a:buNone/>
              <a:defRPr>
                <a:latin typeface="League Spartan"/>
                <a:ea typeface="League Spartan"/>
                <a:cs typeface="League Spartan"/>
                <a:sym typeface="League Spartan"/>
              </a:defRPr>
            </a:lvl2pPr>
            <a:lvl3pPr lvl="2" rtl="0">
              <a:spcBef>
                <a:spcPts val="0"/>
              </a:spcBef>
              <a:spcAft>
                <a:spcPts val="0"/>
              </a:spcAft>
              <a:buSzPts val="1400"/>
              <a:buFont typeface="League Spartan"/>
              <a:buNone/>
              <a:defRPr>
                <a:latin typeface="League Spartan"/>
                <a:ea typeface="League Spartan"/>
                <a:cs typeface="League Spartan"/>
                <a:sym typeface="League Spartan"/>
              </a:defRPr>
            </a:lvl3pPr>
            <a:lvl4pPr lvl="3" rtl="0">
              <a:spcBef>
                <a:spcPts val="0"/>
              </a:spcBef>
              <a:spcAft>
                <a:spcPts val="0"/>
              </a:spcAft>
              <a:buSzPts val="1400"/>
              <a:buFont typeface="League Spartan"/>
              <a:buNone/>
              <a:defRPr>
                <a:latin typeface="League Spartan"/>
                <a:ea typeface="League Spartan"/>
                <a:cs typeface="League Spartan"/>
                <a:sym typeface="League Spartan"/>
              </a:defRPr>
            </a:lvl4pPr>
            <a:lvl5pPr lvl="4" rtl="0">
              <a:spcBef>
                <a:spcPts val="0"/>
              </a:spcBef>
              <a:spcAft>
                <a:spcPts val="0"/>
              </a:spcAft>
              <a:buSzPts val="1400"/>
              <a:buFont typeface="League Spartan"/>
              <a:buNone/>
              <a:defRPr>
                <a:latin typeface="League Spartan"/>
                <a:ea typeface="League Spartan"/>
                <a:cs typeface="League Spartan"/>
                <a:sym typeface="League Spartan"/>
              </a:defRPr>
            </a:lvl5pPr>
            <a:lvl6pPr lvl="5" rtl="0">
              <a:spcBef>
                <a:spcPts val="0"/>
              </a:spcBef>
              <a:spcAft>
                <a:spcPts val="0"/>
              </a:spcAft>
              <a:buSzPts val="1400"/>
              <a:buFont typeface="League Spartan"/>
              <a:buNone/>
              <a:defRPr>
                <a:latin typeface="League Spartan"/>
                <a:ea typeface="League Spartan"/>
                <a:cs typeface="League Spartan"/>
                <a:sym typeface="League Spartan"/>
              </a:defRPr>
            </a:lvl6pPr>
            <a:lvl7pPr lvl="6" rtl="0">
              <a:spcBef>
                <a:spcPts val="0"/>
              </a:spcBef>
              <a:spcAft>
                <a:spcPts val="0"/>
              </a:spcAft>
              <a:buSzPts val="1400"/>
              <a:buFont typeface="League Spartan"/>
              <a:buNone/>
              <a:defRPr>
                <a:latin typeface="League Spartan"/>
                <a:ea typeface="League Spartan"/>
                <a:cs typeface="League Spartan"/>
                <a:sym typeface="League Spartan"/>
              </a:defRPr>
            </a:lvl7pPr>
            <a:lvl8pPr lvl="7" rtl="0">
              <a:spcBef>
                <a:spcPts val="0"/>
              </a:spcBef>
              <a:spcAft>
                <a:spcPts val="0"/>
              </a:spcAft>
              <a:buSzPts val="1400"/>
              <a:buFont typeface="League Spartan"/>
              <a:buNone/>
              <a:defRPr>
                <a:latin typeface="League Spartan"/>
                <a:ea typeface="League Spartan"/>
                <a:cs typeface="League Spartan"/>
                <a:sym typeface="League Spartan"/>
              </a:defRPr>
            </a:lvl8pPr>
            <a:lvl9pPr lvl="8" rtl="0">
              <a:spcBef>
                <a:spcPts val="0"/>
              </a:spcBef>
              <a:spcAft>
                <a:spcPts val="0"/>
              </a:spcAft>
              <a:buSzPts val="1400"/>
              <a:buFont typeface="League Spartan"/>
              <a:buNone/>
              <a:defRPr>
                <a:latin typeface="League Spartan"/>
                <a:ea typeface="League Spartan"/>
                <a:cs typeface="League Spartan"/>
                <a:sym typeface="League Spartan"/>
              </a:defRPr>
            </a:lvl9pPr>
          </a:lstStyle>
          <a:p>
            <a:endParaRPr/>
          </a:p>
        </p:txBody>
      </p:sp>
      <p:sp>
        <p:nvSpPr>
          <p:cNvPr id="128" name="Google Shape;128;p9"/>
          <p:cNvSpPr txBox="1">
            <a:spLocks noGrp="1"/>
          </p:cNvSpPr>
          <p:nvPr>
            <p:ph type="title" idx="8"/>
          </p:nvPr>
        </p:nvSpPr>
        <p:spPr>
          <a:xfrm>
            <a:off x="9848175" y="6433575"/>
            <a:ext cx="1755600" cy="350700"/>
          </a:xfrm>
          <a:prstGeom prst="rect">
            <a:avLst/>
          </a:prstGeom>
        </p:spPr>
        <p:txBody>
          <a:bodyPr spcFirstLastPara="1" wrap="square" lIns="91425" tIns="45700" rIns="91425" bIns="45700" anchor="ctr" anchorCtr="0">
            <a:noAutofit/>
          </a:bodyPr>
          <a:lstStyle>
            <a:lvl1pPr lvl="0" rtl="0">
              <a:spcBef>
                <a:spcPts val="0"/>
              </a:spcBef>
              <a:spcAft>
                <a:spcPts val="0"/>
              </a:spcAft>
              <a:buClr>
                <a:schemeClr val="lt1"/>
              </a:buClr>
              <a:buSzPts val="2250"/>
              <a:buFont typeface="League Spartan"/>
              <a:buNone/>
              <a:defRPr sz="2250">
                <a:solidFill>
                  <a:schemeClr val="lt1"/>
                </a:solidFill>
                <a:latin typeface="League Spartan"/>
                <a:ea typeface="League Spartan"/>
                <a:cs typeface="League Spartan"/>
                <a:sym typeface="League Spartan"/>
              </a:defRPr>
            </a:lvl1pPr>
            <a:lvl2pPr lvl="1" rtl="0">
              <a:spcBef>
                <a:spcPts val="0"/>
              </a:spcBef>
              <a:spcAft>
                <a:spcPts val="0"/>
              </a:spcAft>
              <a:buSzPts val="1400"/>
              <a:buFont typeface="League Spartan"/>
              <a:buNone/>
              <a:defRPr>
                <a:latin typeface="League Spartan"/>
                <a:ea typeface="League Spartan"/>
                <a:cs typeface="League Spartan"/>
                <a:sym typeface="League Spartan"/>
              </a:defRPr>
            </a:lvl2pPr>
            <a:lvl3pPr lvl="2" rtl="0">
              <a:spcBef>
                <a:spcPts val="0"/>
              </a:spcBef>
              <a:spcAft>
                <a:spcPts val="0"/>
              </a:spcAft>
              <a:buSzPts val="1400"/>
              <a:buFont typeface="League Spartan"/>
              <a:buNone/>
              <a:defRPr>
                <a:latin typeface="League Spartan"/>
                <a:ea typeface="League Spartan"/>
                <a:cs typeface="League Spartan"/>
                <a:sym typeface="League Spartan"/>
              </a:defRPr>
            </a:lvl3pPr>
            <a:lvl4pPr lvl="3" rtl="0">
              <a:spcBef>
                <a:spcPts val="0"/>
              </a:spcBef>
              <a:spcAft>
                <a:spcPts val="0"/>
              </a:spcAft>
              <a:buSzPts val="1400"/>
              <a:buFont typeface="League Spartan"/>
              <a:buNone/>
              <a:defRPr>
                <a:latin typeface="League Spartan"/>
                <a:ea typeface="League Spartan"/>
                <a:cs typeface="League Spartan"/>
                <a:sym typeface="League Spartan"/>
              </a:defRPr>
            </a:lvl4pPr>
            <a:lvl5pPr lvl="4" rtl="0">
              <a:spcBef>
                <a:spcPts val="0"/>
              </a:spcBef>
              <a:spcAft>
                <a:spcPts val="0"/>
              </a:spcAft>
              <a:buSzPts val="1400"/>
              <a:buFont typeface="League Spartan"/>
              <a:buNone/>
              <a:defRPr>
                <a:latin typeface="League Spartan"/>
                <a:ea typeface="League Spartan"/>
                <a:cs typeface="League Spartan"/>
                <a:sym typeface="League Spartan"/>
              </a:defRPr>
            </a:lvl5pPr>
            <a:lvl6pPr lvl="5" rtl="0">
              <a:spcBef>
                <a:spcPts val="0"/>
              </a:spcBef>
              <a:spcAft>
                <a:spcPts val="0"/>
              </a:spcAft>
              <a:buSzPts val="1400"/>
              <a:buFont typeface="League Spartan"/>
              <a:buNone/>
              <a:defRPr>
                <a:latin typeface="League Spartan"/>
                <a:ea typeface="League Spartan"/>
                <a:cs typeface="League Spartan"/>
                <a:sym typeface="League Spartan"/>
              </a:defRPr>
            </a:lvl6pPr>
            <a:lvl7pPr lvl="6" rtl="0">
              <a:spcBef>
                <a:spcPts val="0"/>
              </a:spcBef>
              <a:spcAft>
                <a:spcPts val="0"/>
              </a:spcAft>
              <a:buSzPts val="1400"/>
              <a:buFont typeface="League Spartan"/>
              <a:buNone/>
              <a:defRPr>
                <a:latin typeface="League Spartan"/>
                <a:ea typeface="League Spartan"/>
                <a:cs typeface="League Spartan"/>
                <a:sym typeface="League Spartan"/>
              </a:defRPr>
            </a:lvl7pPr>
            <a:lvl8pPr lvl="7" rtl="0">
              <a:spcBef>
                <a:spcPts val="0"/>
              </a:spcBef>
              <a:spcAft>
                <a:spcPts val="0"/>
              </a:spcAft>
              <a:buSzPts val="1400"/>
              <a:buFont typeface="League Spartan"/>
              <a:buNone/>
              <a:defRPr>
                <a:latin typeface="League Spartan"/>
                <a:ea typeface="League Spartan"/>
                <a:cs typeface="League Spartan"/>
                <a:sym typeface="League Spartan"/>
              </a:defRPr>
            </a:lvl8pPr>
            <a:lvl9pPr lvl="8" rtl="0">
              <a:spcBef>
                <a:spcPts val="0"/>
              </a:spcBef>
              <a:spcAft>
                <a:spcPts val="0"/>
              </a:spcAft>
              <a:buSzPts val="1400"/>
              <a:buFont typeface="League Spartan"/>
              <a:buNone/>
              <a:defRPr>
                <a:latin typeface="League Spartan"/>
                <a:ea typeface="League Spartan"/>
                <a:cs typeface="League Spartan"/>
                <a:sym typeface="League Spartan"/>
              </a:defRPr>
            </a:lvl9pPr>
          </a:lstStyle>
          <a:p>
            <a:endParaRPr/>
          </a:p>
        </p:txBody>
      </p:sp>
      <p:sp>
        <p:nvSpPr>
          <p:cNvPr id="129" name="Google Shape;129;p9"/>
          <p:cNvSpPr txBox="1">
            <a:spLocks noGrp="1"/>
          </p:cNvSpPr>
          <p:nvPr>
            <p:ph type="title" idx="9"/>
          </p:nvPr>
        </p:nvSpPr>
        <p:spPr>
          <a:xfrm>
            <a:off x="9848175" y="8348025"/>
            <a:ext cx="1755600" cy="350700"/>
          </a:xfrm>
          <a:prstGeom prst="rect">
            <a:avLst/>
          </a:prstGeom>
        </p:spPr>
        <p:txBody>
          <a:bodyPr spcFirstLastPara="1" wrap="square" lIns="91425" tIns="45700" rIns="91425" bIns="45700" anchor="ctr" anchorCtr="0">
            <a:noAutofit/>
          </a:bodyPr>
          <a:lstStyle>
            <a:lvl1pPr lvl="0" rtl="0">
              <a:spcBef>
                <a:spcPts val="0"/>
              </a:spcBef>
              <a:spcAft>
                <a:spcPts val="0"/>
              </a:spcAft>
              <a:buClr>
                <a:schemeClr val="lt1"/>
              </a:buClr>
              <a:buSzPts val="2250"/>
              <a:buFont typeface="League Spartan"/>
              <a:buNone/>
              <a:defRPr sz="2250">
                <a:solidFill>
                  <a:schemeClr val="lt1"/>
                </a:solidFill>
                <a:latin typeface="League Spartan"/>
                <a:ea typeface="League Spartan"/>
                <a:cs typeface="League Spartan"/>
                <a:sym typeface="League Spartan"/>
              </a:defRPr>
            </a:lvl1pPr>
            <a:lvl2pPr lvl="1" rtl="0">
              <a:spcBef>
                <a:spcPts val="0"/>
              </a:spcBef>
              <a:spcAft>
                <a:spcPts val="0"/>
              </a:spcAft>
              <a:buSzPts val="1400"/>
              <a:buFont typeface="League Spartan"/>
              <a:buNone/>
              <a:defRPr>
                <a:latin typeface="League Spartan"/>
                <a:ea typeface="League Spartan"/>
                <a:cs typeface="League Spartan"/>
                <a:sym typeface="League Spartan"/>
              </a:defRPr>
            </a:lvl2pPr>
            <a:lvl3pPr lvl="2" rtl="0">
              <a:spcBef>
                <a:spcPts val="0"/>
              </a:spcBef>
              <a:spcAft>
                <a:spcPts val="0"/>
              </a:spcAft>
              <a:buSzPts val="1400"/>
              <a:buFont typeface="League Spartan"/>
              <a:buNone/>
              <a:defRPr>
                <a:latin typeface="League Spartan"/>
                <a:ea typeface="League Spartan"/>
                <a:cs typeface="League Spartan"/>
                <a:sym typeface="League Spartan"/>
              </a:defRPr>
            </a:lvl3pPr>
            <a:lvl4pPr lvl="3" rtl="0">
              <a:spcBef>
                <a:spcPts val="0"/>
              </a:spcBef>
              <a:spcAft>
                <a:spcPts val="0"/>
              </a:spcAft>
              <a:buSzPts val="1400"/>
              <a:buFont typeface="League Spartan"/>
              <a:buNone/>
              <a:defRPr>
                <a:latin typeface="League Spartan"/>
                <a:ea typeface="League Spartan"/>
                <a:cs typeface="League Spartan"/>
                <a:sym typeface="League Spartan"/>
              </a:defRPr>
            </a:lvl4pPr>
            <a:lvl5pPr lvl="4" rtl="0">
              <a:spcBef>
                <a:spcPts val="0"/>
              </a:spcBef>
              <a:spcAft>
                <a:spcPts val="0"/>
              </a:spcAft>
              <a:buSzPts val="1400"/>
              <a:buFont typeface="League Spartan"/>
              <a:buNone/>
              <a:defRPr>
                <a:latin typeface="League Spartan"/>
                <a:ea typeface="League Spartan"/>
                <a:cs typeface="League Spartan"/>
                <a:sym typeface="League Spartan"/>
              </a:defRPr>
            </a:lvl5pPr>
            <a:lvl6pPr lvl="5" rtl="0">
              <a:spcBef>
                <a:spcPts val="0"/>
              </a:spcBef>
              <a:spcAft>
                <a:spcPts val="0"/>
              </a:spcAft>
              <a:buSzPts val="1400"/>
              <a:buFont typeface="League Spartan"/>
              <a:buNone/>
              <a:defRPr>
                <a:latin typeface="League Spartan"/>
                <a:ea typeface="League Spartan"/>
                <a:cs typeface="League Spartan"/>
                <a:sym typeface="League Spartan"/>
              </a:defRPr>
            </a:lvl6pPr>
            <a:lvl7pPr lvl="6" rtl="0">
              <a:spcBef>
                <a:spcPts val="0"/>
              </a:spcBef>
              <a:spcAft>
                <a:spcPts val="0"/>
              </a:spcAft>
              <a:buSzPts val="1400"/>
              <a:buFont typeface="League Spartan"/>
              <a:buNone/>
              <a:defRPr>
                <a:latin typeface="League Spartan"/>
                <a:ea typeface="League Spartan"/>
                <a:cs typeface="League Spartan"/>
                <a:sym typeface="League Spartan"/>
              </a:defRPr>
            </a:lvl7pPr>
            <a:lvl8pPr lvl="7" rtl="0">
              <a:spcBef>
                <a:spcPts val="0"/>
              </a:spcBef>
              <a:spcAft>
                <a:spcPts val="0"/>
              </a:spcAft>
              <a:buSzPts val="1400"/>
              <a:buFont typeface="League Spartan"/>
              <a:buNone/>
              <a:defRPr>
                <a:latin typeface="League Spartan"/>
                <a:ea typeface="League Spartan"/>
                <a:cs typeface="League Spartan"/>
                <a:sym typeface="League Spartan"/>
              </a:defRPr>
            </a:lvl8pPr>
            <a:lvl9pPr lvl="8" rtl="0">
              <a:spcBef>
                <a:spcPts val="0"/>
              </a:spcBef>
              <a:spcAft>
                <a:spcPts val="0"/>
              </a:spcAft>
              <a:buSzPts val="1400"/>
              <a:buFont typeface="League Spartan"/>
              <a:buNone/>
              <a:defRPr>
                <a:latin typeface="League Spartan"/>
                <a:ea typeface="League Spartan"/>
                <a:cs typeface="League Spartan"/>
                <a:sym typeface="League Spartan"/>
              </a:defRPr>
            </a:lvl9pPr>
          </a:lstStyle>
          <a:p>
            <a:endParaRPr/>
          </a:p>
        </p:txBody>
      </p:sp>
      <p:sp>
        <p:nvSpPr>
          <p:cNvPr id="130" name="Google Shape;130;p9"/>
          <p:cNvSpPr txBox="1">
            <a:spLocks noGrp="1"/>
          </p:cNvSpPr>
          <p:nvPr>
            <p:ph type="title" idx="13"/>
          </p:nvPr>
        </p:nvSpPr>
        <p:spPr>
          <a:xfrm>
            <a:off x="14748900" y="2721425"/>
            <a:ext cx="1755600" cy="350700"/>
          </a:xfrm>
          <a:prstGeom prst="rect">
            <a:avLst/>
          </a:prstGeom>
        </p:spPr>
        <p:txBody>
          <a:bodyPr spcFirstLastPara="1" wrap="square" lIns="91425" tIns="45700" rIns="91425" bIns="45700" anchor="ctr" anchorCtr="0">
            <a:noAutofit/>
          </a:bodyPr>
          <a:lstStyle>
            <a:lvl1pPr lvl="0" rtl="0">
              <a:spcBef>
                <a:spcPts val="0"/>
              </a:spcBef>
              <a:spcAft>
                <a:spcPts val="0"/>
              </a:spcAft>
              <a:buClr>
                <a:schemeClr val="lt1"/>
              </a:buClr>
              <a:buSzPts val="2250"/>
              <a:buFont typeface="League Spartan"/>
              <a:buNone/>
              <a:defRPr sz="2250">
                <a:solidFill>
                  <a:schemeClr val="lt1"/>
                </a:solidFill>
                <a:latin typeface="League Spartan"/>
                <a:ea typeface="League Spartan"/>
                <a:cs typeface="League Spartan"/>
                <a:sym typeface="League Spartan"/>
              </a:defRPr>
            </a:lvl1pPr>
            <a:lvl2pPr lvl="1" rtl="0">
              <a:spcBef>
                <a:spcPts val="0"/>
              </a:spcBef>
              <a:spcAft>
                <a:spcPts val="0"/>
              </a:spcAft>
              <a:buSzPts val="1400"/>
              <a:buFont typeface="League Spartan"/>
              <a:buNone/>
              <a:defRPr>
                <a:latin typeface="League Spartan"/>
                <a:ea typeface="League Spartan"/>
                <a:cs typeface="League Spartan"/>
                <a:sym typeface="League Spartan"/>
              </a:defRPr>
            </a:lvl2pPr>
            <a:lvl3pPr lvl="2" rtl="0">
              <a:spcBef>
                <a:spcPts val="0"/>
              </a:spcBef>
              <a:spcAft>
                <a:spcPts val="0"/>
              </a:spcAft>
              <a:buSzPts val="1400"/>
              <a:buFont typeface="League Spartan"/>
              <a:buNone/>
              <a:defRPr>
                <a:latin typeface="League Spartan"/>
                <a:ea typeface="League Spartan"/>
                <a:cs typeface="League Spartan"/>
                <a:sym typeface="League Spartan"/>
              </a:defRPr>
            </a:lvl3pPr>
            <a:lvl4pPr lvl="3" rtl="0">
              <a:spcBef>
                <a:spcPts val="0"/>
              </a:spcBef>
              <a:spcAft>
                <a:spcPts val="0"/>
              </a:spcAft>
              <a:buSzPts val="1400"/>
              <a:buFont typeface="League Spartan"/>
              <a:buNone/>
              <a:defRPr>
                <a:latin typeface="League Spartan"/>
                <a:ea typeface="League Spartan"/>
                <a:cs typeface="League Spartan"/>
                <a:sym typeface="League Spartan"/>
              </a:defRPr>
            </a:lvl4pPr>
            <a:lvl5pPr lvl="4" rtl="0">
              <a:spcBef>
                <a:spcPts val="0"/>
              </a:spcBef>
              <a:spcAft>
                <a:spcPts val="0"/>
              </a:spcAft>
              <a:buSzPts val="1400"/>
              <a:buFont typeface="League Spartan"/>
              <a:buNone/>
              <a:defRPr>
                <a:latin typeface="League Spartan"/>
                <a:ea typeface="League Spartan"/>
                <a:cs typeface="League Spartan"/>
                <a:sym typeface="League Spartan"/>
              </a:defRPr>
            </a:lvl5pPr>
            <a:lvl6pPr lvl="5" rtl="0">
              <a:spcBef>
                <a:spcPts val="0"/>
              </a:spcBef>
              <a:spcAft>
                <a:spcPts val="0"/>
              </a:spcAft>
              <a:buSzPts val="1400"/>
              <a:buFont typeface="League Spartan"/>
              <a:buNone/>
              <a:defRPr>
                <a:latin typeface="League Spartan"/>
                <a:ea typeface="League Spartan"/>
                <a:cs typeface="League Spartan"/>
                <a:sym typeface="League Spartan"/>
              </a:defRPr>
            </a:lvl6pPr>
            <a:lvl7pPr lvl="6" rtl="0">
              <a:spcBef>
                <a:spcPts val="0"/>
              </a:spcBef>
              <a:spcAft>
                <a:spcPts val="0"/>
              </a:spcAft>
              <a:buSzPts val="1400"/>
              <a:buFont typeface="League Spartan"/>
              <a:buNone/>
              <a:defRPr>
                <a:latin typeface="League Spartan"/>
                <a:ea typeface="League Spartan"/>
                <a:cs typeface="League Spartan"/>
                <a:sym typeface="League Spartan"/>
              </a:defRPr>
            </a:lvl7pPr>
            <a:lvl8pPr lvl="7" rtl="0">
              <a:spcBef>
                <a:spcPts val="0"/>
              </a:spcBef>
              <a:spcAft>
                <a:spcPts val="0"/>
              </a:spcAft>
              <a:buSzPts val="1400"/>
              <a:buFont typeface="League Spartan"/>
              <a:buNone/>
              <a:defRPr>
                <a:latin typeface="League Spartan"/>
                <a:ea typeface="League Spartan"/>
                <a:cs typeface="League Spartan"/>
                <a:sym typeface="League Spartan"/>
              </a:defRPr>
            </a:lvl8pPr>
            <a:lvl9pPr lvl="8" rtl="0">
              <a:spcBef>
                <a:spcPts val="0"/>
              </a:spcBef>
              <a:spcAft>
                <a:spcPts val="0"/>
              </a:spcAft>
              <a:buSzPts val="1400"/>
              <a:buFont typeface="League Spartan"/>
              <a:buNone/>
              <a:defRPr>
                <a:latin typeface="League Spartan"/>
                <a:ea typeface="League Spartan"/>
                <a:cs typeface="League Spartan"/>
                <a:sym typeface="League Spartan"/>
              </a:defRPr>
            </a:lvl9pPr>
          </a:lstStyle>
          <a:p>
            <a:endParaRPr/>
          </a:p>
        </p:txBody>
      </p:sp>
      <p:sp>
        <p:nvSpPr>
          <p:cNvPr id="131" name="Google Shape;131;p9"/>
          <p:cNvSpPr txBox="1">
            <a:spLocks noGrp="1"/>
          </p:cNvSpPr>
          <p:nvPr>
            <p:ph type="title" idx="14"/>
          </p:nvPr>
        </p:nvSpPr>
        <p:spPr>
          <a:xfrm>
            <a:off x="14748900" y="4627263"/>
            <a:ext cx="1755600" cy="350700"/>
          </a:xfrm>
          <a:prstGeom prst="rect">
            <a:avLst/>
          </a:prstGeom>
        </p:spPr>
        <p:txBody>
          <a:bodyPr spcFirstLastPara="1" wrap="square" lIns="91425" tIns="45700" rIns="91425" bIns="45700" anchor="ctr" anchorCtr="0">
            <a:noAutofit/>
          </a:bodyPr>
          <a:lstStyle>
            <a:lvl1pPr lvl="0" rtl="0">
              <a:spcBef>
                <a:spcPts val="0"/>
              </a:spcBef>
              <a:spcAft>
                <a:spcPts val="0"/>
              </a:spcAft>
              <a:buClr>
                <a:schemeClr val="lt1"/>
              </a:buClr>
              <a:buSzPts val="2250"/>
              <a:buFont typeface="League Spartan"/>
              <a:buNone/>
              <a:defRPr sz="2250">
                <a:solidFill>
                  <a:schemeClr val="lt1"/>
                </a:solidFill>
                <a:latin typeface="League Spartan"/>
                <a:ea typeface="League Spartan"/>
                <a:cs typeface="League Spartan"/>
                <a:sym typeface="League Spartan"/>
              </a:defRPr>
            </a:lvl1pPr>
            <a:lvl2pPr lvl="1" rtl="0">
              <a:spcBef>
                <a:spcPts val="0"/>
              </a:spcBef>
              <a:spcAft>
                <a:spcPts val="0"/>
              </a:spcAft>
              <a:buSzPts val="1400"/>
              <a:buFont typeface="League Spartan"/>
              <a:buNone/>
              <a:defRPr>
                <a:latin typeface="League Spartan"/>
                <a:ea typeface="League Spartan"/>
                <a:cs typeface="League Spartan"/>
                <a:sym typeface="League Spartan"/>
              </a:defRPr>
            </a:lvl2pPr>
            <a:lvl3pPr lvl="2" rtl="0">
              <a:spcBef>
                <a:spcPts val="0"/>
              </a:spcBef>
              <a:spcAft>
                <a:spcPts val="0"/>
              </a:spcAft>
              <a:buSzPts val="1400"/>
              <a:buFont typeface="League Spartan"/>
              <a:buNone/>
              <a:defRPr>
                <a:latin typeface="League Spartan"/>
                <a:ea typeface="League Spartan"/>
                <a:cs typeface="League Spartan"/>
                <a:sym typeface="League Spartan"/>
              </a:defRPr>
            </a:lvl3pPr>
            <a:lvl4pPr lvl="3" rtl="0">
              <a:spcBef>
                <a:spcPts val="0"/>
              </a:spcBef>
              <a:spcAft>
                <a:spcPts val="0"/>
              </a:spcAft>
              <a:buSzPts val="1400"/>
              <a:buFont typeface="League Spartan"/>
              <a:buNone/>
              <a:defRPr>
                <a:latin typeface="League Spartan"/>
                <a:ea typeface="League Spartan"/>
                <a:cs typeface="League Spartan"/>
                <a:sym typeface="League Spartan"/>
              </a:defRPr>
            </a:lvl4pPr>
            <a:lvl5pPr lvl="4" rtl="0">
              <a:spcBef>
                <a:spcPts val="0"/>
              </a:spcBef>
              <a:spcAft>
                <a:spcPts val="0"/>
              </a:spcAft>
              <a:buSzPts val="1400"/>
              <a:buFont typeface="League Spartan"/>
              <a:buNone/>
              <a:defRPr>
                <a:latin typeface="League Spartan"/>
                <a:ea typeface="League Spartan"/>
                <a:cs typeface="League Spartan"/>
                <a:sym typeface="League Spartan"/>
              </a:defRPr>
            </a:lvl5pPr>
            <a:lvl6pPr lvl="5" rtl="0">
              <a:spcBef>
                <a:spcPts val="0"/>
              </a:spcBef>
              <a:spcAft>
                <a:spcPts val="0"/>
              </a:spcAft>
              <a:buSzPts val="1400"/>
              <a:buFont typeface="League Spartan"/>
              <a:buNone/>
              <a:defRPr>
                <a:latin typeface="League Spartan"/>
                <a:ea typeface="League Spartan"/>
                <a:cs typeface="League Spartan"/>
                <a:sym typeface="League Spartan"/>
              </a:defRPr>
            </a:lvl6pPr>
            <a:lvl7pPr lvl="6" rtl="0">
              <a:spcBef>
                <a:spcPts val="0"/>
              </a:spcBef>
              <a:spcAft>
                <a:spcPts val="0"/>
              </a:spcAft>
              <a:buSzPts val="1400"/>
              <a:buFont typeface="League Spartan"/>
              <a:buNone/>
              <a:defRPr>
                <a:latin typeface="League Spartan"/>
                <a:ea typeface="League Spartan"/>
                <a:cs typeface="League Spartan"/>
                <a:sym typeface="League Spartan"/>
              </a:defRPr>
            </a:lvl7pPr>
            <a:lvl8pPr lvl="7" rtl="0">
              <a:spcBef>
                <a:spcPts val="0"/>
              </a:spcBef>
              <a:spcAft>
                <a:spcPts val="0"/>
              </a:spcAft>
              <a:buSzPts val="1400"/>
              <a:buFont typeface="League Spartan"/>
              <a:buNone/>
              <a:defRPr>
                <a:latin typeface="League Spartan"/>
                <a:ea typeface="League Spartan"/>
                <a:cs typeface="League Spartan"/>
                <a:sym typeface="League Spartan"/>
              </a:defRPr>
            </a:lvl8pPr>
            <a:lvl9pPr lvl="8" rtl="0">
              <a:spcBef>
                <a:spcPts val="0"/>
              </a:spcBef>
              <a:spcAft>
                <a:spcPts val="0"/>
              </a:spcAft>
              <a:buSzPts val="1400"/>
              <a:buFont typeface="League Spartan"/>
              <a:buNone/>
              <a:defRPr>
                <a:latin typeface="League Spartan"/>
                <a:ea typeface="League Spartan"/>
                <a:cs typeface="League Spartan"/>
                <a:sym typeface="League Spartan"/>
              </a:defRPr>
            </a:lvl9pPr>
          </a:lstStyle>
          <a:p>
            <a:endParaRPr/>
          </a:p>
        </p:txBody>
      </p:sp>
      <p:sp>
        <p:nvSpPr>
          <p:cNvPr id="132" name="Google Shape;132;p9"/>
          <p:cNvSpPr txBox="1">
            <a:spLocks noGrp="1"/>
          </p:cNvSpPr>
          <p:nvPr>
            <p:ph type="title" idx="15"/>
          </p:nvPr>
        </p:nvSpPr>
        <p:spPr>
          <a:xfrm>
            <a:off x="14748900" y="6433575"/>
            <a:ext cx="1755600" cy="350700"/>
          </a:xfrm>
          <a:prstGeom prst="rect">
            <a:avLst/>
          </a:prstGeom>
        </p:spPr>
        <p:txBody>
          <a:bodyPr spcFirstLastPara="1" wrap="square" lIns="91425" tIns="45700" rIns="91425" bIns="45700" anchor="ctr" anchorCtr="0">
            <a:noAutofit/>
          </a:bodyPr>
          <a:lstStyle>
            <a:lvl1pPr lvl="0" rtl="0">
              <a:spcBef>
                <a:spcPts val="0"/>
              </a:spcBef>
              <a:spcAft>
                <a:spcPts val="0"/>
              </a:spcAft>
              <a:buClr>
                <a:schemeClr val="lt1"/>
              </a:buClr>
              <a:buSzPts val="2250"/>
              <a:buFont typeface="League Spartan"/>
              <a:buNone/>
              <a:defRPr sz="2250">
                <a:solidFill>
                  <a:schemeClr val="lt1"/>
                </a:solidFill>
                <a:latin typeface="League Spartan"/>
                <a:ea typeface="League Spartan"/>
                <a:cs typeface="League Spartan"/>
                <a:sym typeface="League Spartan"/>
              </a:defRPr>
            </a:lvl1pPr>
            <a:lvl2pPr lvl="1" rtl="0">
              <a:spcBef>
                <a:spcPts val="0"/>
              </a:spcBef>
              <a:spcAft>
                <a:spcPts val="0"/>
              </a:spcAft>
              <a:buSzPts val="1400"/>
              <a:buFont typeface="League Spartan"/>
              <a:buNone/>
              <a:defRPr>
                <a:latin typeface="League Spartan"/>
                <a:ea typeface="League Spartan"/>
                <a:cs typeface="League Spartan"/>
                <a:sym typeface="League Spartan"/>
              </a:defRPr>
            </a:lvl2pPr>
            <a:lvl3pPr lvl="2" rtl="0">
              <a:spcBef>
                <a:spcPts val="0"/>
              </a:spcBef>
              <a:spcAft>
                <a:spcPts val="0"/>
              </a:spcAft>
              <a:buSzPts val="1400"/>
              <a:buFont typeface="League Spartan"/>
              <a:buNone/>
              <a:defRPr>
                <a:latin typeface="League Spartan"/>
                <a:ea typeface="League Spartan"/>
                <a:cs typeface="League Spartan"/>
                <a:sym typeface="League Spartan"/>
              </a:defRPr>
            </a:lvl3pPr>
            <a:lvl4pPr lvl="3" rtl="0">
              <a:spcBef>
                <a:spcPts val="0"/>
              </a:spcBef>
              <a:spcAft>
                <a:spcPts val="0"/>
              </a:spcAft>
              <a:buSzPts val="1400"/>
              <a:buFont typeface="League Spartan"/>
              <a:buNone/>
              <a:defRPr>
                <a:latin typeface="League Spartan"/>
                <a:ea typeface="League Spartan"/>
                <a:cs typeface="League Spartan"/>
                <a:sym typeface="League Spartan"/>
              </a:defRPr>
            </a:lvl4pPr>
            <a:lvl5pPr lvl="4" rtl="0">
              <a:spcBef>
                <a:spcPts val="0"/>
              </a:spcBef>
              <a:spcAft>
                <a:spcPts val="0"/>
              </a:spcAft>
              <a:buSzPts val="1400"/>
              <a:buFont typeface="League Spartan"/>
              <a:buNone/>
              <a:defRPr>
                <a:latin typeface="League Spartan"/>
                <a:ea typeface="League Spartan"/>
                <a:cs typeface="League Spartan"/>
                <a:sym typeface="League Spartan"/>
              </a:defRPr>
            </a:lvl5pPr>
            <a:lvl6pPr lvl="5" rtl="0">
              <a:spcBef>
                <a:spcPts val="0"/>
              </a:spcBef>
              <a:spcAft>
                <a:spcPts val="0"/>
              </a:spcAft>
              <a:buSzPts val="1400"/>
              <a:buFont typeface="League Spartan"/>
              <a:buNone/>
              <a:defRPr>
                <a:latin typeface="League Spartan"/>
                <a:ea typeface="League Spartan"/>
                <a:cs typeface="League Spartan"/>
                <a:sym typeface="League Spartan"/>
              </a:defRPr>
            </a:lvl6pPr>
            <a:lvl7pPr lvl="6" rtl="0">
              <a:spcBef>
                <a:spcPts val="0"/>
              </a:spcBef>
              <a:spcAft>
                <a:spcPts val="0"/>
              </a:spcAft>
              <a:buSzPts val="1400"/>
              <a:buFont typeface="League Spartan"/>
              <a:buNone/>
              <a:defRPr>
                <a:latin typeface="League Spartan"/>
                <a:ea typeface="League Spartan"/>
                <a:cs typeface="League Spartan"/>
                <a:sym typeface="League Spartan"/>
              </a:defRPr>
            </a:lvl7pPr>
            <a:lvl8pPr lvl="7" rtl="0">
              <a:spcBef>
                <a:spcPts val="0"/>
              </a:spcBef>
              <a:spcAft>
                <a:spcPts val="0"/>
              </a:spcAft>
              <a:buSzPts val="1400"/>
              <a:buFont typeface="League Spartan"/>
              <a:buNone/>
              <a:defRPr>
                <a:latin typeface="League Spartan"/>
                <a:ea typeface="League Spartan"/>
                <a:cs typeface="League Spartan"/>
                <a:sym typeface="League Spartan"/>
              </a:defRPr>
            </a:lvl8pPr>
            <a:lvl9pPr lvl="8" rtl="0">
              <a:spcBef>
                <a:spcPts val="0"/>
              </a:spcBef>
              <a:spcAft>
                <a:spcPts val="0"/>
              </a:spcAft>
              <a:buSzPts val="1400"/>
              <a:buFont typeface="League Spartan"/>
              <a:buNone/>
              <a:defRPr>
                <a:latin typeface="League Spartan"/>
                <a:ea typeface="League Spartan"/>
                <a:cs typeface="League Spartan"/>
                <a:sym typeface="League Spartan"/>
              </a:defRPr>
            </a:lvl9pPr>
          </a:lstStyle>
          <a:p>
            <a:endParaRPr/>
          </a:p>
        </p:txBody>
      </p:sp>
      <p:sp>
        <p:nvSpPr>
          <p:cNvPr id="133" name="Google Shape;133;p9"/>
          <p:cNvSpPr txBox="1">
            <a:spLocks noGrp="1"/>
          </p:cNvSpPr>
          <p:nvPr>
            <p:ph type="title" idx="16"/>
          </p:nvPr>
        </p:nvSpPr>
        <p:spPr>
          <a:xfrm>
            <a:off x="14748900" y="8348025"/>
            <a:ext cx="1755600" cy="350700"/>
          </a:xfrm>
          <a:prstGeom prst="rect">
            <a:avLst/>
          </a:prstGeom>
        </p:spPr>
        <p:txBody>
          <a:bodyPr spcFirstLastPara="1" wrap="square" lIns="91425" tIns="45700" rIns="91425" bIns="45700" anchor="ctr" anchorCtr="0">
            <a:noAutofit/>
          </a:bodyPr>
          <a:lstStyle>
            <a:lvl1pPr lvl="0" rtl="0">
              <a:spcBef>
                <a:spcPts val="0"/>
              </a:spcBef>
              <a:spcAft>
                <a:spcPts val="0"/>
              </a:spcAft>
              <a:buClr>
                <a:schemeClr val="lt1"/>
              </a:buClr>
              <a:buSzPts val="2250"/>
              <a:buFont typeface="League Spartan"/>
              <a:buNone/>
              <a:defRPr sz="2250">
                <a:solidFill>
                  <a:schemeClr val="lt1"/>
                </a:solidFill>
                <a:latin typeface="League Spartan"/>
                <a:ea typeface="League Spartan"/>
                <a:cs typeface="League Spartan"/>
                <a:sym typeface="League Spartan"/>
              </a:defRPr>
            </a:lvl1pPr>
            <a:lvl2pPr lvl="1" rtl="0">
              <a:spcBef>
                <a:spcPts val="0"/>
              </a:spcBef>
              <a:spcAft>
                <a:spcPts val="0"/>
              </a:spcAft>
              <a:buSzPts val="1400"/>
              <a:buFont typeface="League Spartan"/>
              <a:buNone/>
              <a:defRPr>
                <a:latin typeface="League Spartan"/>
                <a:ea typeface="League Spartan"/>
                <a:cs typeface="League Spartan"/>
                <a:sym typeface="League Spartan"/>
              </a:defRPr>
            </a:lvl2pPr>
            <a:lvl3pPr lvl="2" rtl="0">
              <a:spcBef>
                <a:spcPts val="0"/>
              </a:spcBef>
              <a:spcAft>
                <a:spcPts val="0"/>
              </a:spcAft>
              <a:buSzPts val="1400"/>
              <a:buFont typeface="League Spartan"/>
              <a:buNone/>
              <a:defRPr>
                <a:latin typeface="League Spartan"/>
                <a:ea typeface="League Spartan"/>
                <a:cs typeface="League Spartan"/>
                <a:sym typeface="League Spartan"/>
              </a:defRPr>
            </a:lvl3pPr>
            <a:lvl4pPr lvl="3" rtl="0">
              <a:spcBef>
                <a:spcPts val="0"/>
              </a:spcBef>
              <a:spcAft>
                <a:spcPts val="0"/>
              </a:spcAft>
              <a:buSzPts val="1400"/>
              <a:buFont typeface="League Spartan"/>
              <a:buNone/>
              <a:defRPr>
                <a:latin typeface="League Spartan"/>
                <a:ea typeface="League Spartan"/>
                <a:cs typeface="League Spartan"/>
                <a:sym typeface="League Spartan"/>
              </a:defRPr>
            </a:lvl4pPr>
            <a:lvl5pPr lvl="4" rtl="0">
              <a:spcBef>
                <a:spcPts val="0"/>
              </a:spcBef>
              <a:spcAft>
                <a:spcPts val="0"/>
              </a:spcAft>
              <a:buSzPts val="1400"/>
              <a:buFont typeface="League Spartan"/>
              <a:buNone/>
              <a:defRPr>
                <a:latin typeface="League Spartan"/>
                <a:ea typeface="League Spartan"/>
                <a:cs typeface="League Spartan"/>
                <a:sym typeface="League Spartan"/>
              </a:defRPr>
            </a:lvl5pPr>
            <a:lvl6pPr lvl="5" rtl="0">
              <a:spcBef>
                <a:spcPts val="0"/>
              </a:spcBef>
              <a:spcAft>
                <a:spcPts val="0"/>
              </a:spcAft>
              <a:buSzPts val="1400"/>
              <a:buFont typeface="League Spartan"/>
              <a:buNone/>
              <a:defRPr>
                <a:latin typeface="League Spartan"/>
                <a:ea typeface="League Spartan"/>
                <a:cs typeface="League Spartan"/>
                <a:sym typeface="League Spartan"/>
              </a:defRPr>
            </a:lvl6pPr>
            <a:lvl7pPr lvl="6" rtl="0">
              <a:spcBef>
                <a:spcPts val="0"/>
              </a:spcBef>
              <a:spcAft>
                <a:spcPts val="0"/>
              </a:spcAft>
              <a:buSzPts val="1400"/>
              <a:buFont typeface="League Spartan"/>
              <a:buNone/>
              <a:defRPr>
                <a:latin typeface="League Spartan"/>
                <a:ea typeface="League Spartan"/>
                <a:cs typeface="League Spartan"/>
                <a:sym typeface="League Spartan"/>
              </a:defRPr>
            </a:lvl7pPr>
            <a:lvl8pPr lvl="7" rtl="0">
              <a:spcBef>
                <a:spcPts val="0"/>
              </a:spcBef>
              <a:spcAft>
                <a:spcPts val="0"/>
              </a:spcAft>
              <a:buSzPts val="1400"/>
              <a:buFont typeface="League Spartan"/>
              <a:buNone/>
              <a:defRPr>
                <a:latin typeface="League Spartan"/>
                <a:ea typeface="League Spartan"/>
                <a:cs typeface="League Spartan"/>
                <a:sym typeface="League Spartan"/>
              </a:defRPr>
            </a:lvl8pPr>
            <a:lvl9pPr lvl="8" rtl="0">
              <a:spcBef>
                <a:spcPts val="0"/>
              </a:spcBef>
              <a:spcAft>
                <a:spcPts val="0"/>
              </a:spcAft>
              <a:buSzPts val="1400"/>
              <a:buFont typeface="League Spartan"/>
              <a:buNone/>
              <a:defRPr>
                <a:latin typeface="League Spartan"/>
                <a:ea typeface="League Spartan"/>
                <a:cs typeface="League Spartan"/>
                <a:sym typeface="League Spartan"/>
              </a:defRPr>
            </a:lvl9pPr>
          </a:lstStyle>
          <a:p>
            <a:endParaRPr/>
          </a:p>
        </p:txBody>
      </p:sp>
      <p:sp>
        <p:nvSpPr>
          <p:cNvPr id="134" name="Google Shape;134;p9"/>
          <p:cNvSpPr>
            <a:spLocks noGrp="1"/>
          </p:cNvSpPr>
          <p:nvPr>
            <p:ph type="pic" idx="17"/>
          </p:nvPr>
        </p:nvSpPr>
        <p:spPr>
          <a:xfrm>
            <a:off x="7886475" y="2198025"/>
            <a:ext cx="1474200" cy="1469700"/>
          </a:xfrm>
          <a:prstGeom prst="rect">
            <a:avLst/>
          </a:prstGeom>
          <a:noFill/>
          <a:ln>
            <a:noFill/>
          </a:ln>
        </p:spPr>
      </p:sp>
      <p:sp>
        <p:nvSpPr>
          <p:cNvPr id="135" name="Google Shape;135;p9"/>
          <p:cNvSpPr>
            <a:spLocks noGrp="1"/>
          </p:cNvSpPr>
          <p:nvPr>
            <p:ph type="pic" idx="18"/>
          </p:nvPr>
        </p:nvSpPr>
        <p:spPr>
          <a:xfrm>
            <a:off x="7886475" y="4063363"/>
            <a:ext cx="1474200" cy="1469700"/>
          </a:xfrm>
          <a:prstGeom prst="rect">
            <a:avLst/>
          </a:prstGeom>
          <a:noFill/>
          <a:ln>
            <a:noFill/>
          </a:ln>
        </p:spPr>
      </p:sp>
      <p:sp>
        <p:nvSpPr>
          <p:cNvPr id="136" name="Google Shape;136;p9"/>
          <p:cNvSpPr>
            <a:spLocks noGrp="1"/>
          </p:cNvSpPr>
          <p:nvPr>
            <p:ph type="pic" idx="19"/>
          </p:nvPr>
        </p:nvSpPr>
        <p:spPr>
          <a:xfrm>
            <a:off x="7886475" y="5925900"/>
            <a:ext cx="1474200" cy="1469700"/>
          </a:xfrm>
          <a:prstGeom prst="rect">
            <a:avLst/>
          </a:prstGeom>
          <a:noFill/>
          <a:ln>
            <a:noFill/>
          </a:ln>
        </p:spPr>
      </p:sp>
      <p:sp>
        <p:nvSpPr>
          <p:cNvPr id="137" name="Google Shape;137;p9"/>
          <p:cNvSpPr>
            <a:spLocks noGrp="1"/>
          </p:cNvSpPr>
          <p:nvPr>
            <p:ph type="pic" idx="20"/>
          </p:nvPr>
        </p:nvSpPr>
        <p:spPr>
          <a:xfrm>
            <a:off x="7886475" y="7788425"/>
            <a:ext cx="1474200" cy="14697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575350" y="1140963"/>
            <a:ext cx="10972800" cy="3141900"/>
          </a:xfrm>
          <a:prstGeom prst="rect">
            <a:avLst/>
          </a:prstGeom>
          <a:noFill/>
          <a:ln>
            <a:noFill/>
          </a:ln>
        </p:spPr>
        <p:txBody>
          <a:bodyPr spcFirstLastPara="1" wrap="square" lIns="91425" tIns="45700" rIns="91425" bIns="45700" anchor="t" anchorCtr="0">
            <a:noAutofit/>
          </a:bodyPr>
          <a:lstStyle>
            <a:lvl1pPr marR="0" lvl="0" rtl="0">
              <a:spcBef>
                <a:spcPts val="0"/>
              </a:spcBef>
              <a:spcAft>
                <a:spcPts val="0"/>
              </a:spcAft>
              <a:buClr>
                <a:srgbClr val="23DC6D"/>
              </a:buClr>
              <a:buSzPts val="10000"/>
              <a:buFont typeface="League Spartan ExtraBold"/>
              <a:buNone/>
              <a:defRPr sz="10000" i="0" u="none" strike="noStrike" cap="none">
                <a:solidFill>
                  <a:srgbClr val="23DC6D"/>
                </a:solidFill>
                <a:latin typeface="League Spartan ExtraBold"/>
                <a:ea typeface="League Spartan ExtraBold"/>
                <a:cs typeface="League Spartan ExtraBold"/>
                <a:sym typeface="League Spartan ExtraBold"/>
              </a:defRPr>
            </a:lvl1pPr>
            <a:lvl2pPr lvl="1">
              <a:spcBef>
                <a:spcPts val="0"/>
              </a:spcBef>
              <a:spcAft>
                <a:spcPts val="0"/>
              </a:spcAft>
              <a:buClr>
                <a:srgbClr val="23DC6D"/>
              </a:buClr>
              <a:buSzPts val="1400"/>
              <a:buNone/>
              <a:defRPr sz="1800">
                <a:solidFill>
                  <a:srgbClr val="23DC6D"/>
                </a:solidFill>
              </a:defRPr>
            </a:lvl2pPr>
            <a:lvl3pPr lvl="2">
              <a:spcBef>
                <a:spcPts val="0"/>
              </a:spcBef>
              <a:spcAft>
                <a:spcPts val="0"/>
              </a:spcAft>
              <a:buClr>
                <a:srgbClr val="23DC6D"/>
              </a:buClr>
              <a:buSzPts val="1400"/>
              <a:buNone/>
              <a:defRPr sz="1800">
                <a:solidFill>
                  <a:srgbClr val="23DC6D"/>
                </a:solidFill>
              </a:defRPr>
            </a:lvl3pPr>
            <a:lvl4pPr lvl="3">
              <a:spcBef>
                <a:spcPts val="0"/>
              </a:spcBef>
              <a:spcAft>
                <a:spcPts val="0"/>
              </a:spcAft>
              <a:buClr>
                <a:srgbClr val="23DC6D"/>
              </a:buClr>
              <a:buSzPts val="1400"/>
              <a:buNone/>
              <a:defRPr sz="1800">
                <a:solidFill>
                  <a:srgbClr val="23DC6D"/>
                </a:solidFill>
              </a:defRPr>
            </a:lvl4pPr>
            <a:lvl5pPr lvl="4">
              <a:spcBef>
                <a:spcPts val="0"/>
              </a:spcBef>
              <a:spcAft>
                <a:spcPts val="0"/>
              </a:spcAft>
              <a:buClr>
                <a:srgbClr val="23DC6D"/>
              </a:buClr>
              <a:buSzPts val="1400"/>
              <a:buNone/>
              <a:defRPr sz="1800">
                <a:solidFill>
                  <a:srgbClr val="23DC6D"/>
                </a:solidFill>
              </a:defRPr>
            </a:lvl5pPr>
            <a:lvl6pPr lvl="5">
              <a:spcBef>
                <a:spcPts val="0"/>
              </a:spcBef>
              <a:spcAft>
                <a:spcPts val="0"/>
              </a:spcAft>
              <a:buClr>
                <a:srgbClr val="23DC6D"/>
              </a:buClr>
              <a:buSzPts val="1400"/>
              <a:buNone/>
              <a:defRPr sz="1800">
                <a:solidFill>
                  <a:srgbClr val="23DC6D"/>
                </a:solidFill>
              </a:defRPr>
            </a:lvl6pPr>
            <a:lvl7pPr lvl="6">
              <a:spcBef>
                <a:spcPts val="0"/>
              </a:spcBef>
              <a:spcAft>
                <a:spcPts val="0"/>
              </a:spcAft>
              <a:buClr>
                <a:srgbClr val="23DC6D"/>
              </a:buClr>
              <a:buSzPts val="1400"/>
              <a:buNone/>
              <a:defRPr sz="1800">
                <a:solidFill>
                  <a:srgbClr val="23DC6D"/>
                </a:solidFill>
              </a:defRPr>
            </a:lvl7pPr>
            <a:lvl8pPr lvl="7">
              <a:spcBef>
                <a:spcPts val="0"/>
              </a:spcBef>
              <a:spcAft>
                <a:spcPts val="0"/>
              </a:spcAft>
              <a:buClr>
                <a:srgbClr val="23DC6D"/>
              </a:buClr>
              <a:buSzPts val="1400"/>
              <a:buNone/>
              <a:defRPr sz="1800">
                <a:solidFill>
                  <a:srgbClr val="23DC6D"/>
                </a:solidFill>
              </a:defRPr>
            </a:lvl8pPr>
            <a:lvl9pPr lvl="8">
              <a:spcBef>
                <a:spcPts val="0"/>
              </a:spcBef>
              <a:spcAft>
                <a:spcPts val="0"/>
              </a:spcAft>
              <a:buClr>
                <a:srgbClr val="23DC6D"/>
              </a:buClr>
              <a:buSzPts val="1400"/>
              <a:buNone/>
              <a:defRPr sz="1800">
                <a:solidFill>
                  <a:srgbClr val="23DC6D"/>
                </a:solidFill>
              </a:defRPr>
            </a:lvl9pPr>
          </a:lstStyle>
          <a:p>
            <a:endParaRPr/>
          </a:p>
        </p:txBody>
      </p:sp>
      <p:sp>
        <p:nvSpPr>
          <p:cNvPr id="7" name="Google Shape;7;p1"/>
          <p:cNvSpPr txBox="1">
            <a:spLocks noGrp="1"/>
          </p:cNvSpPr>
          <p:nvPr>
            <p:ph type="body" idx="1"/>
          </p:nvPr>
        </p:nvSpPr>
        <p:spPr>
          <a:xfrm>
            <a:off x="1575350" y="4619938"/>
            <a:ext cx="8229600" cy="4526100"/>
          </a:xfrm>
          <a:prstGeom prst="rect">
            <a:avLst/>
          </a:prstGeom>
          <a:noFill/>
          <a:ln>
            <a:noFill/>
          </a:ln>
        </p:spPr>
        <p:txBody>
          <a:bodyPr spcFirstLastPara="1" wrap="square" lIns="91425" tIns="45700" rIns="91425" bIns="45700" anchor="t" anchorCtr="0">
            <a:noAutofit/>
          </a:bodyPr>
          <a:lstStyle>
            <a:lvl1pPr marL="457200" marR="0" lvl="0" indent="-365125" rtl="0">
              <a:lnSpc>
                <a:spcPct val="110000"/>
              </a:lnSpc>
              <a:spcBef>
                <a:spcPts val="640"/>
              </a:spcBef>
              <a:spcAft>
                <a:spcPts val="0"/>
              </a:spcAft>
              <a:buClr>
                <a:schemeClr val="lt1"/>
              </a:buClr>
              <a:buSzPts val="2150"/>
              <a:buFont typeface="Lato"/>
              <a:buChar char="•"/>
              <a:defRPr sz="2150" i="0" u="none" strike="noStrike" cap="none">
                <a:solidFill>
                  <a:schemeClr val="lt1"/>
                </a:solidFill>
                <a:latin typeface="Lato"/>
                <a:ea typeface="Lato"/>
                <a:cs typeface="Lato"/>
                <a:sym typeface="Lato"/>
              </a:defRPr>
            </a:lvl1pPr>
            <a:lvl2pPr marL="914400" marR="0" lvl="1" indent="-365125" rtl="0">
              <a:lnSpc>
                <a:spcPct val="110000"/>
              </a:lnSpc>
              <a:spcBef>
                <a:spcPts val="640"/>
              </a:spcBef>
              <a:spcAft>
                <a:spcPts val="0"/>
              </a:spcAft>
              <a:buClr>
                <a:schemeClr val="lt1"/>
              </a:buClr>
              <a:buSzPts val="2150"/>
              <a:buFont typeface="Lato"/>
              <a:buChar char="–"/>
              <a:defRPr sz="2150" i="0" u="none" strike="noStrike" cap="none">
                <a:solidFill>
                  <a:schemeClr val="lt1"/>
                </a:solidFill>
                <a:latin typeface="Lato"/>
                <a:ea typeface="Lato"/>
                <a:cs typeface="Lato"/>
                <a:sym typeface="Lato"/>
              </a:defRPr>
            </a:lvl2pPr>
            <a:lvl3pPr marL="1371600" marR="0" lvl="2" indent="-365125" rtl="0">
              <a:lnSpc>
                <a:spcPct val="110000"/>
              </a:lnSpc>
              <a:spcBef>
                <a:spcPts val="640"/>
              </a:spcBef>
              <a:spcAft>
                <a:spcPts val="0"/>
              </a:spcAft>
              <a:buClr>
                <a:schemeClr val="lt1"/>
              </a:buClr>
              <a:buSzPts val="2150"/>
              <a:buFont typeface="Lato"/>
              <a:buChar char="•"/>
              <a:defRPr sz="2150" i="0" u="none" strike="noStrike" cap="none">
                <a:solidFill>
                  <a:schemeClr val="lt1"/>
                </a:solidFill>
                <a:latin typeface="Lato"/>
                <a:ea typeface="Lato"/>
                <a:cs typeface="Lato"/>
                <a:sym typeface="Lato"/>
              </a:defRPr>
            </a:lvl3pPr>
            <a:lvl4pPr marL="1828800" marR="0" lvl="3" indent="-365125" rtl="0">
              <a:lnSpc>
                <a:spcPct val="110000"/>
              </a:lnSpc>
              <a:spcBef>
                <a:spcPts val="640"/>
              </a:spcBef>
              <a:spcAft>
                <a:spcPts val="0"/>
              </a:spcAft>
              <a:buClr>
                <a:schemeClr val="lt1"/>
              </a:buClr>
              <a:buSzPts val="2150"/>
              <a:buFont typeface="Lato"/>
              <a:buChar char="–"/>
              <a:defRPr sz="2150" i="0" u="none" strike="noStrike" cap="none">
                <a:solidFill>
                  <a:schemeClr val="lt1"/>
                </a:solidFill>
                <a:latin typeface="Lato"/>
                <a:ea typeface="Lato"/>
                <a:cs typeface="Lato"/>
                <a:sym typeface="Lato"/>
              </a:defRPr>
            </a:lvl4pPr>
            <a:lvl5pPr marL="2286000" marR="0" lvl="4" indent="-365125" rtl="0">
              <a:lnSpc>
                <a:spcPct val="110000"/>
              </a:lnSpc>
              <a:spcBef>
                <a:spcPts val="640"/>
              </a:spcBef>
              <a:spcAft>
                <a:spcPts val="0"/>
              </a:spcAft>
              <a:buClr>
                <a:schemeClr val="lt1"/>
              </a:buClr>
              <a:buSzPts val="2150"/>
              <a:buFont typeface="Lato"/>
              <a:buChar char="»"/>
              <a:defRPr sz="2150" i="0" u="none" strike="noStrike" cap="none">
                <a:solidFill>
                  <a:schemeClr val="lt1"/>
                </a:solidFill>
                <a:latin typeface="Lato"/>
                <a:ea typeface="Lato"/>
                <a:cs typeface="Lato"/>
                <a:sym typeface="Lato"/>
              </a:defRPr>
            </a:lvl5pPr>
            <a:lvl6pPr marL="2743200" marR="0" lvl="5" indent="-365125" rtl="0">
              <a:lnSpc>
                <a:spcPct val="110000"/>
              </a:lnSpc>
              <a:spcBef>
                <a:spcPts val="640"/>
              </a:spcBef>
              <a:spcAft>
                <a:spcPts val="0"/>
              </a:spcAft>
              <a:buClr>
                <a:schemeClr val="lt1"/>
              </a:buClr>
              <a:buSzPts val="2150"/>
              <a:buFont typeface="Lato"/>
              <a:buChar char="•"/>
              <a:defRPr sz="2150" i="0" u="none" strike="noStrike" cap="none">
                <a:solidFill>
                  <a:schemeClr val="lt1"/>
                </a:solidFill>
                <a:latin typeface="Lato"/>
                <a:ea typeface="Lato"/>
                <a:cs typeface="Lato"/>
                <a:sym typeface="Lato"/>
              </a:defRPr>
            </a:lvl6pPr>
            <a:lvl7pPr marL="3200400" marR="0" lvl="6" indent="-365125" rtl="0">
              <a:lnSpc>
                <a:spcPct val="110000"/>
              </a:lnSpc>
              <a:spcBef>
                <a:spcPts val="640"/>
              </a:spcBef>
              <a:spcAft>
                <a:spcPts val="0"/>
              </a:spcAft>
              <a:buClr>
                <a:schemeClr val="lt1"/>
              </a:buClr>
              <a:buSzPts val="2150"/>
              <a:buFont typeface="Lato"/>
              <a:buChar char="•"/>
              <a:defRPr sz="2150" i="0" u="none" strike="noStrike" cap="none">
                <a:solidFill>
                  <a:schemeClr val="lt1"/>
                </a:solidFill>
                <a:latin typeface="Lato"/>
                <a:ea typeface="Lato"/>
                <a:cs typeface="Lato"/>
                <a:sym typeface="Lato"/>
              </a:defRPr>
            </a:lvl7pPr>
            <a:lvl8pPr marL="3657600" marR="0" lvl="7" indent="-365125" rtl="0">
              <a:lnSpc>
                <a:spcPct val="110000"/>
              </a:lnSpc>
              <a:spcBef>
                <a:spcPts val="640"/>
              </a:spcBef>
              <a:spcAft>
                <a:spcPts val="0"/>
              </a:spcAft>
              <a:buClr>
                <a:schemeClr val="lt1"/>
              </a:buClr>
              <a:buSzPts val="2150"/>
              <a:buFont typeface="Lato"/>
              <a:buChar char="•"/>
              <a:defRPr sz="2150" i="0" u="none" strike="noStrike" cap="none">
                <a:solidFill>
                  <a:schemeClr val="lt1"/>
                </a:solidFill>
                <a:latin typeface="Lato"/>
                <a:ea typeface="Lato"/>
                <a:cs typeface="Lato"/>
                <a:sym typeface="Lato"/>
              </a:defRPr>
            </a:lvl8pPr>
            <a:lvl9pPr marL="4114800" marR="0" lvl="8" indent="-365125" rtl="0">
              <a:lnSpc>
                <a:spcPct val="110000"/>
              </a:lnSpc>
              <a:spcBef>
                <a:spcPts val="640"/>
              </a:spcBef>
              <a:spcAft>
                <a:spcPts val="0"/>
              </a:spcAft>
              <a:buClr>
                <a:schemeClr val="lt1"/>
              </a:buClr>
              <a:buSzPts val="2150"/>
              <a:buFont typeface="Lato"/>
              <a:buChar char="•"/>
              <a:defRPr sz="2150" i="0" u="none" strike="noStrike" cap="none">
                <a:solidFill>
                  <a:schemeClr val="lt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41"/>
        <p:cNvGrpSpPr/>
        <p:nvPr/>
      </p:nvGrpSpPr>
      <p:grpSpPr>
        <a:xfrm>
          <a:off x="0" y="0"/>
          <a:ext cx="0" cy="0"/>
          <a:chOff x="0" y="0"/>
          <a:chExt cx="0" cy="0"/>
        </a:xfrm>
      </p:grpSpPr>
      <p:sp>
        <p:nvSpPr>
          <p:cNvPr id="142" name="Google Shape;142;p10"/>
          <p:cNvSpPr txBox="1"/>
          <p:nvPr/>
        </p:nvSpPr>
        <p:spPr>
          <a:xfrm>
            <a:off x="3709476" y="1416881"/>
            <a:ext cx="10949700" cy="1071960"/>
          </a:xfrm>
          <a:prstGeom prst="rect">
            <a:avLst/>
          </a:prstGeom>
          <a:noFill/>
          <a:ln>
            <a:noFill/>
          </a:ln>
        </p:spPr>
        <p:txBody>
          <a:bodyPr spcFirstLastPara="1" wrap="square" lIns="0" tIns="0" rIns="0" bIns="0" anchor="t" anchorCtr="0">
            <a:spAutoFit/>
          </a:bodyPr>
          <a:lstStyle/>
          <a:p>
            <a:pPr algn="ctr"/>
            <a:r>
              <a:rPr sz="4600" b="1">
                <a:solidFill>
                  <a:srgbClr val="23DC6D"/>
                </a:solidFill>
                <a:latin typeface="League Spartan"/>
              </a:rPr>
              <a:t>Farming in Uzbekistan lately</a:t>
            </a:r>
          </a:p>
        </p:txBody>
      </p:sp>
      <p:sp>
        <p:nvSpPr>
          <p:cNvPr id="144" name="Google Shape;144;p10"/>
          <p:cNvSpPr/>
          <p:nvPr/>
        </p:nvSpPr>
        <p:spPr>
          <a:xfrm>
            <a:off x="4485322" y="-21624"/>
            <a:ext cx="1681911" cy="1681911"/>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3">
              <a:alphaModFix/>
            </a:blip>
            <a:stretch>
              <a:fillRect/>
            </a:stretch>
          </a:blipFill>
          <a:ln>
            <a:noFill/>
          </a:ln>
        </p:spPr>
      </p:sp>
      <p:sp>
        <p:nvSpPr>
          <p:cNvPr id="145" name="Google Shape;145;p10"/>
          <p:cNvSpPr/>
          <p:nvPr/>
        </p:nvSpPr>
        <p:spPr>
          <a:xfrm>
            <a:off x="15886818" y="3325680"/>
            <a:ext cx="1681911" cy="1681911"/>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3">
              <a:alphaModFix/>
            </a:blip>
            <a:stretch>
              <a:fillRect/>
            </a:stretch>
          </a:blipFill>
          <a:ln>
            <a:noFill/>
          </a:ln>
        </p:spPr>
      </p:sp>
      <p:sp>
        <p:nvSpPr>
          <p:cNvPr id="146" name="Google Shape;146;p10"/>
          <p:cNvSpPr/>
          <p:nvPr/>
        </p:nvSpPr>
        <p:spPr>
          <a:xfrm>
            <a:off x="501971" y="-91096"/>
            <a:ext cx="1681911" cy="1681911"/>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3">
              <a:alphaModFix/>
            </a:blip>
            <a:stretch>
              <a:fillRect/>
            </a:stretch>
          </a:blipFill>
          <a:ln>
            <a:noFill/>
          </a:ln>
        </p:spPr>
        <p:txBody>
          <a:bodyPr/>
          <a:lstStyle/>
          <a:p>
            <a:endParaRPr lang="ru-RU" dirty="0"/>
          </a:p>
        </p:txBody>
      </p:sp>
      <p:sp>
        <p:nvSpPr>
          <p:cNvPr id="147" name="Google Shape;147;p10"/>
          <p:cNvSpPr/>
          <p:nvPr/>
        </p:nvSpPr>
        <p:spPr>
          <a:xfrm>
            <a:off x="737170" y="3821470"/>
            <a:ext cx="1681911" cy="1681911"/>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3">
              <a:alphaModFix/>
            </a:blip>
            <a:stretch>
              <a:fillRect/>
            </a:stretch>
          </a:blipFill>
          <a:ln>
            <a:noFill/>
          </a:ln>
        </p:spPr>
      </p:sp>
      <p:sp>
        <p:nvSpPr>
          <p:cNvPr id="148" name="Google Shape;148;p10"/>
          <p:cNvSpPr/>
          <p:nvPr/>
        </p:nvSpPr>
        <p:spPr>
          <a:xfrm>
            <a:off x="4979148" y="9358111"/>
            <a:ext cx="1681911" cy="1681911"/>
          </a:xfrm>
          <a:custGeom>
            <a:avLst/>
            <a:gdLst/>
            <a:ahLst/>
            <a:cxnLst/>
            <a:rect l="l" t="t" r="r" b="b"/>
            <a:pathLst>
              <a:path w="2242548" h="2242548" extrusionOk="0">
                <a:moveTo>
                  <a:pt x="0" y="0"/>
                </a:moveTo>
                <a:lnTo>
                  <a:pt x="2242548" y="0"/>
                </a:lnTo>
                <a:lnTo>
                  <a:pt x="2242548" y="2242548"/>
                </a:lnTo>
                <a:lnTo>
                  <a:pt x="0" y="2242548"/>
                </a:lnTo>
                <a:lnTo>
                  <a:pt x="0" y="0"/>
                </a:lnTo>
                <a:close/>
              </a:path>
            </a:pathLst>
          </a:custGeom>
          <a:blipFill rotWithShape="1">
            <a:blip r:embed="rId3">
              <a:alphaModFix/>
            </a:blip>
            <a:stretch>
              <a:fillRect/>
            </a:stretch>
          </a:blipFill>
          <a:ln>
            <a:noFill/>
          </a:ln>
        </p:spPr>
      </p:sp>
      <p:sp>
        <p:nvSpPr>
          <p:cNvPr id="149" name="Google Shape;149;p10"/>
          <p:cNvSpPr/>
          <p:nvPr/>
        </p:nvSpPr>
        <p:spPr>
          <a:xfrm>
            <a:off x="16193805" y="7439162"/>
            <a:ext cx="6633646" cy="4535002"/>
          </a:xfrm>
          <a:custGeom>
            <a:avLst/>
            <a:gdLst/>
            <a:ahLst/>
            <a:cxnLst/>
            <a:rect l="l" t="t" r="r" b="b"/>
            <a:pathLst>
              <a:path w="6633646" h="4535002" extrusionOk="0">
                <a:moveTo>
                  <a:pt x="0" y="0"/>
                </a:moveTo>
                <a:lnTo>
                  <a:pt x="6633646" y="0"/>
                </a:lnTo>
                <a:lnTo>
                  <a:pt x="6633646" y="4535002"/>
                </a:lnTo>
                <a:lnTo>
                  <a:pt x="0" y="4535002"/>
                </a:lnTo>
                <a:lnTo>
                  <a:pt x="0" y="0"/>
                </a:lnTo>
                <a:close/>
              </a:path>
            </a:pathLst>
          </a:custGeom>
          <a:blipFill rotWithShape="1">
            <a:blip r:embed="rId4">
              <a:alphaModFix/>
            </a:blip>
            <a:stretch>
              <a:fillRect/>
            </a:stretch>
          </a:blipFill>
          <a:ln>
            <a:noFill/>
          </a:ln>
        </p:spPr>
      </p:sp>
      <p:sp>
        <p:nvSpPr>
          <p:cNvPr id="150" name="Google Shape;150;p10"/>
          <p:cNvSpPr txBox="1"/>
          <p:nvPr/>
        </p:nvSpPr>
        <p:spPr>
          <a:xfrm>
            <a:off x="3809807" y="6937977"/>
            <a:ext cx="11582700" cy="603242"/>
          </a:xfrm>
          <a:prstGeom prst="rect">
            <a:avLst/>
          </a:prstGeom>
          <a:noFill/>
          <a:ln>
            <a:noFill/>
          </a:ln>
        </p:spPr>
        <p:txBody>
          <a:bodyPr spcFirstLastPara="1" wrap="square" lIns="0" tIns="0" rIns="0" bIns="0" anchor="t" anchorCtr="0">
            <a:spAutoFit/>
          </a:bodyPr>
          <a:lstStyle/>
          <a:p>
            <a:pPr algn="r"/>
            <a:r>
              <a:rPr sz="3200" b="1">
                <a:solidFill>
                  <a:srgbClr val="FFFFFF"/>
                </a:solidFill>
                <a:latin typeface="League Spartan"/>
              </a:rPr>
              <a:t>Azamjon Roziboyev</a:t>
            </a:r>
          </a:p>
        </p:txBody>
      </p:sp>
      <p:sp>
        <p:nvSpPr>
          <p:cNvPr id="151" name="Google Shape;151;p10"/>
          <p:cNvSpPr/>
          <p:nvPr/>
        </p:nvSpPr>
        <p:spPr>
          <a:xfrm>
            <a:off x="-4539537" y="6004963"/>
            <a:ext cx="8575663" cy="8564074"/>
          </a:xfrm>
          <a:custGeom>
            <a:avLst/>
            <a:gdLst/>
            <a:ahLst/>
            <a:cxnLst/>
            <a:rect l="l" t="t" r="r" b="b"/>
            <a:pathLst>
              <a:path w="8575663" h="8564074" extrusionOk="0">
                <a:moveTo>
                  <a:pt x="0" y="0"/>
                </a:moveTo>
                <a:lnTo>
                  <a:pt x="8575663" y="0"/>
                </a:lnTo>
                <a:lnTo>
                  <a:pt x="8575663" y="8564074"/>
                </a:lnTo>
                <a:lnTo>
                  <a:pt x="0" y="8564074"/>
                </a:lnTo>
                <a:lnTo>
                  <a:pt x="0" y="0"/>
                </a:lnTo>
                <a:close/>
              </a:path>
            </a:pathLst>
          </a:custGeom>
          <a:blipFill rotWithShape="1">
            <a:blip r:embed="rId5">
              <a:alphaModFix/>
            </a:blip>
            <a:stretch>
              <a:fillRect/>
            </a:stretch>
          </a:blipFill>
          <a:ln>
            <a:noFill/>
          </a:ln>
        </p:spPr>
      </p:sp>
      <p:sp>
        <p:nvSpPr>
          <p:cNvPr id="152" name="Google Shape;152;p10"/>
          <p:cNvSpPr/>
          <p:nvPr/>
        </p:nvSpPr>
        <p:spPr>
          <a:xfrm rot="-5400000">
            <a:off x="15068390" y="-3113539"/>
            <a:ext cx="6439219" cy="6439219"/>
          </a:xfrm>
          <a:custGeom>
            <a:avLst/>
            <a:gdLst/>
            <a:ahLst/>
            <a:cxnLst/>
            <a:rect l="l" t="t" r="r" b="b"/>
            <a:pathLst>
              <a:path w="6439219" h="6439219" extrusionOk="0">
                <a:moveTo>
                  <a:pt x="0" y="0"/>
                </a:moveTo>
                <a:lnTo>
                  <a:pt x="6439218" y="0"/>
                </a:lnTo>
                <a:lnTo>
                  <a:pt x="6439218" y="6439219"/>
                </a:lnTo>
                <a:lnTo>
                  <a:pt x="0" y="6439219"/>
                </a:lnTo>
                <a:lnTo>
                  <a:pt x="0" y="0"/>
                </a:lnTo>
                <a:close/>
              </a:path>
            </a:pathLst>
          </a:custGeom>
          <a:blipFill rotWithShape="1">
            <a:blip r:embed="rId6">
              <a:alphaModFix/>
            </a:blip>
            <a:stretch>
              <a:fillRect/>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57"/>
        <p:cNvGrpSpPr/>
        <p:nvPr/>
      </p:nvGrpSpPr>
      <p:grpSpPr>
        <a:xfrm>
          <a:off x="0" y="0"/>
          <a:ext cx="0" cy="0"/>
          <a:chOff x="0" y="0"/>
          <a:chExt cx="0" cy="0"/>
        </a:xfrm>
      </p:grpSpPr>
      <p:grpSp>
        <p:nvGrpSpPr>
          <p:cNvPr id="158" name="Google Shape;158;p11"/>
          <p:cNvGrpSpPr/>
          <p:nvPr/>
        </p:nvGrpSpPr>
        <p:grpSpPr>
          <a:xfrm rot="5400000">
            <a:off x="10217198" y="2107702"/>
            <a:ext cx="10287000" cy="6071596"/>
            <a:chOff x="0" y="-28575"/>
            <a:chExt cx="2709333" cy="1599103"/>
          </a:xfrm>
        </p:grpSpPr>
        <p:sp>
          <p:nvSpPr>
            <p:cNvPr id="159" name="Google Shape;159;p11"/>
            <p:cNvSpPr/>
            <p:nvPr/>
          </p:nvSpPr>
          <p:spPr>
            <a:xfrm>
              <a:off x="0" y="0"/>
              <a:ext cx="2709333" cy="1570528"/>
            </a:xfrm>
            <a:custGeom>
              <a:avLst/>
              <a:gdLst/>
              <a:ahLst/>
              <a:cxnLst/>
              <a:rect l="l" t="t" r="r" b="b"/>
              <a:pathLst>
                <a:path w="2709333" h="1570528" extrusionOk="0">
                  <a:moveTo>
                    <a:pt x="0" y="0"/>
                  </a:moveTo>
                  <a:lnTo>
                    <a:pt x="2709333" y="0"/>
                  </a:lnTo>
                  <a:lnTo>
                    <a:pt x="2709333" y="1570528"/>
                  </a:lnTo>
                  <a:lnTo>
                    <a:pt x="0" y="1570528"/>
                  </a:lnTo>
                  <a:close/>
                </a:path>
              </a:pathLst>
            </a:custGeom>
            <a:gradFill>
              <a:gsLst>
                <a:gs pos="0">
                  <a:srgbClr val="6AE870"/>
                </a:gs>
                <a:gs pos="100000">
                  <a:srgbClr val="000000"/>
                </a:gs>
              </a:gsLst>
              <a:lin ang="5400000" scaled="0"/>
            </a:gradFill>
            <a:ln>
              <a:noFill/>
            </a:ln>
          </p:spPr>
        </p:sp>
        <p:sp>
          <p:nvSpPr>
            <p:cNvPr id="160" name="Google Shape;160;p11"/>
            <p:cNvSpPr txBox="1"/>
            <p:nvPr/>
          </p:nvSpPr>
          <p:spPr>
            <a:xfrm>
              <a:off x="0" y="-28575"/>
              <a:ext cx="2709333" cy="1599103"/>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2" name="Google Shape;162;p11"/>
          <p:cNvSpPr/>
          <p:nvPr/>
        </p:nvSpPr>
        <p:spPr>
          <a:xfrm>
            <a:off x="8075581" y="932338"/>
            <a:ext cx="8714962" cy="8714962"/>
          </a:xfrm>
          <a:custGeom>
            <a:avLst/>
            <a:gdLst/>
            <a:ahLst/>
            <a:cxnLst/>
            <a:rect l="l" t="t" r="r" b="b"/>
            <a:pathLst>
              <a:path w="8714962" h="8714962" extrusionOk="0">
                <a:moveTo>
                  <a:pt x="0" y="0"/>
                </a:moveTo>
                <a:lnTo>
                  <a:pt x="8714963" y="0"/>
                </a:lnTo>
                <a:lnTo>
                  <a:pt x="8714963" y="8714962"/>
                </a:lnTo>
                <a:lnTo>
                  <a:pt x="0" y="8714962"/>
                </a:lnTo>
                <a:lnTo>
                  <a:pt x="0" y="0"/>
                </a:lnTo>
                <a:close/>
              </a:path>
            </a:pathLst>
          </a:custGeom>
          <a:blipFill rotWithShape="1">
            <a:blip r:embed="rId3">
              <a:alphaModFix amt="32999"/>
            </a:blip>
            <a:stretch>
              <a:fillRect/>
            </a:stretch>
          </a:blipFill>
          <a:ln>
            <a:noFill/>
          </a:ln>
        </p:spPr>
      </p:sp>
      <p:sp>
        <p:nvSpPr>
          <p:cNvPr id="164" name="Google Shape;164;p11"/>
          <p:cNvSpPr/>
          <p:nvPr/>
        </p:nvSpPr>
        <p:spPr>
          <a:xfrm>
            <a:off x="14855460" y="6634969"/>
            <a:ext cx="2532809" cy="2532809"/>
          </a:xfrm>
          <a:custGeom>
            <a:avLst/>
            <a:gdLst/>
            <a:ahLst/>
            <a:cxnLst/>
            <a:rect l="l" t="t" r="r" b="b"/>
            <a:pathLst>
              <a:path w="2532809" h="2532809" extrusionOk="0">
                <a:moveTo>
                  <a:pt x="0" y="0"/>
                </a:moveTo>
                <a:lnTo>
                  <a:pt x="2532809" y="0"/>
                </a:lnTo>
                <a:lnTo>
                  <a:pt x="2532809" y="2532809"/>
                </a:lnTo>
                <a:lnTo>
                  <a:pt x="0" y="2532809"/>
                </a:lnTo>
                <a:lnTo>
                  <a:pt x="0" y="0"/>
                </a:lnTo>
                <a:close/>
              </a:path>
            </a:pathLst>
          </a:custGeom>
          <a:blipFill rotWithShape="1">
            <a:blip r:embed="rId4">
              <a:alphaModFix/>
            </a:blip>
            <a:stretch>
              <a:fillRect/>
            </a:stretch>
          </a:blipFill>
          <a:ln>
            <a:noFill/>
          </a:ln>
        </p:spPr>
      </p:sp>
      <p:sp>
        <p:nvSpPr>
          <p:cNvPr id="165" name="Google Shape;165;p11"/>
          <p:cNvSpPr txBox="1"/>
          <p:nvPr/>
        </p:nvSpPr>
        <p:spPr>
          <a:xfrm>
            <a:off x="1497457" y="429952"/>
            <a:ext cx="7045500" cy="947952"/>
          </a:xfrm>
          <a:prstGeom prst="rect">
            <a:avLst/>
          </a:prstGeom>
          <a:noFill/>
          <a:ln>
            <a:noFill/>
          </a:ln>
        </p:spPr>
        <p:txBody>
          <a:bodyPr spcFirstLastPara="1" wrap="square" lIns="0" tIns="0" rIns="0" bIns="0" anchor="t" anchorCtr="0">
            <a:spAutoFit/>
          </a:bodyPr>
          <a:lstStyle/>
          <a:p>
            <a:pPr algn="l"/>
            <a:r>
              <a:rPr sz="4600" b="1">
                <a:solidFill>
                  <a:srgbClr val="23DC6D"/>
                </a:solidFill>
                <a:latin typeface="League Spartan"/>
              </a:rPr>
              <a:t>Reja:</a:t>
            </a:r>
          </a:p>
        </p:txBody>
      </p:sp>
      <p:sp>
        <p:nvSpPr>
          <p:cNvPr id="167" name="Google Shape;167;p11"/>
          <p:cNvSpPr txBox="1"/>
          <p:nvPr/>
        </p:nvSpPr>
        <p:spPr>
          <a:xfrm>
            <a:off x="1391478" y="2151008"/>
            <a:ext cx="9700592" cy="1329338"/>
          </a:xfrm>
          <a:prstGeom prst="rect">
            <a:avLst/>
          </a:prstGeom>
          <a:noFill/>
          <a:ln>
            <a:noFill/>
          </a:ln>
        </p:spPr>
        <p:txBody>
          <a:bodyPr spcFirstLastPara="1" wrap="square" lIns="0" tIns="0" rIns="0" bIns="0" anchor="t" anchorCtr="0">
            <a:spAutoFit/>
          </a:bodyPr>
          <a:lstStyle/>
          <a:p>
            <a:pPr algn="l"/>
            <a:r>
              <a:rPr sz="3200" b="0">
                <a:solidFill>
                  <a:srgbClr val="FFFFFF"/>
                </a:solidFill>
                <a:latin typeface="League Spartan"/>
              </a:rPr>
              <a:t>1. Zamiriy holat va tendentsiyalar</a:t>
            </a:r>
          </a:p>
        </p:txBody>
      </p:sp>
      <p:sp>
        <p:nvSpPr>
          <p:cNvPr id="12" name="Google Shape;167;p11">
            <a:extLst>
              <a:ext uri="{FF2B5EF4-FFF2-40B4-BE49-F238E27FC236}">
                <a16:creationId xmlns:a16="http://schemas.microsoft.com/office/drawing/2014/main" id="{59434832-91F8-45D7-AA37-710409754130}"/>
              </a:ext>
            </a:extLst>
          </p:cNvPr>
          <p:cNvSpPr txBox="1"/>
          <p:nvPr/>
        </p:nvSpPr>
        <p:spPr>
          <a:xfrm>
            <a:off x="1359028" y="4569816"/>
            <a:ext cx="9925879" cy="1329338"/>
          </a:xfrm>
          <a:prstGeom prst="rect">
            <a:avLst/>
          </a:prstGeom>
          <a:noFill/>
          <a:ln>
            <a:noFill/>
          </a:ln>
        </p:spPr>
        <p:txBody>
          <a:bodyPr spcFirstLastPara="1" wrap="square" lIns="0" tIns="0" rIns="0" bIns="0" anchor="t" anchorCtr="0">
            <a:spAutoFit/>
          </a:bodyPr>
          <a:lstStyle/>
          <a:p>
            <a:pPr algn="l"/>
            <a:r>
              <a:rPr sz="3200" b="0">
                <a:solidFill>
                  <a:srgbClr val="FFFFFF"/>
                </a:solidFill>
                <a:latin typeface="League Spartan"/>
              </a:rPr>
              <a:t>Oʻzbekistonda qishloq xoʻjaligining hozirgi ahvoli, yutuqlari va muammolari.</a:t>
            </a:r>
          </a:p>
        </p:txBody>
      </p:sp>
      <p:sp>
        <p:nvSpPr>
          <p:cNvPr id="13" name="Google Shape;167;p11">
            <a:extLst>
              <a:ext uri="{FF2B5EF4-FFF2-40B4-BE49-F238E27FC236}">
                <a16:creationId xmlns:a16="http://schemas.microsoft.com/office/drawing/2014/main" id="{D2D75DF8-8897-4701-B298-6F99F85E133F}"/>
              </a:ext>
            </a:extLst>
          </p:cNvPr>
          <p:cNvSpPr txBox="1"/>
          <p:nvPr/>
        </p:nvSpPr>
        <p:spPr>
          <a:xfrm>
            <a:off x="1359028" y="7236704"/>
            <a:ext cx="9700592" cy="1329338"/>
          </a:xfrm>
          <a:prstGeom prst="rect">
            <a:avLst/>
          </a:prstGeom>
          <a:noFill/>
          <a:ln>
            <a:noFill/>
          </a:ln>
        </p:spPr>
        <p:txBody>
          <a:bodyPr spcFirstLastPara="1" wrap="square" lIns="0" tIns="0" rIns="0" bIns="0" anchor="t" anchorCtr="0">
            <a:spAutoFit/>
          </a:bodyPr>
          <a:lstStyle/>
          <a:p>
            <a:pPr algn="l"/>
            <a:r>
              <a:rPr sz="3200" b="0">
                <a:solidFill>
                  <a:srgbClr val="FFFFFF"/>
                </a:solidFill>
                <a:latin typeface="League Spartan"/>
              </a:rPr>
              <a:t>Ekin maydonlari, hosildorlik va eksport koʻlamining tahlili.</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71"/>
        <p:cNvGrpSpPr/>
        <p:nvPr/>
      </p:nvGrpSpPr>
      <p:grpSpPr>
        <a:xfrm>
          <a:off x="0" y="0"/>
          <a:ext cx="0" cy="0"/>
          <a:chOff x="0" y="0"/>
          <a:chExt cx="0" cy="0"/>
        </a:xfrm>
      </p:grpSpPr>
      <p:grpSp>
        <p:nvGrpSpPr>
          <p:cNvPr id="172" name="Google Shape;172;p12"/>
          <p:cNvGrpSpPr/>
          <p:nvPr/>
        </p:nvGrpSpPr>
        <p:grpSpPr>
          <a:xfrm rot="10800000">
            <a:off x="0" y="5827186"/>
            <a:ext cx="18288000" cy="4657670"/>
            <a:chOff x="0" y="-28575"/>
            <a:chExt cx="4816593" cy="1226711"/>
          </a:xfrm>
        </p:grpSpPr>
        <p:sp>
          <p:nvSpPr>
            <p:cNvPr id="173" name="Google Shape;173;p12"/>
            <p:cNvSpPr/>
            <p:nvPr/>
          </p:nvSpPr>
          <p:spPr>
            <a:xfrm>
              <a:off x="0" y="0"/>
              <a:ext cx="4816592" cy="1198136"/>
            </a:xfrm>
            <a:custGeom>
              <a:avLst/>
              <a:gdLst/>
              <a:ahLst/>
              <a:cxnLst/>
              <a:rect l="l" t="t" r="r" b="b"/>
              <a:pathLst>
                <a:path w="4816592" h="1198136" extrusionOk="0">
                  <a:moveTo>
                    <a:pt x="0" y="0"/>
                  </a:moveTo>
                  <a:lnTo>
                    <a:pt x="4816592" y="0"/>
                  </a:lnTo>
                  <a:lnTo>
                    <a:pt x="4816592" y="1198136"/>
                  </a:lnTo>
                  <a:lnTo>
                    <a:pt x="0" y="1198136"/>
                  </a:lnTo>
                  <a:close/>
                </a:path>
              </a:pathLst>
            </a:custGeom>
            <a:gradFill>
              <a:gsLst>
                <a:gs pos="0">
                  <a:srgbClr val="6AE870"/>
                </a:gs>
                <a:gs pos="100000">
                  <a:srgbClr val="000000"/>
                </a:gs>
              </a:gsLst>
              <a:lin ang="5400000" scaled="0"/>
            </a:gradFill>
            <a:ln>
              <a:noFill/>
            </a:ln>
          </p:spPr>
        </p:sp>
        <p:sp>
          <p:nvSpPr>
            <p:cNvPr id="174" name="Google Shape;174;p12"/>
            <p:cNvSpPr txBox="1"/>
            <p:nvPr/>
          </p:nvSpPr>
          <p:spPr>
            <a:xfrm>
              <a:off x="0" y="-28575"/>
              <a:ext cx="4816593" cy="1226711"/>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76" name="Google Shape;176;p12"/>
          <p:cNvSpPr txBox="1"/>
          <p:nvPr/>
        </p:nvSpPr>
        <p:spPr>
          <a:xfrm>
            <a:off x="2981739" y="271865"/>
            <a:ext cx="11758244" cy="1684179"/>
          </a:xfrm>
          <a:prstGeom prst="rect">
            <a:avLst/>
          </a:prstGeom>
          <a:noFill/>
          <a:ln>
            <a:noFill/>
          </a:ln>
          <a:effectLst>
            <a:outerShdw blurRad="200025" dist="19050" dir="5400000" algn="bl" rotWithShape="0">
              <a:srgbClr val="000000">
                <a:alpha val="50000"/>
              </a:srgbClr>
            </a:outerShdw>
          </a:effectLst>
        </p:spPr>
        <p:txBody>
          <a:bodyPr spcFirstLastPara="1" wrap="square" lIns="0" tIns="0" rIns="0" bIns="0" anchor="t" anchorCtr="0">
            <a:spAutoFit/>
          </a:bodyPr>
          <a:lstStyle/>
          <a:p>
            <a:pPr algn="ctr"/>
            <a:r>
              <a:rPr sz="3200" b="0">
                <a:solidFill>
                  <a:srgbClr val="23DC6D"/>
                </a:solidFill>
                <a:latin typeface="League Spartan ExtraBold"/>
              </a:rPr>
              <a:t>1. Zamiriy holat va tendentsiyalar</a:t>
            </a:r>
          </a:p>
        </p:txBody>
      </p:sp>
      <p:sp>
        <p:nvSpPr>
          <p:cNvPr id="177" name="Google Shape;177;p12"/>
          <p:cNvSpPr txBox="1"/>
          <p:nvPr/>
        </p:nvSpPr>
        <p:spPr>
          <a:xfrm>
            <a:off x="1663111" y="2347793"/>
            <a:ext cx="14395500" cy="654923"/>
          </a:xfrm>
          <a:prstGeom prst="rect">
            <a:avLst/>
          </a:prstGeom>
          <a:noFill/>
          <a:ln>
            <a:noFill/>
          </a:ln>
        </p:spPr>
        <p:txBody>
          <a:bodyPr spcFirstLastPara="1" wrap="square" lIns="0" tIns="0" rIns="0" bIns="0" anchor="t" anchorCtr="0">
            <a:spAutoFit/>
          </a:bodyPr>
          <a:lstStyle/>
          <a:p>
            <a:pPr algn="just"/>
            <a:r>
              <a:rPr sz="2800" b="0">
                <a:solidFill>
                  <a:srgbClr val="FFFFFF"/>
                </a:solidFill>
                <a:latin typeface="League Spartan"/>
              </a:rPr>
              <a:t>Oʻzbekistonda zamonaviy dehqonchilik</a:t>
            </a:r>
          </a:p>
          <a:p>
            <a:pPr algn="just"/>
            <a:r>
              <a:rPr sz="2800" b="0">
                <a:solidFill>
                  <a:srgbClr val="FFFFFF"/>
                </a:solidFill>
                <a:latin typeface="League Spartan"/>
              </a:rPr>
              <a:t/>
            </a:r>
          </a:p>
          <a:p>
            <a:pPr algn="just"/>
            <a:r>
              <a:rPr sz="2800" b="0">
                <a:solidFill>
                  <a:srgbClr val="FFFFFF"/>
                </a:solidFill>
                <a:latin typeface="League Spartan"/>
              </a:rPr>
              <a:t>Oʻzbekistonda soʻnggi yillarda dehqonchilikda muhim oʻzgarishlar kuzatilmoqda. Texnologiyalarning joriy etilishi, suv resurslarini tejash va ekologik usullar qoʻllanilishi samaradorlikni oshirib, mahsulot sifatini yaxshilamoqda. Davlat tomonidan qoʻllabquvvatlanadigan islohotlar fermerlarning imkoniyatlarini kengaytirib, qishloq xoʻjaligini rivojlantirishga hissa qoʻshmoqda.</a:t>
            </a:r>
          </a:p>
        </p:txBody>
      </p:sp>
      <p:grpSp>
        <p:nvGrpSpPr>
          <p:cNvPr id="179" name="Google Shape;179;p12"/>
          <p:cNvGrpSpPr/>
          <p:nvPr/>
        </p:nvGrpSpPr>
        <p:grpSpPr>
          <a:xfrm rot="1283271">
            <a:off x="15153734" y="4054334"/>
            <a:ext cx="4594189" cy="4351950"/>
            <a:chOff x="0" y="0"/>
            <a:chExt cx="6125585" cy="5802600"/>
          </a:xfrm>
        </p:grpSpPr>
        <p:sp>
          <p:nvSpPr>
            <p:cNvPr id="180" name="Google Shape;180;p12"/>
            <p:cNvSpPr/>
            <p:nvPr/>
          </p:nvSpPr>
          <p:spPr>
            <a:xfrm>
              <a:off x="0" y="0"/>
              <a:ext cx="6125585" cy="5802600"/>
            </a:xfrm>
            <a:custGeom>
              <a:avLst/>
              <a:gdLst/>
              <a:ahLst/>
              <a:cxnLst/>
              <a:rect l="l" t="t" r="r" b="b"/>
              <a:pathLst>
                <a:path w="6125585" h="5802600" extrusionOk="0">
                  <a:moveTo>
                    <a:pt x="0" y="0"/>
                  </a:moveTo>
                  <a:lnTo>
                    <a:pt x="6125585" y="0"/>
                  </a:lnTo>
                  <a:lnTo>
                    <a:pt x="6125585" y="5802600"/>
                  </a:lnTo>
                  <a:lnTo>
                    <a:pt x="0" y="5802600"/>
                  </a:lnTo>
                  <a:lnTo>
                    <a:pt x="0" y="0"/>
                  </a:lnTo>
                  <a:close/>
                </a:path>
              </a:pathLst>
            </a:custGeom>
            <a:blipFill rotWithShape="1">
              <a:blip r:embed="rId3">
                <a:alphaModFix/>
              </a:blip>
              <a:stretch>
                <a:fillRect/>
              </a:stretch>
            </a:blipFill>
            <a:ln>
              <a:noFill/>
            </a:ln>
          </p:spPr>
        </p:sp>
        <p:sp>
          <p:nvSpPr>
            <p:cNvPr id="181" name="Google Shape;181;p12"/>
            <p:cNvSpPr/>
            <p:nvPr/>
          </p:nvSpPr>
          <p:spPr>
            <a:xfrm>
              <a:off x="2699530" y="2538037"/>
              <a:ext cx="726526" cy="726526"/>
            </a:xfrm>
            <a:custGeom>
              <a:avLst/>
              <a:gdLst/>
              <a:ahLst/>
              <a:cxnLst/>
              <a:rect l="l" t="t" r="r" b="b"/>
              <a:pathLst>
                <a:path w="726526" h="726526" extrusionOk="0">
                  <a:moveTo>
                    <a:pt x="0" y="0"/>
                  </a:moveTo>
                  <a:lnTo>
                    <a:pt x="726526" y="0"/>
                  </a:lnTo>
                  <a:lnTo>
                    <a:pt x="726526" y="726526"/>
                  </a:lnTo>
                  <a:lnTo>
                    <a:pt x="0" y="726526"/>
                  </a:lnTo>
                  <a:lnTo>
                    <a:pt x="0" y="0"/>
                  </a:lnTo>
                  <a:close/>
                </a:path>
              </a:pathLst>
            </a:custGeom>
            <a:blipFill rotWithShape="1">
              <a:blip r:embed="rId4">
                <a:alphaModFix/>
              </a:blip>
              <a:stretch>
                <a:fillRect/>
              </a:stretch>
            </a:blipFill>
            <a:ln>
              <a:noFill/>
            </a:ln>
          </p:spPr>
        </p:sp>
      </p:gr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Shape 185"/>
        <p:cNvGrpSpPr/>
        <p:nvPr/>
      </p:nvGrpSpPr>
      <p:grpSpPr>
        <a:xfrm>
          <a:off x="0" y="0"/>
          <a:ext cx="0" cy="0"/>
          <a:chOff x="0" y="0"/>
          <a:chExt cx="0" cy="0"/>
        </a:xfrm>
      </p:grpSpPr>
      <p:sp>
        <p:nvSpPr>
          <p:cNvPr id="190" name="Google Shape;190;p13"/>
          <p:cNvSpPr/>
          <p:nvPr/>
        </p:nvSpPr>
        <p:spPr>
          <a:xfrm>
            <a:off x="11911262" y="-2132455"/>
            <a:ext cx="16230600" cy="16230600"/>
          </a:xfrm>
          <a:custGeom>
            <a:avLst/>
            <a:gdLst/>
            <a:ahLst/>
            <a:cxnLst/>
            <a:rect l="l" t="t" r="r" b="b"/>
            <a:pathLst>
              <a:path w="16230600" h="16230600" extrusionOk="0">
                <a:moveTo>
                  <a:pt x="0" y="0"/>
                </a:moveTo>
                <a:lnTo>
                  <a:pt x="16230600" y="0"/>
                </a:lnTo>
                <a:lnTo>
                  <a:pt x="16230600" y="16230600"/>
                </a:lnTo>
                <a:lnTo>
                  <a:pt x="0" y="16230600"/>
                </a:lnTo>
                <a:lnTo>
                  <a:pt x="0" y="0"/>
                </a:lnTo>
                <a:close/>
              </a:path>
            </a:pathLst>
          </a:custGeom>
          <a:blipFill rotWithShape="1">
            <a:blip r:embed="rId3">
              <a:alphaModFix/>
            </a:blip>
            <a:stretch>
              <a:fillRect/>
            </a:stretch>
          </a:blipFill>
          <a:ln>
            <a:noFill/>
          </a:ln>
        </p:spPr>
      </p:sp>
      <p:grpSp>
        <p:nvGrpSpPr>
          <p:cNvPr id="187" name="Google Shape;187;p13"/>
          <p:cNvGrpSpPr/>
          <p:nvPr/>
        </p:nvGrpSpPr>
        <p:grpSpPr>
          <a:xfrm>
            <a:off x="-10412859" y="-3776851"/>
            <a:ext cx="11076641" cy="8305282"/>
            <a:chOff x="0" y="-28575"/>
            <a:chExt cx="2917304" cy="2187399"/>
          </a:xfrm>
        </p:grpSpPr>
        <p:sp>
          <p:nvSpPr>
            <p:cNvPr id="188" name="Google Shape;188;p13"/>
            <p:cNvSpPr/>
            <p:nvPr/>
          </p:nvSpPr>
          <p:spPr>
            <a:xfrm>
              <a:off x="0" y="0"/>
              <a:ext cx="2917304" cy="2158824"/>
            </a:xfrm>
            <a:custGeom>
              <a:avLst/>
              <a:gdLst/>
              <a:ahLst/>
              <a:cxnLst/>
              <a:rect l="l" t="t" r="r" b="b"/>
              <a:pathLst>
                <a:path w="2917304" h="2158824" extrusionOk="0">
                  <a:moveTo>
                    <a:pt x="35646" y="0"/>
                  </a:moveTo>
                  <a:lnTo>
                    <a:pt x="2881657" y="0"/>
                  </a:lnTo>
                  <a:cubicBezTo>
                    <a:pt x="2901344" y="0"/>
                    <a:pt x="2917304" y="15959"/>
                    <a:pt x="2917304" y="35646"/>
                  </a:cubicBezTo>
                  <a:lnTo>
                    <a:pt x="2917304" y="2123178"/>
                  </a:lnTo>
                  <a:cubicBezTo>
                    <a:pt x="2917304" y="2142865"/>
                    <a:pt x="2901344" y="2158824"/>
                    <a:pt x="2881657" y="2158824"/>
                  </a:cubicBezTo>
                  <a:lnTo>
                    <a:pt x="35646" y="2158824"/>
                  </a:lnTo>
                  <a:cubicBezTo>
                    <a:pt x="15959" y="2158824"/>
                    <a:pt x="0" y="2142865"/>
                    <a:pt x="0" y="2123178"/>
                  </a:cubicBezTo>
                  <a:lnTo>
                    <a:pt x="0" y="35646"/>
                  </a:lnTo>
                  <a:cubicBezTo>
                    <a:pt x="0" y="15959"/>
                    <a:pt x="15959" y="0"/>
                    <a:pt x="35646" y="0"/>
                  </a:cubicBez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3"/>
            <p:cNvSpPr txBox="1"/>
            <p:nvPr/>
          </p:nvSpPr>
          <p:spPr>
            <a:xfrm>
              <a:off x="0" y="-28575"/>
              <a:ext cx="2917303" cy="2187399"/>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1" name="Google Shape;191;p13"/>
          <p:cNvGrpSpPr/>
          <p:nvPr/>
        </p:nvGrpSpPr>
        <p:grpSpPr>
          <a:xfrm>
            <a:off x="15696613" y="895284"/>
            <a:ext cx="1296867" cy="1249708"/>
            <a:chOff x="0" y="0"/>
            <a:chExt cx="1729156" cy="1666278"/>
          </a:xfrm>
        </p:grpSpPr>
        <p:sp>
          <p:nvSpPr>
            <p:cNvPr id="192" name="Google Shape;192;p13"/>
            <p:cNvSpPr/>
            <p:nvPr/>
          </p:nvSpPr>
          <p:spPr>
            <a:xfrm>
              <a:off x="0" y="0"/>
              <a:ext cx="1729156" cy="1666278"/>
            </a:xfrm>
            <a:custGeom>
              <a:avLst/>
              <a:gdLst/>
              <a:ahLst/>
              <a:cxnLst/>
              <a:rect l="l" t="t" r="r" b="b"/>
              <a:pathLst>
                <a:path w="1729156" h="1666278" extrusionOk="0">
                  <a:moveTo>
                    <a:pt x="0" y="0"/>
                  </a:moveTo>
                  <a:lnTo>
                    <a:pt x="1729156" y="0"/>
                  </a:lnTo>
                  <a:lnTo>
                    <a:pt x="1729156" y="1666278"/>
                  </a:lnTo>
                  <a:lnTo>
                    <a:pt x="0" y="1666278"/>
                  </a:lnTo>
                  <a:lnTo>
                    <a:pt x="0" y="0"/>
                  </a:lnTo>
                  <a:close/>
                </a:path>
              </a:pathLst>
            </a:custGeom>
            <a:blipFill rotWithShape="1">
              <a:blip r:embed="rId4">
                <a:alphaModFix/>
              </a:blip>
              <a:stretch>
                <a:fillRect/>
              </a:stretch>
            </a:blipFill>
            <a:ln>
              <a:noFill/>
            </a:ln>
          </p:spPr>
        </p:sp>
        <p:grpSp>
          <p:nvGrpSpPr>
            <p:cNvPr id="193" name="Google Shape;193;p13"/>
            <p:cNvGrpSpPr/>
            <p:nvPr/>
          </p:nvGrpSpPr>
          <p:grpSpPr>
            <a:xfrm rot="5400000">
              <a:off x="580822" y="445203"/>
              <a:ext cx="836928" cy="775872"/>
              <a:chOff x="0" y="0"/>
              <a:chExt cx="812800" cy="753505"/>
            </a:xfrm>
          </p:grpSpPr>
          <p:sp>
            <p:nvSpPr>
              <p:cNvPr id="194" name="Google Shape;194;p13"/>
              <p:cNvSpPr/>
              <p:nvPr/>
            </p:nvSpPr>
            <p:spPr>
              <a:xfrm>
                <a:off x="0" y="0"/>
                <a:ext cx="812800" cy="753505"/>
              </a:xfrm>
              <a:custGeom>
                <a:avLst/>
                <a:gdLst/>
                <a:ahLst/>
                <a:cxnLst/>
                <a:rect l="l" t="t" r="r" b="b"/>
                <a:pathLst>
                  <a:path w="812800" h="753505" extrusionOk="0">
                    <a:moveTo>
                      <a:pt x="406400" y="0"/>
                    </a:moveTo>
                    <a:lnTo>
                      <a:pt x="812800" y="753505"/>
                    </a:lnTo>
                    <a:lnTo>
                      <a:pt x="0" y="753505"/>
                    </a:lnTo>
                    <a:lnTo>
                      <a:pt x="406400" y="0"/>
                    </a:lnTo>
                    <a:close/>
                  </a:path>
                </a:pathLst>
              </a:custGeom>
              <a:solidFill>
                <a:srgbClr val="000000"/>
              </a:solidFill>
              <a:ln>
                <a:noFill/>
              </a:ln>
            </p:spPr>
          </p:sp>
          <p:sp>
            <p:nvSpPr>
              <p:cNvPr id="195" name="Google Shape;195;p13"/>
              <p:cNvSpPr txBox="1"/>
              <p:nvPr/>
            </p:nvSpPr>
            <p:spPr>
              <a:xfrm>
                <a:off x="127000" y="321267"/>
                <a:ext cx="558800" cy="378417"/>
              </a:xfrm>
              <a:prstGeom prst="rect">
                <a:avLst/>
              </a:prstGeom>
              <a:noFill/>
              <a:ln>
                <a:noFill/>
              </a:ln>
            </p:spPr>
            <p:txBody>
              <a:bodyPr spcFirstLastPara="1" wrap="square" lIns="39350" tIns="39350" rIns="39350" bIns="3935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15" name="Google Shape;215;p13"/>
          <p:cNvSpPr txBox="1"/>
          <p:nvPr/>
        </p:nvSpPr>
        <p:spPr>
          <a:xfrm>
            <a:off x="1942953" y="464397"/>
            <a:ext cx="11076641" cy="861774"/>
          </a:xfrm>
          <a:prstGeom prst="rect">
            <a:avLst/>
          </a:prstGeom>
          <a:noFill/>
          <a:ln>
            <a:noFill/>
          </a:ln>
        </p:spPr>
        <p:txBody>
          <a:bodyPr spcFirstLastPara="1" wrap="square" lIns="0" tIns="0" rIns="0" bIns="0" anchor="t" anchorCtr="0">
            <a:spAutoFit/>
          </a:bodyPr>
          <a:lstStyle/>
          <a:p>
            <a:pPr algn="just"/>
            <a:r>
              <a:rPr sz="4000" b="0">
                <a:solidFill>
                  <a:srgbClr val="000000"/>
                </a:solidFill>
                <a:latin typeface="League Spartan"/>
              </a:rPr>
              <a:t>Oʻzbekistonda zamonaviy dehqonchilik</a:t>
            </a:r>
          </a:p>
          <a:p>
            <a:pPr algn="just"/>
            <a:r>
              <a:rPr sz="4000" b="0">
                <a:solidFill>
                  <a:srgbClr val="000000"/>
                </a:solidFill>
                <a:latin typeface="League Spartan"/>
              </a:rPr>
              <a:t/>
            </a:r>
          </a:p>
          <a:p>
            <a:pPr algn="just"/>
            <a:r>
              <a:rPr sz="4000" b="0">
                <a:solidFill>
                  <a:srgbClr val="000000"/>
                </a:solidFill>
                <a:latin typeface="League Spartan"/>
              </a:rPr>
              <a:t>Oʻzbekistonda soʻnggi yillarda dehqonchilikda muhim oʻzgarishlar kuzatilmoqda. Texnologiyalarni joriy etish, suv resurslarini tejash va ekish maydonlarini optimallashtirish kabi tadbirlar samarali natijalar berdi. Paxta, bugʻdoy va sabzavot yetishtirishda yangi usullar qoʻllanilmoqda. Davlat dasturlari dehqonlarni qoʻllabquvvatlaydi, bu esa mahsulot sifatini oshirishga yordam beradi.</a:t>
            </a: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3DC6D"/>
        </a:solidFill>
        <a:effectLst/>
      </p:bgPr>
    </p:bg>
    <p:spTree>
      <p:nvGrpSpPr>
        <p:cNvPr id="1" name="Shape 227"/>
        <p:cNvGrpSpPr/>
        <p:nvPr/>
      </p:nvGrpSpPr>
      <p:grpSpPr>
        <a:xfrm>
          <a:off x="0" y="0"/>
          <a:ext cx="0" cy="0"/>
          <a:chOff x="0" y="0"/>
          <a:chExt cx="0" cy="0"/>
        </a:xfrm>
      </p:grpSpPr>
      <p:sp>
        <p:nvSpPr>
          <p:cNvPr id="228" name="Google Shape;228;p14"/>
          <p:cNvSpPr/>
          <p:nvPr/>
        </p:nvSpPr>
        <p:spPr>
          <a:xfrm>
            <a:off x="16213074" y="-2113351"/>
            <a:ext cx="4149852" cy="4226702"/>
          </a:xfrm>
          <a:custGeom>
            <a:avLst/>
            <a:gdLst/>
            <a:ahLst/>
            <a:cxnLst/>
            <a:rect l="l" t="t" r="r" b="b"/>
            <a:pathLst>
              <a:path w="4149852" h="4226702" extrusionOk="0">
                <a:moveTo>
                  <a:pt x="0" y="0"/>
                </a:moveTo>
                <a:lnTo>
                  <a:pt x="4149853" y="0"/>
                </a:lnTo>
                <a:lnTo>
                  <a:pt x="4149853" y="4226702"/>
                </a:lnTo>
                <a:lnTo>
                  <a:pt x="0" y="4226702"/>
                </a:lnTo>
                <a:lnTo>
                  <a:pt x="0" y="0"/>
                </a:lnTo>
                <a:close/>
              </a:path>
            </a:pathLst>
          </a:custGeom>
          <a:blipFill rotWithShape="1">
            <a:blip r:embed="rId3">
              <a:alphaModFix/>
            </a:blip>
            <a:stretch>
              <a:fillRect/>
            </a:stretch>
          </a:blipFill>
          <a:ln>
            <a:noFill/>
          </a:ln>
        </p:spPr>
      </p:sp>
      <p:sp>
        <p:nvSpPr>
          <p:cNvPr id="229" name="Google Shape;229;p14"/>
          <p:cNvSpPr/>
          <p:nvPr/>
        </p:nvSpPr>
        <p:spPr>
          <a:xfrm rot="-5400000">
            <a:off x="-1464844" y="8810854"/>
            <a:ext cx="3625028" cy="3804896"/>
          </a:xfrm>
          <a:custGeom>
            <a:avLst/>
            <a:gdLst/>
            <a:ahLst/>
            <a:cxnLst/>
            <a:rect l="l" t="t" r="r" b="b"/>
            <a:pathLst>
              <a:path w="3625028" h="3804896" extrusionOk="0">
                <a:moveTo>
                  <a:pt x="0" y="0"/>
                </a:moveTo>
                <a:lnTo>
                  <a:pt x="3625029" y="0"/>
                </a:lnTo>
                <a:lnTo>
                  <a:pt x="3625029" y="3804896"/>
                </a:lnTo>
                <a:lnTo>
                  <a:pt x="0" y="3804896"/>
                </a:lnTo>
                <a:lnTo>
                  <a:pt x="0" y="0"/>
                </a:lnTo>
                <a:close/>
              </a:path>
            </a:pathLst>
          </a:custGeom>
          <a:blipFill rotWithShape="1">
            <a:blip r:embed="rId4">
              <a:alphaModFix/>
            </a:blip>
            <a:stretch>
              <a:fillRect/>
            </a:stretch>
          </a:blipFill>
          <a:ln>
            <a:noFill/>
          </a:ln>
        </p:spPr>
      </p:sp>
      <p:sp>
        <p:nvSpPr>
          <p:cNvPr id="231" name="Google Shape;231;p14"/>
          <p:cNvSpPr txBox="1"/>
          <p:nvPr/>
        </p:nvSpPr>
        <p:spPr>
          <a:xfrm>
            <a:off x="1823256" y="647293"/>
            <a:ext cx="12427858" cy="1285879"/>
          </a:xfrm>
          <a:prstGeom prst="rect">
            <a:avLst/>
          </a:prstGeom>
          <a:noFill/>
          <a:ln>
            <a:noFill/>
          </a:ln>
        </p:spPr>
        <p:txBody>
          <a:bodyPr spcFirstLastPara="1" wrap="square" lIns="0" tIns="0" rIns="0" bIns="0" anchor="ctr" anchorCtr="0">
            <a:noAutofit/>
          </a:bodyPr>
          <a:lstStyle/>
          <a:p>
            <a:pPr algn="ctr"/>
            <a:r>
              <a:rPr sz="4600" b="1">
                <a:solidFill>
                  <a:srgbClr val="FFFFFF"/>
                </a:solidFill>
                <a:latin typeface="League Spartan"/>
              </a:rPr>
              <a:t>Oʻzbekistonda qishloq xoʻjaligining hozirgi ahvoli, yutuqlari va muammolari.</a:t>
            </a:r>
          </a:p>
        </p:txBody>
      </p:sp>
      <p:sp>
        <p:nvSpPr>
          <p:cNvPr id="6" name="Google Shape;231;p14">
            <a:extLst>
              <a:ext uri="{FF2B5EF4-FFF2-40B4-BE49-F238E27FC236}">
                <a16:creationId xmlns:a16="http://schemas.microsoft.com/office/drawing/2014/main" id="{9FAD441F-2CF9-4643-8EC5-14BDDD2B2157}"/>
              </a:ext>
            </a:extLst>
          </p:cNvPr>
          <p:cNvSpPr txBox="1"/>
          <p:nvPr/>
        </p:nvSpPr>
        <p:spPr>
          <a:xfrm>
            <a:off x="3615772" y="1933172"/>
            <a:ext cx="11740342" cy="3719400"/>
          </a:xfrm>
          <a:prstGeom prst="rect">
            <a:avLst/>
          </a:prstGeom>
          <a:noFill/>
          <a:ln>
            <a:noFill/>
          </a:ln>
        </p:spPr>
        <p:txBody>
          <a:bodyPr spcFirstLastPara="1" wrap="square" lIns="0" tIns="0" rIns="0" bIns="0" anchor="ctr" anchorCtr="0">
            <a:noAutofit/>
          </a:bodyPr>
          <a:lstStyle/>
          <a:p>
            <a:pPr algn="just"/>
            <a:r>
              <a:rPr sz="2800" b="0">
                <a:solidFill>
                  <a:srgbClr val="FFFFFF"/>
                </a:solidFill>
                <a:latin typeface="League Spartan"/>
              </a:rPr>
              <a:t>Oʻzbekistonda soʻnggi yillardagi dehqonchilik</a:t>
            </a:r>
          </a:p>
          <a:p>
            <a:pPr algn="just"/>
            <a:r>
              <a:rPr sz="2800" b="0">
                <a:solidFill>
                  <a:srgbClr val="FFFFFF"/>
                </a:solidFill>
                <a:latin typeface="League Spartan"/>
              </a:rPr>
              <a:t/>
            </a:r>
          </a:p>
          <a:p>
            <a:pPr algn="just"/>
            <a:r>
              <a:rPr sz="2800" b="0">
                <a:solidFill>
                  <a:srgbClr val="FFFFFF"/>
                </a:solidFill>
                <a:latin typeface="League Spartan"/>
              </a:rPr>
              <a:t>Oʻzbekistonda dehqonchilik sohasida ijtimoiyiqtisodiy islohotlar, texnologik yangiliklar va suv resurslarini samarali boshqarish muhim oʻrin tutmoqda. Paxta, don, sabzavot va meva yetishtirishda modernizatsiya jarayonlari kuchayib, eksport imkoniyatlari kengaymoqda. Davlat tomonidan qoʻllabquvvatlanadigan loyihalar qishloq xoʻjaligini rivojlantirishga hissa qoʻshadi.</a:t>
            </a:r>
          </a:p>
        </p:txBody>
      </p:sp>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35"/>
        <p:cNvGrpSpPr/>
        <p:nvPr/>
      </p:nvGrpSpPr>
      <p:grpSpPr>
        <a:xfrm>
          <a:off x="0" y="0"/>
          <a:ext cx="0" cy="0"/>
          <a:chOff x="0" y="0"/>
          <a:chExt cx="0" cy="0"/>
        </a:xfrm>
      </p:grpSpPr>
      <p:grpSp>
        <p:nvGrpSpPr>
          <p:cNvPr id="237" name="Google Shape;237;p15"/>
          <p:cNvGrpSpPr/>
          <p:nvPr/>
        </p:nvGrpSpPr>
        <p:grpSpPr>
          <a:xfrm>
            <a:off x="3068397" y="-246006"/>
            <a:ext cx="6997517" cy="10533006"/>
            <a:chOff x="0" y="-28575"/>
            <a:chExt cx="812800" cy="1223467"/>
          </a:xfrm>
        </p:grpSpPr>
        <p:sp>
          <p:nvSpPr>
            <p:cNvPr id="238" name="Google Shape;238;p15"/>
            <p:cNvSpPr/>
            <p:nvPr/>
          </p:nvSpPr>
          <p:spPr>
            <a:xfrm>
              <a:off x="0" y="0"/>
              <a:ext cx="812800" cy="1194892"/>
            </a:xfrm>
            <a:custGeom>
              <a:avLst/>
              <a:gdLst/>
              <a:ahLst/>
              <a:cxnLst/>
              <a:rect l="l" t="t" r="r" b="b"/>
              <a:pathLst>
                <a:path w="812800" h="1194892" extrusionOk="0">
                  <a:moveTo>
                    <a:pt x="203200" y="0"/>
                  </a:moveTo>
                  <a:lnTo>
                    <a:pt x="812800" y="0"/>
                  </a:lnTo>
                  <a:lnTo>
                    <a:pt x="609600" y="1194892"/>
                  </a:lnTo>
                  <a:lnTo>
                    <a:pt x="0" y="1194892"/>
                  </a:lnTo>
                  <a:lnTo>
                    <a:pt x="203200" y="0"/>
                  </a:lnTo>
                  <a:close/>
                </a:path>
              </a:pathLst>
            </a:custGeom>
            <a:solidFill>
              <a:srgbClr val="000000"/>
            </a:solidFill>
            <a:ln>
              <a:noFill/>
            </a:ln>
          </p:spPr>
        </p:sp>
        <p:sp>
          <p:nvSpPr>
            <p:cNvPr id="239" name="Google Shape;239;p15"/>
            <p:cNvSpPr txBox="1"/>
            <p:nvPr/>
          </p:nvSpPr>
          <p:spPr>
            <a:xfrm>
              <a:off x="101600" y="-28575"/>
              <a:ext cx="609600" cy="1223467"/>
            </a:xfrm>
            <a:prstGeom prst="rect">
              <a:avLst/>
            </a:prstGeom>
            <a:noFill/>
            <a:ln>
              <a:noFill/>
            </a:ln>
          </p:spPr>
          <p:txBody>
            <a:bodyPr spcFirstLastPara="1" wrap="square" lIns="50800" tIns="50800" rIns="50800" bIns="50800" anchor="ctr" anchorCtr="0">
              <a:noAutofit/>
            </a:bodyPr>
            <a:lstStyle/>
            <a:p>
              <a:pPr marL="0" marR="0" lvl="0" indent="0" algn="ctr" rtl="0">
                <a:lnSpc>
                  <a:spcPct val="156388"/>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40" name="Google Shape;240;p15"/>
          <p:cNvSpPr txBox="1"/>
          <p:nvPr/>
        </p:nvSpPr>
        <p:spPr>
          <a:xfrm>
            <a:off x="1079840" y="714375"/>
            <a:ext cx="11910446" cy="1029193"/>
          </a:xfrm>
          <a:prstGeom prst="rect">
            <a:avLst/>
          </a:prstGeom>
          <a:noFill/>
          <a:ln>
            <a:noFill/>
          </a:ln>
        </p:spPr>
        <p:txBody>
          <a:bodyPr spcFirstLastPara="1" wrap="square" lIns="0" tIns="0" rIns="0" bIns="0" anchor="t" anchorCtr="0">
            <a:spAutoFit/>
          </a:bodyPr>
          <a:lstStyle/>
          <a:p>
            <a:pPr algn="just"/>
            <a:r>
              <a:rPr sz="4000" b="0">
                <a:solidFill>
                  <a:srgbClr val="FFFFFF"/>
                </a:solidFill>
                <a:latin typeface="League Spartan"/>
              </a:rPr>
              <a:t>Oʻzbekistonda zamonaviy dehqonchilik</a:t>
            </a:r>
          </a:p>
          <a:p>
            <a:pPr algn="just"/>
            <a:r>
              <a:rPr sz="4000" b="0">
                <a:solidFill>
                  <a:srgbClr val="FFFFFF"/>
                </a:solidFill>
                <a:latin typeface="League Spartan"/>
              </a:rPr>
              <a:t/>
            </a:r>
          </a:p>
          <a:p>
            <a:pPr algn="just"/>
            <a:r>
              <a:rPr sz="4000" b="0">
                <a:solidFill>
                  <a:srgbClr val="FFFFFF"/>
                </a:solidFill>
                <a:latin typeface="League Spartan"/>
              </a:rPr>
              <a:t>Oʻzbekistonda soʻnggi yillarda dehqonchilikda muhim oʻzgarishlar yuz berdi. Texnologiyalarni joriy etish, suv resurslarini samarali boshqarish va ekologik usullar qoʻllanilishi hosildorlikni oshirishga olib keldi. Davlat tomonidan qoʻllabquvvatlanadigan loyihalar, shu jumladan, qishloq xoʻjaligini modernizatsiya qilish va fermerlarni ragʻbatlantirish choralari amalda. Natijada, mahsulot sifatining yaxshilanishi va eksport imkoniyatlarining kengayishi kuzatilmoqda.</a:t>
            </a:r>
          </a:p>
        </p:txBody>
      </p:sp>
      <p:sp>
        <p:nvSpPr>
          <p:cNvPr id="249" name="Google Shape;249;p15"/>
          <p:cNvSpPr/>
          <p:nvPr/>
        </p:nvSpPr>
        <p:spPr>
          <a:xfrm rot="565396">
            <a:off x="15537951" y="1532271"/>
            <a:ext cx="2742284" cy="4114800"/>
          </a:xfrm>
          <a:custGeom>
            <a:avLst/>
            <a:gdLst/>
            <a:ahLst/>
            <a:cxnLst/>
            <a:rect l="l" t="t" r="r" b="b"/>
            <a:pathLst>
              <a:path w="2742284" h="4114800" extrusionOk="0">
                <a:moveTo>
                  <a:pt x="0" y="0"/>
                </a:moveTo>
                <a:lnTo>
                  <a:pt x="2742284" y="0"/>
                </a:lnTo>
                <a:lnTo>
                  <a:pt x="2742284" y="4114800"/>
                </a:lnTo>
                <a:lnTo>
                  <a:pt x="0" y="4114800"/>
                </a:lnTo>
                <a:lnTo>
                  <a:pt x="0" y="0"/>
                </a:lnTo>
                <a:close/>
              </a:path>
            </a:pathLst>
          </a:custGeom>
          <a:blipFill rotWithShape="1">
            <a:blip r:embed="rId3">
              <a:alphaModFix/>
            </a:blip>
            <a:stretch>
              <a:fillRect r="-50046"/>
            </a:stretch>
          </a:blipFill>
          <a:ln>
            <a:noFill/>
          </a:ln>
        </p:spPr>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3DC6D"/>
        </a:solidFill>
        <a:effectLst/>
      </p:bgPr>
    </p:bg>
    <p:spTree>
      <p:nvGrpSpPr>
        <p:cNvPr id="1" name="Shape 253"/>
        <p:cNvGrpSpPr/>
        <p:nvPr/>
      </p:nvGrpSpPr>
      <p:grpSpPr>
        <a:xfrm>
          <a:off x="0" y="0"/>
          <a:ext cx="0" cy="0"/>
          <a:chOff x="0" y="0"/>
          <a:chExt cx="0" cy="0"/>
        </a:xfrm>
      </p:grpSpPr>
      <p:sp>
        <p:nvSpPr>
          <p:cNvPr id="254" name="Google Shape;254;p16"/>
          <p:cNvSpPr txBox="1"/>
          <p:nvPr/>
        </p:nvSpPr>
        <p:spPr>
          <a:xfrm>
            <a:off x="501262" y="244006"/>
            <a:ext cx="10221900" cy="982448"/>
          </a:xfrm>
          <a:prstGeom prst="rect">
            <a:avLst/>
          </a:prstGeom>
          <a:noFill/>
          <a:ln>
            <a:noFill/>
          </a:ln>
        </p:spPr>
        <p:txBody>
          <a:bodyPr spcFirstLastPara="1" wrap="square" lIns="0" tIns="0" rIns="0" bIns="0" anchor="t" anchorCtr="0">
            <a:spAutoFit/>
          </a:bodyPr>
          <a:lstStyle/>
          <a:p>
            <a:pPr algn="l"/>
            <a:r>
              <a:rPr sz="4800" b="1">
                <a:solidFill>
                  <a:srgbClr val="000000"/>
                </a:solidFill>
                <a:latin typeface="League Spartan Black"/>
              </a:rPr>
              <a:t>Ekin maydonlari, hosildorlik va eksport koʻlamining tahlili.</a:t>
            </a:r>
          </a:p>
        </p:txBody>
      </p:sp>
      <p:sp>
        <p:nvSpPr>
          <p:cNvPr id="255" name="Google Shape;255;p16"/>
          <p:cNvSpPr txBox="1"/>
          <p:nvPr/>
        </p:nvSpPr>
        <p:spPr>
          <a:xfrm>
            <a:off x="501262" y="1734984"/>
            <a:ext cx="15333824" cy="1801134"/>
          </a:xfrm>
          <a:prstGeom prst="rect">
            <a:avLst/>
          </a:prstGeom>
          <a:noFill/>
          <a:ln>
            <a:noFill/>
          </a:ln>
        </p:spPr>
        <p:txBody>
          <a:bodyPr spcFirstLastPara="1" wrap="square" lIns="0" tIns="0" rIns="0" bIns="0" anchor="t" anchorCtr="0">
            <a:spAutoFit/>
          </a:bodyPr>
          <a:lstStyle/>
          <a:p>
            <a:pPr algn="just"/>
            <a:r>
              <a:rPr sz="4800" b="1">
                <a:solidFill>
                  <a:srgbClr val="000000"/>
                </a:solidFill>
                <a:latin typeface="League Spartan Black"/>
              </a:rPr>
              <a:t>Oʻzbekistonda soʻnggi yillardagi dehqonchilik</a:t>
            </a:r>
          </a:p>
          <a:p>
            <a:pPr algn="just"/>
            <a:r>
              <a:rPr sz="4800" b="1">
                <a:solidFill>
                  <a:srgbClr val="000000"/>
                </a:solidFill>
                <a:latin typeface="League Spartan Black"/>
              </a:rPr>
              <a:t/>
            </a:r>
          </a:p>
          <a:p>
            <a:pPr algn="just"/>
            <a:r>
              <a:rPr sz="4800" b="1">
                <a:solidFill>
                  <a:srgbClr val="000000"/>
                </a:solidFill>
                <a:latin typeface="League Spartan Black"/>
              </a:rPr>
              <a:t>Oʻzbekistonda dehqonchilik sohasida muhim oʻzgarishlar yuz berdi. Yangi texnologiyalar, suv resurslarini tejash va ekish maydonlarini kengaytirish kabi tadbirlar amalga oshirildi. Paxta, bugʻdoy va sabzavot yetishtirishda samaradorlik oshdi. Davlat qishloq xoʻjaligini qoʻllabquvvatlash siyosati natijasida fermerlar uchun imkoniyatlar kengaydi. Biroq, iqlim oʻzgarishi va suv tanqisligi kabi muammolar hali ham mavjud.</a:t>
            </a: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3"/>
        <p:cNvGrpSpPr/>
        <p:nvPr/>
      </p:nvGrpSpPr>
      <p:grpSpPr>
        <a:xfrm>
          <a:off x="0" y="0"/>
          <a:ext cx="0" cy="0"/>
          <a:chOff x="0" y="0"/>
          <a:chExt cx="0" cy="0"/>
        </a:xfrm>
      </p:grpSpPr>
      <p:sp>
        <p:nvSpPr>
          <p:cNvPr id="274" name="Google Shape;274;p17"/>
          <p:cNvSpPr txBox="1"/>
          <p:nvPr/>
        </p:nvSpPr>
        <p:spPr>
          <a:xfrm>
            <a:off x="1289957" y="1167816"/>
            <a:ext cx="14835414" cy="886397"/>
          </a:xfrm>
          <a:prstGeom prst="rect">
            <a:avLst/>
          </a:prstGeom>
          <a:noFill/>
          <a:ln>
            <a:noFill/>
          </a:ln>
        </p:spPr>
        <p:txBody>
          <a:bodyPr spcFirstLastPara="1" wrap="square" lIns="0" tIns="0" rIns="0" bIns="0" anchor="t" anchorCtr="0">
            <a:spAutoFit/>
          </a:bodyPr>
          <a:lstStyle/>
          <a:p>
            <a:pPr algn="just"/>
            <a:r>
              <a:rPr sz="4800" b="1">
                <a:solidFill>
                  <a:srgbClr val="FFFFFF"/>
                </a:solidFill>
                <a:latin typeface="League Spartan"/>
              </a:rPr>
              <a:t>Oʻzbekistonda soʻnggi yillarda dehqonchilik</a:t>
            </a:r>
          </a:p>
          <a:p>
            <a:pPr algn="just"/>
            <a:r>
              <a:rPr sz="4800" b="1">
                <a:solidFill>
                  <a:srgbClr val="FFFFFF"/>
                </a:solidFill>
                <a:latin typeface="League Spartan"/>
              </a:rPr>
              <a:t/>
            </a:r>
          </a:p>
          <a:p>
            <a:pPr algn="just"/>
            <a:r>
              <a:rPr sz="4800" b="1">
                <a:solidFill>
                  <a:srgbClr val="FFFFFF"/>
                </a:solidFill>
                <a:latin typeface="League Spartan"/>
              </a:rPr>
              <a:t>Oʻzbekistonda dehqonchilik sohasida muhim oʻzgarishlar yuz berdi. Suv resurslarini tejash va yer unumdorligini oshirish maqsadida yangi texnologiyalar joriy etilmoqda. Paxta yetishtirish anʼanaviy ahamiyatini saqlab qolgan boʻlsada, sabzavot, meva va don ekinlariga eʼtibor ortmoqda. Davlat tomonidan qoʻllabquvvatlanadigan loyihalar dehqonlarning daromadini oshirishga yordam beradi. Shuningdek, ekologik qishloq xoʻjaligi amaliyotlari kengayib bormoqda.</a:t>
            </a: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83"/>
        <p:cNvGrpSpPr/>
        <p:nvPr/>
      </p:nvGrpSpPr>
      <p:grpSpPr>
        <a:xfrm>
          <a:off x="0" y="0"/>
          <a:ext cx="0" cy="0"/>
          <a:chOff x="0" y="0"/>
          <a:chExt cx="0" cy="0"/>
        </a:xfrm>
      </p:grpSpPr>
      <p:cxnSp>
        <p:nvCxnSpPr>
          <p:cNvPr id="286" name="Google Shape;286;p18"/>
          <p:cNvCxnSpPr>
            <a:cxnSpLocks/>
          </p:cNvCxnSpPr>
          <p:nvPr/>
        </p:nvCxnSpPr>
        <p:spPr>
          <a:xfrm>
            <a:off x="10014857" y="912975"/>
            <a:ext cx="0" cy="8461049"/>
          </a:xfrm>
          <a:prstGeom prst="straightConnector1">
            <a:avLst/>
          </a:prstGeom>
          <a:noFill/>
          <a:ln w="38100" cap="flat" cmpd="sng">
            <a:solidFill>
              <a:srgbClr val="23DC6D"/>
            </a:solidFill>
            <a:prstDash val="solid"/>
            <a:round/>
            <a:headEnd type="none" w="sm" len="sm"/>
            <a:tailEnd type="none" w="sm" len="sm"/>
          </a:ln>
        </p:spPr>
      </p:cxnSp>
      <p:sp>
        <p:nvSpPr>
          <p:cNvPr id="287" name="Google Shape;287;p18"/>
          <p:cNvSpPr txBox="1"/>
          <p:nvPr/>
        </p:nvSpPr>
        <p:spPr>
          <a:xfrm>
            <a:off x="856353" y="524334"/>
            <a:ext cx="8287643" cy="947311"/>
          </a:xfrm>
          <a:prstGeom prst="rect">
            <a:avLst/>
          </a:prstGeom>
          <a:noFill/>
          <a:ln>
            <a:noFill/>
          </a:ln>
        </p:spPr>
        <p:txBody>
          <a:bodyPr spcFirstLastPara="1" wrap="square" lIns="0" tIns="0" rIns="0" bIns="0" anchor="t" anchorCtr="0">
            <a:spAutoFit/>
          </a:bodyPr>
          <a:lstStyle/>
          <a:p>
            <a:pPr algn="just"/>
            <a:r>
              <a:rPr sz="4400" b="0">
                <a:solidFill>
                  <a:srgbClr val="FFFFFF"/>
                </a:solidFill>
                <a:latin typeface="League Spartan"/>
              </a:rPr>
              <a:t>Conclusion</a:t>
            </a:r>
          </a:p>
          <a:p>
            <a:pPr algn="just"/>
            <a:r>
              <a:rPr sz="4400" b="0">
                <a:solidFill>
                  <a:srgbClr val="FFFFFF"/>
                </a:solidFill>
                <a:latin typeface="League Spartan"/>
              </a:rPr>
              <a:t/>
            </a:r>
          </a:p>
          <a:p>
            <a:pPr algn="just"/>
            <a:r>
              <a:rPr sz="4400" b="0">
                <a:solidFill>
                  <a:srgbClr val="FFFFFF"/>
                </a:solidFill>
                <a:latin typeface="League Spartan"/>
              </a:rPr>
              <a:t>The analysis of agricultural trends in Uzbekistan reveals both significant achievements and persistent challenges. While the country has expanded cultivated areas and boosted productivity, issues like water scarcity, outdated infrastructure, and market access hinder further growth. Export potential remains underutilized despite rising yields. Addressing these gaps through modernization, sustainable practices, and policy reforms is crucial for longterm food security and economic resilience. Strengthening the sector will enhance Uzbekistan’s global competitiveness and rural development.</a:t>
            </a:r>
          </a:p>
        </p:txBody>
      </p:sp>
      <p:sp>
        <p:nvSpPr>
          <p:cNvPr id="288" name="Google Shape;288;p18"/>
          <p:cNvSpPr txBox="1"/>
          <p:nvPr/>
        </p:nvSpPr>
        <p:spPr>
          <a:xfrm>
            <a:off x="11437184" y="1031294"/>
            <a:ext cx="5635800" cy="2131674"/>
          </a:xfrm>
          <a:prstGeom prst="rect">
            <a:avLst/>
          </a:prstGeom>
          <a:noFill/>
          <a:ln>
            <a:noFill/>
          </a:ln>
        </p:spPr>
        <p:txBody>
          <a:bodyPr spcFirstLastPara="1" wrap="square" lIns="0" tIns="0" rIns="0" bIns="0" anchor="t" anchorCtr="0">
            <a:spAutoFit/>
          </a:bodyPr>
          <a:lstStyle/>
          <a:p>
            <a:pPr algn="ctr"/>
            <a:r>
              <a:rPr sz="12000" b="1">
                <a:solidFill>
                  <a:srgbClr val="FFFFFF"/>
                </a:solidFill>
                <a:latin typeface="League Spartan"/>
              </a:rPr>
              <a:t>Oʻzbekistonda zamonaviy dehqonchilik</a:t>
            </a:r>
          </a:p>
          <a:p>
            <a:pPr algn="ctr"/>
            <a:r>
              <a:rPr sz="12000" b="1">
                <a:solidFill>
                  <a:srgbClr val="FFFFFF"/>
                </a:solidFill>
                <a:latin typeface="League Spartan"/>
              </a:rPr>
              <a:t/>
            </a:r>
          </a:p>
          <a:p>
            <a:pPr algn="ctr"/>
            <a:r>
              <a:rPr sz="12000" b="1">
                <a:solidFill>
                  <a:srgbClr val="FFFFFF"/>
                </a:solidFill>
                <a:latin typeface="League Spartan"/>
              </a:rPr>
              <a:t>Oʻzbekistonda soʻnggi yillarda dehqonchilikda muhim oʻzgarishlar kuzatilmoqda. Texnologiyalarni joriy etish, suv resurslarini tejash va ekologik usullar qoʻllanilishi samaradorlikni oshirib, hosildorlikni yaxshilamoqda. Davlat tomonidan qoʻllabquvvatlanadigan islohotlar fermerlarning imkoniyatlarini kengaytirib, qishloq xoʻjaligini modernizatsiya qilishga yordam beradi. Shuningdek, eksportga yoʻnaltirilgan mahsulotlar yetishtirish ham rivojlanmoqda.</a:t>
            </a:r>
          </a:p>
        </p:txBody>
      </p:sp>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3DC6D"/>
        </a:solidFill>
        <a:effectLst/>
      </p:bgPr>
    </p:bg>
    <p:spTree>
      <p:nvGrpSpPr>
        <p:cNvPr id="1" name="Shape 283"/>
        <p:cNvGrpSpPr/>
        <p:nvPr/>
      </p:nvGrpSpPr>
      <p:grpSpPr>
        <a:xfrm>
          <a:off x="0" y="0"/>
          <a:ext cx="0" cy="0"/>
          <a:chOff x="0" y="0"/>
          <a:chExt cx="0" cy="0"/>
        </a:xfrm>
      </p:grpSpPr>
      <p:cxnSp>
        <p:nvCxnSpPr>
          <p:cNvPr id="286" name="Google Shape;286;p18"/>
          <p:cNvCxnSpPr>
            <a:cxnSpLocks/>
          </p:cNvCxnSpPr>
          <p:nvPr/>
        </p:nvCxnSpPr>
        <p:spPr>
          <a:xfrm>
            <a:off x="10014857" y="912975"/>
            <a:ext cx="0" cy="8461049"/>
          </a:xfrm>
          <a:prstGeom prst="straightConnector1">
            <a:avLst/>
          </a:prstGeom>
          <a:noFill/>
          <a:ln w="38100" cap="flat" cmpd="sng">
            <a:solidFill>
              <a:schemeClr val="tx1"/>
            </a:solidFill>
            <a:prstDash val="solid"/>
            <a:round/>
            <a:headEnd type="none" w="sm" len="sm"/>
            <a:tailEnd type="none" w="sm" len="sm"/>
          </a:ln>
        </p:spPr>
      </p:cxnSp>
      <p:sp>
        <p:nvSpPr>
          <p:cNvPr id="287" name="Google Shape;287;p18"/>
          <p:cNvSpPr txBox="1"/>
          <p:nvPr/>
        </p:nvSpPr>
        <p:spPr>
          <a:xfrm>
            <a:off x="856353" y="524334"/>
            <a:ext cx="8287643" cy="947311"/>
          </a:xfrm>
          <a:prstGeom prst="rect">
            <a:avLst/>
          </a:prstGeom>
          <a:noFill/>
          <a:ln>
            <a:noFill/>
          </a:ln>
        </p:spPr>
        <p:txBody>
          <a:bodyPr spcFirstLastPara="1" wrap="square" lIns="0" tIns="0" rIns="0" bIns="0" anchor="t" anchorCtr="0">
            <a:spAutoFit/>
          </a:bodyPr>
          <a:lstStyle/>
          <a:p>
            <a:pPr algn="just"/>
            <a:r>
              <a:rPr sz="4400" b="0">
                <a:solidFill>
                  <a:srgbClr val="FFFFFF"/>
                </a:solidFill>
                <a:latin typeface="League Spartan"/>
              </a:rPr>
              <a:t>Oʻzbekistonda soʻnggi yillardagi dehqonchilik</a:t>
            </a:r>
          </a:p>
          <a:p>
            <a:pPr algn="just"/>
            <a:r>
              <a:rPr sz="4400" b="0">
                <a:solidFill>
                  <a:srgbClr val="FFFFFF"/>
                </a:solidFill>
                <a:latin typeface="League Spartan"/>
              </a:rPr>
              <a:t/>
            </a:r>
          </a:p>
          <a:p>
            <a:pPr algn="just"/>
            <a:r>
              <a:rPr sz="4400" b="0">
                <a:solidFill>
                  <a:srgbClr val="FFFFFF"/>
                </a:solidFill>
                <a:latin typeface="League Spartan"/>
              </a:rPr>
              <a:t>Oʻzbekistonda dehqonchilik sohasida yangi texnologiyalar va suv tejash usullari joriy etilmoqda. Paxta, bugʻdoy va sabzavot yetishtirishda samaradorlik oshdi. Davlat qishloq xoʻjaligini modernizatsiya qilishga katta investitsiyalar kiritmoqda. Ekologik dehqonchilikka eʼtibor ortib bormoqda.</a:t>
            </a:r>
          </a:p>
        </p:txBody>
      </p:sp>
      <p:sp>
        <p:nvSpPr>
          <p:cNvPr id="288" name="Google Shape;288;p18"/>
          <p:cNvSpPr txBox="1"/>
          <p:nvPr/>
        </p:nvSpPr>
        <p:spPr>
          <a:xfrm>
            <a:off x="11437184" y="1031294"/>
            <a:ext cx="5635800" cy="1263103"/>
          </a:xfrm>
          <a:prstGeom prst="rect">
            <a:avLst/>
          </a:prstGeom>
          <a:noFill/>
          <a:ln>
            <a:noFill/>
          </a:ln>
        </p:spPr>
        <p:txBody>
          <a:bodyPr spcFirstLastPara="1" wrap="square" lIns="0" tIns="0" rIns="0" bIns="0" anchor="t" anchorCtr="0">
            <a:spAutoFit/>
          </a:bodyPr>
          <a:lstStyle/>
          <a:p>
            <a:pPr marL="0" marR="0" lvl="0" indent="0" algn="ctr" rtl="0">
              <a:lnSpc>
                <a:spcPct val="113998"/>
              </a:lnSpc>
              <a:spcBef>
                <a:spcPts val="0"/>
              </a:spcBef>
              <a:spcAft>
                <a:spcPts val="0"/>
              </a:spcAft>
              <a:buNone/>
            </a:pPr>
            <a:r>
              <a:rPr sz="2800" b="0">
                <a:solidFill>
                  <a:srgbClr val="FFFFFF"/>
                </a:solidFill>
                <a:latin typeface="League Spartan"/>
              </a:rPr>
              <a:t>Adabiyotlar</a:t>
            </a:r>
            <a:endParaRPr sz="900" b="1" dirty="0">
              <a:solidFill>
                <a:schemeClr val="bg1"/>
              </a:solidFill>
            </a:endParaRPr>
          </a:p>
        </p:txBody>
      </p:sp>
    </p:spTree>
    <p:extLst>
      <p:ext uri="{BB962C8B-B14F-4D97-AF65-F5344CB8AC3E}">
        <p14:creationId xmlns:p14="http://schemas.microsoft.com/office/powerpoint/2010/main" val="2693604435"/>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537"/>
        <p:cNvGrpSpPr/>
        <p:nvPr/>
      </p:nvGrpSpPr>
      <p:grpSpPr>
        <a:xfrm>
          <a:off x="0" y="0"/>
          <a:ext cx="0" cy="0"/>
          <a:chOff x="0" y="0"/>
          <a:chExt cx="0" cy="0"/>
        </a:xfrm>
      </p:grpSpPr>
      <p:sp>
        <p:nvSpPr>
          <p:cNvPr id="538" name="Google Shape;538;p29"/>
          <p:cNvSpPr/>
          <p:nvPr/>
        </p:nvSpPr>
        <p:spPr>
          <a:xfrm>
            <a:off x="-4220705" y="767337"/>
            <a:ext cx="9375601" cy="6562921"/>
          </a:xfrm>
          <a:custGeom>
            <a:avLst/>
            <a:gdLst/>
            <a:ahLst/>
            <a:cxnLst/>
            <a:rect l="l" t="t" r="r" b="b"/>
            <a:pathLst>
              <a:path w="9375601" h="6562921" extrusionOk="0">
                <a:moveTo>
                  <a:pt x="0" y="0"/>
                </a:moveTo>
                <a:lnTo>
                  <a:pt x="9375601" y="0"/>
                </a:lnTo>
                <a:lnTo>
                  <a:pt x="9375601" y="6562921"/>
                </a:lnTo>
                <a:lnTo>
                  <a:pt x="0" y="6562921"/>
                </a:lnTo>
                <a:lnTo>
                  <a:pt x="0" y="0"/>
                </a:lnTo>
                <a:close/>
              </a:path>
            </a:pathLst>
          </a:custGeom>
          <a:blipFill rotWithShape="1">
            <a:blip r:embed="rId3">
              <a:alphaModFix/>
            </a:blip>
            <a:stretch>
              <a:fillRect/>
            </a:stretch>
          </a:blipFill>
          <a:ln>
            <a:noFill/>
          </a:ln>
        </p:spPr>
      </p:sp>
      <p:sp>
        <p:nvSpPr>
          <p:cNvPr id="539" name="Google Shape;539;p29"/>
          <p:cNvSpPr txBox="1"/>
          <p:nvPr/>
        </p:nvSpPr>
        <p:spPr>
          <a:xfrm>
            <a:off x="7443624" y="2594247"/>
            <a:ext cx="10018800" cy="3407087"/>
          </a:xfrm>
          <a:prstGeom prst="rect">
            <a:avLst/>
          </a:prstGeom>
          <a:noFill/>
          <a:ln>
            <a:noFill/>
          </a:ln>
        </p:spPr>
        <p:txBody>
          <a:bodyPr spcFirstLastPara="1" wrap="square" lIns="0" tIns="0" rIns="0" bIns="0" anchor="t" anchorCtr="0">
            <a:spAutoFit/>
          </a:bodyPr>
          <a:lstStyle/>
          <a:p>
            <a:pPr algn="r"/>
            <a:r>
              <a:rPr sz="12300" b="1">
                <a:solidFill>
                  <a:srgbClr val="23DC6D"/>
                </a:solidFill>
                <a:latin typeface="League Spartan"/>
              </a:rPr>
              <a:t>Etiboringiz uchun rahmat</a:t>
            </a:r>
          </a:p>
        </p:txBody>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26</Words>
  <Application>Microsoft Office PowerPoint</Application>
  <PresentationFormat>Custom</PresentationFormat>
  <Paragraphs>20</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League Spartan Black</vt:lpstr>
      <vt:lpstr>Arial</vt:lpstr>
      <vt:lpstr>Calibri</vt:lpstr>
      <vt:lpstr>Lato</vt:lpstr>
      <vt:lpstr>League Spartan ExtraBold</vt:lpstr>
      <vt:lpstr>League Spartan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Azamjon Rozibayev</cp:lastModifiedBy>
  <cp:revision>17</cp:revision>
  <dcterms:modified xsi:type="dcterms:W3CDTF">2026-01-07T19:54:14Z</dcterms:modified>
</cp:coreProperties>
</file>